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ags/tag13.xml" ContentType="application/vnd.openxmlformats-officedocument.presentationml.tags+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3.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ags/tag14.xml" ContentType="application/vnd.openxmlformats-officedocument.presentationml.tags+xml"/>
  <Override PartName="/ppt/notesSlides/notesSlide1.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2.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3.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4.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5.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6.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7.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8.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9.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10.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notesSlides/notesSlide11.xml" ContentType="application/vnd.openxmlformats-officedocument.presentationml.notesSlide+xml"/>
  <Override PartName="/ppt/tags/tag105.xml" ContentType="application/vnd.openxmlformats-officedocument.presentationml.tags+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4037" r:id="rId5"/>
    <p:sldMasterId id="2147484058" r:id="rId6"/>
    <p:sldMasterId id="2147484079" r:id="rId7"/>
  </p:sldMasterIdLst>
  <p:notesMasterIdLst>
    <p:notesMasterId r:id="rId20"/>
  </p:notesMasterIdLst>
  <p:handoutMasterIdLst>
    <p:handoutMasterId r:id="rId21"/>
  </p:handoutMasterIdLst>
  <p:sldIdLst>
    <p:sldId id="276" r:id="rId8"/>
    <p:sldId id="277" r:id="rId9"/>
    <p:sldId id="266" r:id="rId10"/>
    <p:sldId id="267" r:id="rId11"/>
    <p:sldId id="268" r:id="rId12"/>
    <p:sldId id="269" r:id="rId13"/>
    <p:sldId id="270" r:id="rId14"/>
    <p:sldId id="271" r:id="rId15"/>
    <p:sldId id="281" r:id="rId16"/>
    <p:sldId id="273" r:id="rId17"/>
    <p:sldId id="278" r:id="rId18"/>
    <p:sldId id="279" r:id="rId19"/>
  </p:sldIdLst>
  <p:sldSz cx="9144000" cy="6858000" type="screen4x3"/>
  <p:notesSz cx="7099300" cy="10234613"/>
  <p:custDataLst>
    <p:tags r:id="rId22"/>
  </p:custDataLst>
  <p:defaultTex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avid braganca" initials="" lastIdx="2" clrIdx="0"/>
  <p:cmAuthor id="7" name="Samuel Rackstraw" initials="SR" lastIdx="6" clrIdx="7"/>
  <p:cmAuthor id="1" name="David Braganca" initials="DB" lastIdx="12" clrIdx="1"/>
  <p:cmAuthor id="8" name="Ursula Koeppe" initials="UK" lastIdx="18" clrIdx="8"/>
  <p:cmAuthor id="2" name="Kai Jan Neumann" initials="KJN" lastIdx="27" clrIdx="2"/>
  <p:cmAuthor id="3" name="Andrew Dunbabin" initials="AJD" lastIdx="29" clrIdx="3"/>
  <p:cmAuthor id="4" name="Mario Meinhard" initials="MM" lastIdx="3" clrIdx="4"/>
  <p:cmAuthor id="5" name="samuel rackstraw" initials="sr" lastIdx="2" clrIdx="5"/>
  <p:cmAuthor id="6" name="John Hayes" initials="jh" lastIdx="1" clrIdx="6"/>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FFFF"/>
    <a:srgbClr val="999999"/>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ittlere Formatvorlage 4 - Akz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46F890A9-2807-4EBB-B81D-B2AA78EC7F39}" styleName="Dunkle Formatvorlage 2 - Akzent 5/Akz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Keine Formatvorlage, kein Gitternetz">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50" autoAdjust="0"/>
    <p:restoredTop sz="75270" autoAdjust="0"/>
  </p:normalViewPr>
  <p:slideViewPr>
    <p:cSldViewPr snapToObjects="1">
      <p:cViewPr>
        <p:scale>
          <a:sx n="50" d="100"/>
          <a:sy n="50" d="100"/>
        </p:scale>
        <p:origin x="-3348" y="-1080"/>
      </p:cViewPr>
      <p:guideLst>
        <p:guide orient="horz" pos="142"/>
        <p:guide orient="horz" pos="232"/>
        <p:guide orient="horz" pos="1003"/>
        <p:guide orient="horz" pos="2409"/>
        <p:guide orient="horz" pos="2500"/>
        <p:guide orient="horz" pos="3906"/>
        <p:guide pos="136"/>
        <p:guide pos="839"/>
        <p:guide pos="930"/>
        <p:guide pos="2835"/>
        <p:guide pos="2925"/>
        <p:guide pos="4830"/>
        <p:guide pos="562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Objects="1">
      <p:cViewPr varScale="1">
        <p:scale>
          <a:sx n="56" d="100"/>
          <a:sy n="56" d="100"/>
        </p:scale>
        <p:origin x="-3235" y="-91"/>
      </p:cViewPr>
      <p:guideLst>
        <p:guide orient="horz" pos="3223"/>
        <p:guide orient="horz" pos="184"/>
        <p:guide orient="horz" pos="6285"/>
        <p:guide orient="horz" pos="320"/>
        <p:guide orient="horz" pos="3087"/>
        <p:guide orient="horz" pos="6149"/>
        <p:guide pos="512"/>
        <p:guide pos="4186"/>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commentAuthors" Target="commentAuthor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ags" Target="tags/tag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076363" cy="511731"/>
          </a:xfrm>
          <a:prstGeom prst="rect">
            <a:avLst/>
          </a:prstGeom>
        </p:spPr>
        <p:txBody>
          <a:bodyPr vert="horz" lIns="99048" tIns="49524" rIns="99048" bIns="49524" rtlCol="0"/>
          <a:lstStyle>
            <a:lvl1pPr algn="l" fontAlgn="auto">
              <a:spcBef>
                <a:spcPts val="0"/>
              </a:spcBef>
              <a:spcAft>
                <a:spcPts val="0"/>
              </a:spcAft>
              <a:defRPr sz="1300" dirty="0">
                <a:latin typeface="+mn-lt"/>
              </a:defRPr>
            </a:lvl1pPr>
          </a:lstStyle>
          <a:p>
            <a:pPr>
              <a:defRPr/>
            </a:pPr>
            <a:endParaRPr lang="de-DE" sz="1400">
              <a:latin typeface="Arial" pitchFamily="34" charset="0"/>
              <a:cs typeface="Arial" pitchFamily="34" charset="0"/>
            </a:endParaRPr>
          </a:p>
        </p:txBody>
      </p:sp>
      <p:sp>
        <p:nvSpPr>
          <p:cNvPr id="3" name="Datumsplatzhalter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fontAlgn="auto">
              <a:spcBef>
                <a:spcPts val="0"/>
              </a:spcBef>
              <a:spcAft>
                <a:spcPts val="0"/>
              </a:spcAft>
              <a:defRPr sz="1300" smtClean="0">
                <a:latin typeface="+mn-lt"/>
              </a:defRPr>
            </a:lvl1pPr>
          </a:lstStyle>
          <a:p>
            <a:pPr>
              <a:defRPr/>
            </a:pPr>
            <a:fld id="{49457511-98F6-4644-A4D5-E2E076423C9F}" type="datetimeFigureOut">
              <a:rPr lang="de-DE" sz="1400">
                <a:latin typeface="Arial" pitchFamily="34" charset="0"/>
                <a:cs typeface="Arial" pitchFamily="34" charset="0"/>
              </a:rPr>
              <a:pPr>
                <a:defRPr/>
              </a:pPr>
              <a:t>27.06.2014</a:t>
            </a:fld>
            <a:endParaRPr lang="en-US" sz="1400" dirty="0">
              <a:latin typeface="Arial" pitchFamily="34" charset="0"/>
              <a:cs typeface="Arial" pitchFamily="34" charset="0"/>
            </a:endParaRPr>
          </a:p>
        </p:txBody>
      </p:sp>
      <p:sp>
        <p:nvSpPr>
          <p:cNvPr id="4" name="Fußzeilenplatzhalter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fontAlgn="auto">
              <a:spcBef>
                <a:spcPts val="0"/>
              </a:spcBef>
              <a:spcAft>
                <a:spcPts val="0"/>
              </a:spcAft>
              <a:defRPr sz="1300">
                <a:latin typeface="+mn-lt"/>
              </a:defRPr>
            </a:lvl1pPr>
          </a:lstStyle>
          <a:p>
            <a:pPr>
              <a:defRPr/>
            </a:pPr>
            <a:endParaRPr lang="de-DE" sz="1400" dirty="0">
              <a:latin typeface="Arial" pitchFamily="34" charset="0"/>
              <a:cs typeface="Arial" pitchFamily="34" charset="0"/>
            </a:endParaRPr>
          </a:p>
        </p:txBody>
      </p:sp>
      <p:sp>
        <p:nvSpPr>
          <p:cNvPr id="5" name="Foliennummernplatzhalter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fontAlgn="auto">
              <a:spcBef>
                <a:spcPts val="0"/>
              </a:spcBef>
              <a:spcAft>
                <a:spcPts val="0"/>
              </a:spcAft>
              <a:defRPr sz="1300" smtClean="0">
                <a:latin typeface="+mn-lt"/>
              </a:defRPr>
            </a:lvl1pPr>
          </a:lstStyle>
          <a:p>
            <a:pPr>
              <a:defRPr/>
            </a:pPr>
            <a:fld id="{79B919E8-8E91-4108-9D60-8289B15618B9}" type="slidenum">
              <a:rPr lang="de-DE" sz="1400">
                <a:latin typeface="Arial" pitchFamily="34" charset="0"/>
                <a:cs typeface="Arial" pitchFamily="34" charset="0"/>
              </a:rPr>
              <a:pPr>
                <a:defRPr/>
              </a:pPr>
              <a:t>‹Nr.›</a:t>
            </a:fld>
            <a:endParaRPr lang="en-US" sz="1400">
              <a:latin typeface="Arial" pitchFamily="34" charset="0"/>
              <a:cs typeface="Arial" pitchFamily="34" charset="0"/>
            </a:endParaRPr>
          </a:p>
        </p:txBody>
      </p:sp>
    </p:spTree>
    <p:extLst>
      <p:ext uri="{BB962C8B-B14F-4D97-AF65-F5344CB8AC3E}">
        <p14:creationId xmlns:p14="http://schemas.microsoft.com/office/powerpoint/2010/main" val="36531841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4" name="Folienbildplatzhalter 3"/>
          <p:cNvSpPr>
            <a:spLocks noGrp="1" noRot="1" noChangeAspect="1"/>
          </p:cNvSpPr>
          <p:nvPr>
            <p:ph type="sldImg" idx="2"/>
          </p:nvPr>
        </p:nvSpPr>
        <p:spPr bwMode="gray">
          <a:xfrm>
            <a:off x="812800" y="508000"/>
            <a:ext cx="5832474" cy="4376174"/>
          </a:xfrm>
          <a:prstGeom prst="rect">
            <a:avLst/>
          </a:prstGeom>
          <a:noFill/>
          <a:ln w="12700">
            <a:solidFill>
              <a:prstClr val="black"/>
            </a:solidFill>
          </a:ln>
        </p:spPr>
        <p:txBody>
          <a:bodyPr vert="horz" lIns="99048" tIns="49524" rIns="99048" bIns="49524" rtlCol="0" anchor="ctr"/>
          <a:lstStyle/>
          <a:p>
            <a:pPr lvl="0"/>
            <a:endParaRPr lang="de-DE" noProof="0"/>
          </a:p>
        </p:txBody>
      </p:sp>
      <p:sp>
        <p:nvSpPr>
          <p:cNvPr id="5" name="Notizenplatzhalter 4"/>
          <p:cNvSpPr>
            <a:spLocks noGrp="1"/>
          </p:cNvSpPr>
          <p:nvPr>
            <p:ph type="body" sz="quarter" idx="3"/>
          </p:nvPr>
        </p:nvSpPr>
        <p:spPr bwMode="gray">
          <a:xfrm>
            <a:off x="812799" y="5116514"/>
            <a:ext cx="5832475" cy="4618808"/>
          </a:xfrm>
          <a:prstGeom prst="rect">
            <a:avLst/>
          </a:prstGeom>
        </p:spPr>
        <p:txBody>
          <a:bodyPr vert="horz" lIns="0" tIns="0" rIns="0" bIns="0" rtlCol="0">
            <a:noAutofit/>
          </a:bodyPr>
          <a:lstStyle/>
          <a:p>
            <a:pPr lvl="0"/>
            <a:r>
              <a:rPr lang="de-DE" noProof="0" dirty="0" smtClean="0"/>
              <a:t>Textmasterformate durch Klicken bearbeiten</a:t>
            </a:r>
          </a:p>
          <a:p>
            <a:pPr lvl="1"/>
            <a:r>
              <a:rPr lang="de-DE" noProof="0" dirty="0" smtClean="0"/>
              <a:t>Zweite Ebene</a:t>
            </a:r>
          </a:p>
          <a:p>
            <a:pPr lvl="2"/>
            <a:r>
              <a:rPr lang="de-DE" noProof="0" dirty="0" smtClean="0"/>
              <a:t>Dritte Ebene</a:t>
            </a:r>
          </a:p>
          <a:p>
            <a:pPr lvl="3"/>
            <a:r>
              <a:rPr lang="de-DE" noProof="0" dirty="0" smtClean="0"/>
              <a:t>Vierte Ebene</a:t>
            </a:r>
          </a:p>
          <a:p>
            <a:pPr lvl="4"/>
            <a:r>
              <a:rPr lang="de-DE" noProof="0" dirty="0" smtClean="0"/>
              <a:t>Fünfte Ebene</a:t>
            </a:r>
            <a:endParaRPr lang="de-DE" noProof="0" dirty="0"/>
          </a:p>
        </p:txBody>
      </p:sp>
      <p:sp>
        <p:nvSpPr>
          <p:cNvPr id="7" name="Foliennummernplatzhalter 6"/>
          <p:cNvSpPr>
            <a:spLocks noGrp="1"/>
          </p:cNvSpPr>
          <p:nvPr>
            <p:ph type="sldNum" sz="quarter" idx="5"/>
          </p:nvPr>
        </p:nvSpPr>
        <p:spPr bwMode="gray">
          <a:xfrm>
            <a:off x="3549650" y="9752012"/>
            <a:ext cx="3095625" cy="201613"/>
          </a:xfrm>
          <a:prstGeom prst="rect">
            <a:avLst/>
          </a:prstGeom>
        </p:spPr>
        <p:txBody>
          <a:bodyPr vert="horz" lIns="0" tIns="0" rIns="0" bIns="0" rtlCol="0" anchor="b"/>
          <a:lstStyle>
            <a:lvl1pPr algn="r" fontAlgn="auto">
              <a:spcBef>
                <a:spcPts val="0"/>
              </a:spcBef>
              <a:spcAft>
                <a:spcPts val="0"/>
              </a:spcAft>
              <a:defRPr sz="1400" smtClean="0">
                <a:latin typeface="Arial" pitchFamily="34" charset="0"/>
                <a:cs typeface="Arial" pitchFamily="34" charset="0"/>
              </a:defRPr>
            </a:lvl1pPr>
          </a:lstStyle>
          <a:p>
            <a:pPr>
              <a:defRPr/>
            </a:pPr>
            <a:fld id="{62C94D84-64B6-468D-94D0-1D5825FA0C1D}" type="slidenum">
              <a:rPr lang="de-DE" smtClean="0"/>
              <a:pPr>
                <a:defRPr/>
              </a:pPr>
              <a:t>‹Nr.›</a:t>
            </a:fld>
            <a:endParaRPr lang="en-US" dirty="0"/>
          </a:p>
        </p:txBody>
      </p:sp>
    </p:spTree>
    <p:extLst>
      <p:ext uri="{BB962C8B-B14F-4D97-AF65-F5344CB8AC3E}">
        <p14:creationId xmlns:p14="http://schemas.microsoft.com/office/powerpoint/2010/main" val="2361612415"/>
      </p:ext>
    </p:extLst>
  </p:cSld>
  <p:clrMap bg1="lt1" tx1="dk1" bg2="lt2" tx2="dk2" accent1="accent1" accent2="accent2" accent3="accent3" accent4="accent4" accent5="accent5" accent6="accent6" hlink="hlink" folHlink="folHlink"/>
  <p:notesStyle>
    <a:lvl1pPr marL="174625" indent="-174625" algn="l" rtl="0" fontAlgn="base">
      <a:lnSpc>
        <a:spcPct val="110000"/>
      </a:lnSpc>
      <a:spcBef>
        <a:spcPts val="960"/>
      </a:spcBef>
      <a:spcAft>
        <a:spcPct val="0"/>
      </a:spcAft>
      <a:buFont typeface="Arial" pitchFamily="34" charset="0"/>
      <a:buChar char="•"/>
      <a:defRPr sz="1400" kern="1200">
        <a:solidFill>
          <a:schemeClr val="tx1"/>
        </a:solidFill>
        <a:latin typeface="Arial" pitchFamily="34" charset="0"/>
        <a:ea typeface="+mn-ea"/>
        <a:cs typeface="Arial" pitchFamily="34" charset="0"/>
      </a:defRPr>
    </a:lvl1pPr>
    <a:lvl2pPr marL="355600" indent="-180975" algn="l" rtl="0" fontAlgn="base">
      <a:lnSpc>
        <a:spcPct val="110000"/>
      </a:lnSpc>
      <a:spcBef>
        <a:spcPts val="960"/>
      </a:spcBef>
      <a:spcAft>
        <a:spcPct val="0"/>
      </a:spcAft>
      <a:buFont typeface="Arial" pitchFamily="34" charset="0"/>
      <a:buChar char="•"/>
      <a:defRPr sz="1400" kern="1200">
        <a:solidFill>
          <a:schemeClr val="tx1"/>
        </a:solidFill>
        <a:latin typeface="Arial" pitchFamily="34" charset="0"/>
        <a:ea typeface="+mn-ea"/>
        <a:cs typeface="Arial" pitchFamily="34" charset="0"/>
      </a:defRPr>
    </a:lvl2pPr>
    <a:lvl3pPr marL="533400" indent="-177800" algn="l" rtl="0" fontAlgn="base">
      <a:lnSpc>
        <a:spcPct val="110000"/>
      </a:lnSpc>
      <a:spcBef>
        <a:spcPts val="960"/>
      </a:spcBef>
      <a:spcAft>
        <a:spcPct val="0"/>
      </a:spcAft>
      <a:buFont typeface="Arial" pitchFamily="34" charset="0"/>
      <a:buChar char="•"/>
      <a:defRPr sz="1400" kern="1200">
        <a:solidFill>
          <a:schemeClr val="tx1"/>
        </a:solidFill>
        <a:latin typeface="Arial" pitchFamily="34" charset="0"/>
        <a:ea typeface="+mn-ea"/>
        <a:cs typeface="Arial" pitchFamily="34" charset="0"/>
      </a:defRPr>
    </a:lvl3pPr>
    <a:lvl4pPr marL="723900" indent="-190500" algn="l" rtl="0" fontAlgn="base">
      <a:lnSpc>
        <a:spcPct val="110000"/>
      </a:lnSpc>
      <a:spcBef>
        <a:spcPts val="960"/>
      </a:spcBef>
      <a:spcAft>
        <a:spcPct val="0"/>
      </a:spcAft>
      <a:buFont typeface="Arial" pitchFamily="34" charset="0"/>
      <a:buChar char="•"/>
      <a:defRPr sz="1400" kern="1200">
        <a:solidFill>
          <a:schemeClr val="tx1"/>
        </a:solidFill>
        <a:latin typeface="Arial" pitchFamily="34" charset="0"/>
        <a:ea typeface="+mn-ea"/>
        <a:cs typeface="Arial" pitchFamily="34" charset="0"/>
      </a:defRPr>
    </a:lvl4pPr>
    <a:lvl5pPr marL="901700" indent="-177800" algn="l" rtl="0" fontAlgn="base">
      <a:lnSpc>
        <a:spcPct val="110000"/>
      </a:lnSpc>
      <a:spcBef>
        <a:spcPts val="960"/>
      </a:spcBef>
      <a:spcAft>
        <a:spcPct val="0"/>
      </a:spcAft>
      <a:buFont typeface="Arial" pitchFamily="34" charset="0"/>
      <a:buChar char="•"/>
      <a:defRPr sz="14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bwMode="gray"/>
        <p:txBody>
          <a:bodyPr/>
          <a:lstStyle/>
          <a:p>
            <a:fld id="{3F4AEABA-99FF-4842-8078-A06F08EDF061}" type="slidenum">
              <a:rPr lang="en-US" smtClean="0"/>
              <a:pPr/>
              <a:t>1</a:t>
            </a:fld>
            <a:endParaRPr lang="en-US"/>
          </a:p>
        </p:txBody>
      </p:sp>
      <p:sp>
        <p:nvSpPr>
          <p:cNvPr id="2439171" name="Rectangle 3"/>
          <p:cNvSpPr>
            <a:spLocks noGrp="1" noChangeArrowheads="1"/>
          </p:cNvSpPr>
          <p:nvPr>
            <p:ph type="body" idx="1"/>
          </p:nvPr>
        </p:nvSpPr>
        <p:spPr bwMode="gray"/>
        <p:txBody>
          <a:bodyPr>
            <a:normAutofit/>
          </a:bodyPr>
          <a:lstStyle/>
          <a:p>
            <a:pPr marL="0" indent="0">
              <a:buNone/>
            </a:pPr>
            <a:r>
              <a:rPr dirty="0" smtClean="0"/>
              <a:t>Welcome to the ABB eLearning program for Basics in Continuous Gas Analysis. This course module will familiarize you with some of the issues that are important to the analyzers in operation, particularly when calibrating using test gases. If you need assistance in navigating this module, click the help button at any time. To view the speaker notes, select the speaker notes button in the lower right. Also, if you like, you can download a printable version of the presentation by clicking the “Attachments” button. And now: Enjoy the course!</a:t>
            </a:r>
            <a:endParaRPr lang="en-US" dirty="0"/>
          </a:p>
        </p:txBody>
      </p:sp>
      <p:sp>
        <p:nvSpPr>
          <p:cNvPr id="8" name="Folienbildplatzhalter 7"/>
          <p:cNvSpPr>
            <a:spLocks noGrp="1" noRot="1" noChangeAspect="1"/>
          </p:cNvSpPr>
          <p:nvPr>
            <p:ph type="sldImg"/>
          </p:nvPr>
        </p:nvSpPr>
        <p:spPr bwMode="gray">
          <a:xfrm>
            <a:off x="811213" y="508000"/>
            <a:ext cx="5835650" cy="4376738"/>
          </a:xfr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42B4E6E-2FFC-43B3-A0CF-C5E225C9046B}" type="slidenum">
              <a:rPr lang="en-US" smtClean="0"/>
              <a:pPr/>
              <a:t>2</a:t>
            </a:fld>
            <a:endParaRPr lang="en-US"/>
          </a:p>
        </p:txBody>
      </p:sp>
      <p:sp>
        <p:nvSpPr>
          <p:cNvPr id="2400259" name="Rectangle 3"/>
          <p:cNvSpPr>
            <a:spLocks noGrp="1" noChangeArrowheads="1"/>
          </p:cNvSpPr>
          <p:nvPr>
            <p:ph type="body" idx="1"/>
          </p:nvPr>
        </p:nvSpPr>
        <p:spPr/>
        <p:txBody>
          <a:bodyPr>
            <a:normAutofit/>
          </a:bodyPr>
          <a:lstStyle/>
          <a:p>
            <a:pPr marL="0" indent="0">
              <a:buNone/>
            </a:pPr>
            <a:r>
              <a:rPr lang="de-DE" b="1" dirty="0" smtClean="0"/>
              <a:t>After completing</a:t>
            </a:r>
            <a:r>
              <a:rPr dirty="0" smtClean="0"/>
              <a:t> </a:t>
            </a:r>
            <a:r>
              <a:rPr lang="de-DE" b="1" dirty="0" smtClean="0"/>
              <a:t>this</a:t>
            </a:r>
            <a:r>
              <a:rPr dirty="0" smtClean="0"/>
              <a:t> </a:t>
            </a:r>
            <a:r>
              <a:rPr lang="de-DE" b="1" dirty="0" smtClean="0"/>
              <a:t>module, you will be</a:t>
            </a:r>
            <a:r>
              <a:rPr dirty="0" smtClean="0"/>
              <a:t> </a:t>
            </a:r>
            <a:r>
              <a:rPr lang="de-DE" b="1" dirty="0" smtClean="0"/>
              <a:t>able</a:t>
            </a:r>
            <a:r>
              <a:rPr dirty="0" smtClean="0"/>
              <a:t> </a:t>
            </a:r>
            <a:r>
              <a:rPr lang="de-DE" b="1" dirty="0" smtClean="0"/>
              <a:t>to</a:t>
            </a:r>
            <a:r>
              <a:rPr dirty="0" smtClean="0"/>
              <a:t> </a:t>
            </a:r>
          </a:p>
          <a:p>
            <a:pPr marL="0" indent="0">
              <a:buNone/>
            </a:pPr>
            <a:r>
              <a:rPr lang="de-DE" b="0" dirty="0" smtClean="0"/>
              <a:t>understand</a:t>
            </a:r>
            <a:r>
              <a:rPr dirty="0" smtClean="0"/>
              <a:t> </a:t>
            </a:r>
            <a:r>
              <a:rPr lang="de-DE" b="0" dirty="0" smtClean="0"/>
              <a:t>why</a:t>
            </a:r>
            <a:r>
              <a:rPr dirty="0" smtClean="0"/>
              <a:t> </a:t>
            </a:r>
            <a:r>
              <a:rPr lang="de-DE" b="0" dirty="0" smtClean="0"/>
              <a:t>our</a:t>
            </a:r>
            <a:r>
              <a:rPr dirty="0" smtClean="0"/>
              <a:t> </a:t>
            </a:r>
            <a:r>
              <a:rPr lang="de-DE" b="0" dirty="0" smtClean="0"/>
              <a:t>analyzers</a:t>
            </a:r>
            <a:r>
              <a:rPr dirty="0" smtClean="0"/>
              <a:t> </a:t>
            </a:r>
            <a:r>
              <a:rPr lang="de-DE" b="0" dirty="0" smtClean="0"/>
              <a:t>need</a:t>
            </a:r>
            <a:r>
              <a:rPr dirty="0" smtClean="0"/>
              <a:t> </a:t>
            </a:r>
            <a:r>
              <a:rPr lang="de-DE" b="0" dirty="0" smtClean="0"/>
              <a:t>test gases</a:t>
            </a:r>
            <a:r>
              <a:rPr dirty="0" smtClean="0"/>
              <a:t> </a:t>
            </a:r>
            <a:r>
              <a:rPr lang="de-DE" b="0" baseline="0" dirty="0" smtClean="0"/>
              <a:t>and</a:t>
            </a:r>
            <a:r>
              <a:rPr dirty="0" smtClean="0"/>
              <a:t> </a:t>
            </a:r>
            <a:r>
              <a:rPr lang="de-DE" b="0" dirty="0" smtClean="0"/>
              <a:t>which</a:t>
            </a:r>
            <a:r>
              <a:rPr dirty="0" smtClean="0"/>
              <a:t> </a:t>
            </a:r>
            <a:r>
              <a:rPr lang="de-DE" b="0" dirty="0" smtClean="0"/>
              <a:t>test gases they</a:t>
            </a:r>
            <a:r>
              <a:rPr dirty="0" smtClean="0"/>
              <a:t> </a:t>
            </a:r>
            <a:r>
              <a:rPr lang="de-DE" b="0" dirty="0" smtClean="0"/>
              <a:t>need.</a:t>
            </a:r>
          </a:p>
          <a:p>
            <a:pPr marL="0" indent="0">
              <a:buNone/>
            </a:pPr>
            <a:r>
              <a:rPr lang="de-DE" b="0" dirty="0" smtClean="0"/>
              <a:t>You will understand</a:t>
            </a:r>
            <a:r>
              <a:rPr dirty="0" smtClean="0"/>
              <a:t> </a:t>
            </a:r>
            <a:r>
              <a:rPr lang="de-DE" b="0" baseline="0" dirty="0" smtClean="0"/>
              <a:t>what</a:t>
            </a:r>
            <a:r>
              <a:rPr dirty="0" smtClean="0"/>
              <a:t> </a:t>
            </a:r>
            <a:r>
              <a:rPr lang="de-DE" b="0" baseline="0" dirty="0" smtClean="0"/>
              <a:t>"calibration" means</a:t>
            </a:r>
            <a:endParaRPr lang="en-US" b="0" dirty="0" smtClean="0"/>
          </a:p>
          <a:p>
            <a:pPr marL="0" indent="0">
              <a:buNone/>
            </a:pPr>
            <a:endParaRPr lang="en-US" dirty="0" smtClean="0"/>
          </a:p>
          <a:p>
            <a:pPr marL="0" indent="0">
              <a:buNone/>
            </a:pPr>
            <a:endParaRPr lang="en-US" dirty="0"/>
          </a:p>
        </p:txBody>
      </p:sp>
      <p:sp>
        <p:nvSpPr>
          <p:cNvPr id="8" name="Folienbildplatzhalter 7"/>
          <p:cNvSpPr>
            <a:spLocks noGrp="1" noRot="1" noChangeAspect="1"/>
          </p:cNvSpPr>
          <p:nvPr>
            <p:ph type="sldImg"/>
          </p:nvPr>
        </p:nvSpPr>
        <p:spPr>
          <a:xfrm>
            <a:off x="811213" y="508000"/>
            <a:ext cx="5835650" cy="4376738"/>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Folienbildplatzhalter 1"/>
          <p:cNvSpPr>
            <a:spLocks noGrp="1" noRot="1" noChangeAspect="1" noTextEdit="1"/>
          </p:cNvSpPr>
          <p:nvPr>
            <p:ph type="sldImg"/>
          </p:nvPr>
        </p:nvSpPr>
        <p:spPr>
          <a:xfrm>
            <a:off x="811213" y="508000"/>
            <a:ext cx="5835650" cy="4376738"/>
          </a:xfrm>
          <a:ln/>
        </p:spPr>
      </p:sp>
      <p:sp>
        <p:nvSpPr>
          <p:cNvPr id="100355" name="Notizenplatzhalter 2"/>
          <p:cNvSpPr>
            <a:spLocks noGrp="1"/>
          </p:cNvSpPr>
          <p:nvPr>
            <p:ph type="body" idx="1"/>
          </p:nvPr>
        </p:nvSpPr>
        <p:spPr>
          <a:noFill/>
        </p:spPr>
        <p:txBody>
          <a:bodyPr/>
          <a:lstStyle/>
          <a:p>
            <a:pPr marL="0" indent="0">
              <a:buNone/>
            </a:pPr>
            <a:r>
              <a:rPr lang="en-US" altLang="en-US" dirty="0" smtClean="0"/>
              <a:t>An analyzer and a sampling system </a:t>
            </a:r>
          </a:p>
          <a:p>
            <a:pPr marL="0" indent="0">
              <a:buNone/>
            </a:pPr>
            <a:r>
              <a:rPr lang="en-US" altLang="en-US" dirty="0" smtClean="0"/>
              <a:t>have to be installed, put into operation and maintained.</a:t>
            </a:r>
          </a:p>
          <a:p>
            <a:pPr marL="0" indent="0">
              <a:buNone/>
            </a:pPr>
            <a:r>
              <a:rPr lang="en-US" altLang="en-US" dirty="0" smtClean="0"/>
              <a:t>The need for maintenance depends on the application, but a periodic check or re-adjustment of the zero point and / or the sensitivity is required.</a:t>
            </a:r>
          </a:p>
          <a:p>
            <a:pPr marL="0" indent="0">
              <a:buNone/>
            </a:pPr>
            <a:r>
              <a:rPr lang="en-US" altLang="en-US" dirty="0" smtClean="0"/>
              <a:t>For these checks / validation / adjustments test gases are required. </a:t>
            </a:r>
          </a:p>
          <a:p>
            <a:pPr marL="0" indent="0">
              <a:buNone/>
            </a:pPr>
            <a:r>
              <a:rPr lang="en-US" altLang="en-US" dirty="0" smtClean="0"/>
              <a:t>In general, the zero point must be checked with a gas that is free of measurement components. This is our </a:t>
            </a:r>
            <a:r>
              <a:rPr lang="en-US" altLang="en-US" b="1" dirty="0" smtClean="0"/>
              <a:t>ZERO-GAS.</a:t>
            </a:r>
          </a:p>
          <a:p>
            <a:pPr marL="0" indent="0">
              <a:buNone/>
            </a:pPr>
            <a:r>
              <a:rPr lang="en-US" altLang="en-US" dirty="0" smtClean="0"/>
              <a:t>Typical </a:t>
            </a:r>
            <a:r>
              <a:rPr lang="en-US" altLang="en-US" b="1" dirty="0" smtClean="0"/>
              <a:t>zero gases </a:t>
            </a:r>
            <a:r>
              <a:rPr lang="en-US" altLang="en-US" dirty="0" smtClean="0"/>
              <a:t>are N</a:t>
            </a:r>
            <a:r>
              <a:rPr lang="en-US" altLang="en-US" baseline="-25000" dirty="0" smtClean="0"/>
              <a:t>2</a:t>
            </a:r>
            <a:r>
              <a:rPr lang="en-US" altLang="en-US" dirty="0" smtClean="0"/>
              <a:t>, synthetic air and ambient air</a:t>
            </a:r>
          </a:p>
          <a:p>
            <a:pPr marL="0" indent="0">
              <a:buNone/>
            </a:pPr>
            <a:r>
              <a:rPr lang="en-US" altLang="en-US" dirty="0" smtClean="0"/>
              <a:t>To check the sensitivity, we need a suitable </a:t>
            </a:r>
            <a:r>
              <a:rPr lang="en-US" altLang="en-US" b="1" dirty="0" smtClean="0"/>
              <a:t>span gas </a:t>
            </a:r>
            <a:r>
              <a:rPr lang="en-US" altLang="en-US" dirty="0" smtClean="0"/>
              <a:t>(test gas) </a:t>
            </a:r>
          </a:p>
          <a:p>
            <a:pPr marL="0" indent="0">
              <a:buNone/>
            </a:pPr>
            <a:endParaRPr lang="en-US" altLang="en-US" dirty="0" smtClean="0"/>
          </a:p>
        </p:txBody>
      </p:sp>
      <p:sp>
        <p:nvSpPr>
          <p:cNvPr id="100356" name="Foliennummernplatzhalter 3"/>
          <p:cNvSpPr>
            <a:spLocks noGrp="1"/>
          </p:cNvSpPr>
          <p:nvPr>
            <p:ph type="sldNum" sz="quarter" idx="5"/>
          </p:nvPr>
        </p:nvSpPr>
        <p:spPr>
          <a:noFill/>
        </p:spPr>
        <p:txBody>
          <a:bodyPr/>
          <a:lstStyle>
            <a:lvl1pPr defTabSz="1014413" eaLnBrk="0" hangingPunct="0">
              <a:defRPr>
                <a:solidFill>
                  <a:srgbClr val="000000"/>
                </a:solidFill>
                <a:latin typeface="Arial" charset="0"/>
              </a:defRPr>
            </a:lvl1pPr>
            <a:lvl2pPr marL="742950" indent="-285750" defTabSz="1014413" eaLnBrk="0" hangingPunct="0">
              <a:defRPr>
                <a:solidFill>
                  <a:srgbClr val="000000"/>
                </a:solidFill>
                <a:latin typeface="Arial" charset="0"/>
              </a:defRPr>
            </a:lvl2pPr>
            <a:lvl3pPr marL="1143000" indent="-228600" defTabSz="1014413" eaLnBrk="0" hangingPunct="0">
              <a:defRPr>
                <a:solidFill>
                  <a:srgbClr val="000000"/>
                </a:solidFill>
                <a:latin typeface="Arial" charset="0"/>
              </a:defRPr>
            </a:lvl3pPr>
            <a:lvl4pPr marL="1600200" indent="-228600" defTabSz="1014413" eaLnBrk="0" hangingPunct="0">
              <a:defRPr>
                <a:solidFill>
                  <a:srgbClr val="000000"/>
                </a:solidFill>
                <a:latin typeface="Arial" charset="0"/>
              </a:defRPr>
            </a:lvl4pPr>
            <a:lvl5pPr marL="2057400" indent="-228600" defTabSz="1014413" eaLnBrk="0" hangingPunct="0">
              <a:defRPr>
                <a:solidFill>
                  <a:srgbClr val="000000"/>
                </a:solidFill>
                <a:latin typeface="Arial" charset="0"/>
              </a:defRPr>
            </a:lvl5pPr>
            <a:lvl6pPr marL="25146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eaLnBrk="1" hangingPunct="1"/>
            <a:fld id="{D60784F2-77CB-4D1B-93CF-62F2BD2CEF49}" type="slidenum">
              <a:rPr lang="de-CH" altLang="en-US" smtClean="0">
                <a:solidFill>
                  <a:schemeClr val="tx1"/>
                </a:solidFill>
              </a:rPr>
              <a:pPr eaLnBrk="1" hangingPunct="1"/>
              <a:t>3</a:t>
            </a:fld>
            <a:endParaRPr lang="en-US" altLang="en-US" smtClean="0">
              <a:solidFill>
                <a:schemeClr val="tx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Notizenplatzhalter 2"/>
          <p:cNvSpPr>
            <a:spLocks noGrp="1"/>
          </p:cNvSpPr>
          <p:nvPr>
            <p:ph type="body" idx="1"/>
          </p:nvPr>
        </p:nvSpPr>
        <p:spPr/>
        <p:txBody>
          <a:bodyPr/>
          <a:lstStyle/>
          <a:p>
            <a:pPr marL="0" indent="0">
              <a:buNone/>
            </a:pPr>
            <a:r>
              <a:rPr lang="en-US" altLang="en-US" dirty="0" smtClean="0"/>
              <a:t>An important issue for an analyzer system </a:t>
            </a:r>
          </a:p>
          <a:p>
            <a:pPr marL="0" indent="0">
              <a:buNone/>
            </a:pPr>
            <a:r>
              <a:rPr lang="en-US" altLang="en-US" dirty="0" smtClean="0"/>
              <a:t>is the regular adjustment (calibration) or validation with test gases.</a:t>
            </a:r>
          </a:p>
          <a:p>
            <a:pPr marL="0" indent="0">
              <a:buNone/>
            </a:pPr>
            <a:r>
              <a:rPr lang="en-US" altLang="en-US" dirty="0" smtClean="0"/>
              <a:t>The certified test gases are used as a reference for our gas analyzers.</a:t>
            </a:r>
          </a:p>
          <a:p>
            <a:pPr marL="0" indent="0">
              <a:buNone/>
            </a:pPr>
            <a:r>
              <a:rPr lang="en-US" altLang="en-US" dirty="0" smtClean="0"/>
              <a:t>A periodic adjustment compensates any altering effects in the analyzer system. Therefore, we need the option of injecting test gases anywhere in the sampling system.</a:t>
            </a:r>
          </a:p>
          <a:p>
            <a:pPr marL="0" indent="0">
              <a:buNone/>
            </a:pPr>
            <a:r>
              <a:rPr lang="en-US" altLang="en-US" dirty="0" smtClean="0"/>
              <a:t>Typically, we inject test gases at the probe (heated filter) or before the cooler or directly into the analyzer. </a:t>
            </a:r>
          </a:p>
          <a:p>
            <a:pPr marL="0" indent="0">
              <a:buNone/>
            </a:pPr>
            <a:r>
              <a:rPr lang="en-US" altLang="en-US" dirty="0" smtClean="0"/>
              <a:t>The test gases that are used depend on the individual analyzer configuration.</a:t>
            </a:r>
          </a:p>
          <a:p>
            <a:pPr marL="0" indent="0">
              <a:buNone/>
            </a:pPr>
            <a:r>
              <a:rPr lang="en-US" altLang="en-US" dirty="0" smtClean="0"/>
              <a:t>Typically, we need zero- and span gases.</a:t>
            </a:r>
          </a:p>
          <a:p>
            <a:pPr marL="0" indent="0">
              <a:buNone/>
            </a:pPr>
            <a:r>
              <a:rPr lang="en-US" altLang="en-US" dirty="0" smtClean="0"/>
              <a:t>The quality of the test gases is important for the accuracy of the measurement. The reference must always be better than the expected accuracy. </a:t>
            </a:r>
          </a:p>
          <a:p>
            <a:pPr marL="0" indent="0">
              <a:buNone/>
            </a:pPr>
            <a:endParaRPr lang="en-US" altLang="en-US" dirty="0" smtClean="0"/>
          </a:p>
        </p:txBody>
      </p:sp>
      <p:sp>
        <p:nvSpPr>
          <p:cNvPr id="101380" name="Foliennummernplatzhalter 3"/>
          <p:cNvSpPr>
            <a:spLocks noGrp="1"/>
          </p:cNvSpPr>
          <p:nvPr>
            <p:ph type="sldNum" sz="quarter" idx="5"/>
          </p:nvPr>
        </p:nvSpPr>
        <p:spPr/>
        <p:txBody>
          <a:bodyPr/>
          <a:lstStyle>
            <a:lvl1pPr defTabSz="1014413" eaLnBrk="0" hangingPunct="0">
              <a:defRPr>
                <a:solidFill>
                  <a:srgbClr val="000000"/>
                </a:solidFill>
                <a:latin typeface="Arial" charset="0"/>
              </a:defRPr>
            </a:lvl1pPr>
            <a:lvl2pPr marL="742950" indent="-285750" defTabSz="1014413" eaLnBrk="0" hangingPunct="0">
              <a:defRPr>
                <a:solidFill>
                  <a:srgbClr val="000000"/>
                </a:solidFill>
                <a:latin typeface="Arial" charset="0"/>
              </a:defRPr>
            </a:lvl2pPr>
            <a:lvl3pPr marL="1143000" indent="-228600" defTabSz="1014413" eaLnBrk="0" hangingPunct="0">
              <a:defRPr>
                <a:solidFill>
                  <a:srgbClr val="000000"/>
                </a:solidFill>
                <a:latin typeface="Arial" charset="0"/>
              </a:defRPr>
            </a:lvl3pPr>
            <a:lvl4pPr marL="1600200" indent="-228600" defTabSz="1014413" eaLnBrk="0" hangingPunct="0">
              <a:defRPr>
                <a:solidFill>
                  <a:srgbClr val="000000"/>
                </a:solidFill>
                <a:latin typeface="Arial" charset="0"/>
              </a:defRPr>
            </a:lvl4pPr>
            <a:lvl5pPr marL="2057400" indent="-228600" defTabSz="1014413" eaLnBrk="0" hangingPunct="0">
              <a:defRPr>
                <a:solidFill>
                  <a:srgbClr val="000000"/>
                </a:solidFill>
                <a:latin typeface="Arial" charset="0"/>
              </a:defRPr>
            </a:lvl5pPr>
            <a:lvl6pPr marL="25146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fld id="{ACD22D4E-0EC4-4B0A-9916-E625359BAC23}" type="slidenum">
              <a:rPr lang="de-CH" altLang="en-US" smtClean="0"/>
              <a:pPr/>
              <a:t>4</a:t>
            </a:fld>
            <a:endParaRPr lang="en-US" altLang="en-US" smtClean="0"/>
          </a:p>
        </p:txBody>
      </p:sp>
      <p:sp>
        <p:nvSpPr>
          <p:cNvPr id="4" name="Slide Image Placeholder 3"/>
          <p:cNvSpPr>
            <a:spLocks noGrp="1" noRot="1" noChangeAspect="1"/>
          </p:cNvSpPr>
          <p:nvPr>
            <p:ph type="sldImg"/>
          </p:nvPr>
        </p:nvSpPr>
        <p:spPr>
          <a:xfrm>
            <a:off x="811213" y="508000"/>
            <a:ext cx="5835650" cy="4376738"/>
          </a:xfr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Notizenplatzhalter 2"/>
          <p:cNvSpPr>
            <a:spLocks noGrp="1"/>
          </p:cNvSpPr>
          <p:nvPr>
            <p:ph type="body" idx="1"/>
          </p:nvPr>
        </p:nvSpPr>
        <p:spPr/>
        <p:txBody>
          <a:bodyPr/>
          <a:lstStyle/>
          <a:p>
            <a:pPr marL="0" indent="0">
              <a:buNone/>
            </a:pPr>
            <a:r>
              <a:rPr dirty="0" smtClean="0"/>
              <a:t>A zero-gas must be free of measurement components.</a:t>
            </a:r>
          </a:p>
          <a:p>
            <a:pPr marL="0" indent="0">
              <a:buNone/>
            </a:pPr>
            <a:r>
              <a:rPr dirty="0" smtClean="0"/>
              <a:t>Nitrogen (N</a:t>
            </a:r>
            <a:r>
              <a:rPr baseline="-25000" dirty="0" smtClean="0"/>
              <a:t>2</a:t>
            </a:r>
            <a:r>
              <a:rPr dirty="0" smtClean="0"/>
              <a:t>) is the most typical zero gas. It is available in different qualities. </a:t>
            </a:r>
          </a:p>
          <a:p>
            <a:pPr marL="0" indent="0">
              <a:buNone/>
            </a:pPr>
            <a:r>
              <a:rPr dirty="0" smtClean="0"/>
              <a:t>The quality is expressed by a number:</a:t>
            </a:r>
          </a:p>
          <a:p>
            <a:pPr marL="0" indent="0">
              <a:buNone/>
            </a:pPr>
            <a:r>
              <a:rPr dirty="0" smtClean="0"/>
              <a:t>N</a:t>
            </a:r>
            <a:r>
              <a:rPr baseline="-25000" dirty="0" smtClean="0"/>
              <a:t>2</a:t>
            </a:r>
            <a:r>
              <a:rPr dirty="0" smtClean="0"/>
              <a:t> 5.0 means 99.99</a:t>
            </a:r>
            <a:r>
              <a:rPr lang="de-DE" dirty="0" smtClean="0"/>
              <a:t>9 </a:t>
            </a:r>
            <a:r>
              <a:rPr dirty="0" err="1" smtClean="0"/>
              <a:t>Vol</a:t>
            </a:r>
            <a:r>
              <a:rPr dirty="0" smtClean="0"/>
              <a:t>% purity </a:t>
            </a:r>
            <a:r>
              <a:rPr lang="en-US" baseline="0" dirty="0" smtClean="0">
                <a:sym typeface="Wingdings" panose="05000000000000000000" pitchFamily="2" charset="2"/>
              </a:rPr>
              <a:t> or </a:t>
            </a:r>
            <a:r>
              <a:rPr dirty="0" smtClean="0"/>
              <a:t>10 ppm impurities. e.g.</a:t>
            </a:r>
          </a:p>
          <a:p>
            <a:pPr marL="0" indent="0">
              <a:buNone/>
            </a:pPr>
            <a:r>
              <a:rPr dirty="0" smtClean="0"/>
              <a:t>O</a:t>
            </a:r>
            <a:r>
              <a:rPr baseline="-25000" dirty="0" smtClean="0"/>
              <a:t>2</a:t>
            </a:r>
            <a:r>
              <a:rPr dirty="0" smtClean="0"/>
              <a:t> &lt; 3 ppm</a:t>
            </a:r>
          </a:p>
          <a:p>
            <a:pPr marL="0" indent="0">
              <a:buNone/>
            </a:pPr>
            <a:r>
              <a:rPr lang="de-DE" dirty="0" smtClean="0"/>
              <a:t>H</a:t>
            </a:r>
            <a:r>
              <a:rPr lang="de-DE" baseline="-25000" dirty="0" smtClean="0"/>
              <a:t>2</a:t>
            </a:r>
            <a:r>
              <a:rPr lang="de-DE" dirty="0" smtClean="0"/>
              <a:t>O</a:t>
            </a:r>
            <a:r>
              <a:rPr dirty="0" smtClean="0"/>
              <a:t> &lt; 5 ppm</a:t>
            </a:r>
          </a:p>
          <a:p>
            <a:pPr marL="0" indent="0">
              <a:buNone/>
            </a:pPr>
            <a:r>
              <a:rPr dirty="0" smtClean="0"/>
              <a:t>TC &lt; 0.2 ppm</a:t>
            </a:r>
          </a:p>
          <a:p>
            <a:pPr marL="0" indent="0">
              <a:buNone/>
            </a:pPr>
            <a:r>
              <a:rPr dirty="0" smtClean="0"/>
              <a:t>N</a:t>
            </a:r>
            <a:r>
              <a:rPr baseline="-25000" dirty="0" smtClean="0"/>
              <a:t>2</a:t>
            </a:r>
            <a:r>
              <a:rPr dirty="0" smtClean="0"/>
              <a:t> 4.0 means 99.99 </a:t>
            </a:r>
            <a:r>
              <a:rPr dirty="0" err="1" smtClean="0"/>
              <a:t>Vol</a:t>
            </a:r>
            <a:r>
              <a:rPr dirty="0" smtClean="0"/>
              <a:t>%</a:t>
            </a:r>
            <a:r>
              <a:rPr lang="de-DE" baseline="0" dirty="0" smtClean="0"/>
              <a:t> </a:t>
            </a:r>
            <a:r>
              <a:rPr lang="de-DE" baseline="0" dirty="0" err="1" smtClean="0"/>
              <a:t>or</a:t>
            </a:r>
            <a:r>
              <a:rPr lang="en-US" dirty="0" smtClean="0">
                <a:sym typeface="Wingdings" panose="05000000000000000000" pitchFamily="2" charset="2"/>
              </a:rPr>
              <a:t> 100 ppm impurities</a:t>
            </a:r>
          </a:p>
          <a:p>
            <a:pPr marL="0" indent="0">
              <a:buNone/>
            </a:pPr>
            <a:r>
              <a:rPr lang="en-US" dirty="0" smtClean="0">
                <a:sym typeface="Wingdings" panose="05000000000000000000" pitchFamily="2" charset="2"/>
              </a:rPr>
              <a:t>N</a:t>
            </a:r>
            <a:r>
              <a:rPr lang="en-US" baseline="-25000" dirty="0" smtClean="0">
                <a:sym typeface="Wingdings" panose="05000000000000000000" pitchFamily="2" charset="2"/>
              </a:rPr>
              <a:t>2</a:t>
            </a:r>
            <a:r>
              <a:rPr lang="en-US" dirty="0" smtClean="0">
                <a:sym typeface="Wingdings" panose="05000000000000000000" pitchFamily="2" charset="2"/>
              </a:rPr>
              <a:t> 4.0 is less expensive than N</a:t>
            </a:r>
            <a:r>
              <a:rPr lang="en-US" baseline="-25000" dirty="0" smtClean="0">
                <a:sym typeface="Wingdings" panose="05000000000000000000" pitchFamily="2" charset="2"/>
              </a:rPr>
              <a:t>2</a:t>
            </a:r>
            <a:r>
              <a:rPr lang="en-US" dirty="0" smtClean="0">
                <a:sym typeface="Wingdings" panose="05000000000000000000" pitchFamily="2" charset="2"/>
              </a:rPr>
              <a:t> 5.0.</a:t>
            </a:r>
          </a:p>
          <a:p>
            <a:pPr marL="0" indent="0">
              <a:buNone/>
            </a:pPr>
            <a:r>
              <a:rPr lang="en-US" dirty="0" smtClean="0">
                <a:sym typeface="Wingdings" panose="05000000000000000000" pitchFamily="2" charset="2"/>
              </a:rPr>
              <a:t>It depends on the analyzer configuration, which quality is sufficient.</a:t>
            </a:r>
            <a:endParaRPr lang="en-US" dirty="0" smtClean="0"/>
          </a:p>
          <a:p>
            <a:pPr marL="0" indent="0">
              <a:buNone/>
            </a:pPr>
            <a:endParaRPr lang="en-US" dirty="0" smtClean="0"/>
          </a:p>
        </p:txBody>
      </p:sp>
      <p:sp>
        <p:nvSpPr>
          <p:cNvPr id="102404" name="Foliennummernplatzhalter 3"/>
          <p:cNvSpPr>
            <a:spLocks noGrp="1"/>
          </p:cNvSpPr>
          <p:nvPr>
            <p:ph type="sldNum" sz="quarter" idx="5"/>
          </p:nvPr>
        </p:nvSpPr>
        <p:spPr/>
        <p:txBody>
          <a:bodyPr/>
          <a:lstStyle>
            <a:lvl1pPr defTabSz="1014413" eaLnBrk="0" hangingPunct="0">
              <a:defRPr>
                <a:solidFill>
                  <a:srgbClr val="000000"/>
                </a:solidFill>
                <a:latin typeface="Arial" charset="0"/>
              </a:defRPr>
            </a:lvl1pPr>
            <a:lvl2pPr marL="742950" indent="-285750" defTabSz="1014413" eaLnBrk="0" hangingPunct="0">
              <a:defRPr>
                <a:solidFill>
                  <a:srgbClr val="000000"/>
                </a:solidFill>
                <a:latin typeface="Arial" charset="0"/>
              </a:defRPr>
            </a:lvl2pPr>
            <a:lvl3pPr marL="1143000" indent="-228600" defTabSz="1014413" eaLnBrk="0" hangingPunct="0">
              <a:defRPr>
                <a:solidFill>
                  <a:srgbClr val="000000"/>
                </a:solidFill>
                <a:latin typeface="Arial" charset="0"/>
              </a:defRPr>
            </a:lvl3pPr>
            <a:lvl4pPr marL="1600200" indent="-228600" defTabSz="1014413" eaLnBrk="0" hangingPunct="0">
              <a:defRPr>
                <a:solidFill>
                  <a:srgbClr val="000000"/>
                </a:solidFill>
                <a:latin typeface="Arial" charset="0"/>
              </a:defRPr>
            </a:lvl4pPr>
            <a:lvl5pPr marL="2057400" indent="-228600" defTabSz="1014413" eaLnBrk="0" hangingPunct="0">
              <a:defRPr>
                <a:solidFill>
                  <a:srgbClr val="000000"/>
                </a:solidFill>
                <a:latin typeface="Arial" charset="0"/>
              </a:defRPr>
            </a:lvl5pPr>
            <a:lvl6pPr marL="25146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fld id="{8B9B2457-417C-4ED5-80C4-8AD2BCDC3044}" type="slidenum">
              <a:rPr lang="de-CH" altLang="en-US" smtClean="0"/>
              <a:pPr/>
              <a:t>5</a:t>
            </a:fld>
            <a:endParaRPr lang="en-US" altLang="en-US" smtClean="0"/>
          </a:p>
        </p:txBody>
      </p:sp>
      <p:sp>
        <p:nvSpPr>
          <p:cNvPr id="4" name="Slide Image Placeholder 3"/>
          <p:cNvSpPr>
            <a:spLocks noGrp="1" noRot="1" noChangeAspect="1"/>
          </p:cNvSpPr>
          <p:nvPr>
            <p:ph type="sldImg"/>
          </p:nvPr>
        </p:nvSpPr>
        <p:spPr>
          <a:xfrm>
            <a:off x="811213" y="508000"/>
            <a:ext cx="5835650" cy="4376738"/>
          </a:xfr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Notizenplatzhalter 2"/>
          <p:cNvSpPr>
            <a:spLocks noGrp="1"/>
          </p:cNvSpPr>
          <p:nvPr>
            <p:ph type="body" idx="1"/>
          </p:nvPr>
        </p:nvSpPr>
        <p:spPr/>
        <p:txBody>
          <a:bodyPr/>
          <a:lstStyle/>
          <a:p>
            <a:pPr marL="0" indent="0">
              <a:buNone/>
            </a:pPr>
            <a:r>
              <a:rPr lang="en-US" altLang="en-US" dirty="0" smtClean="0"/>
              <a:t>Synthetic air can be used as zero-gas. </a:t>
            </a:r>
          </a:p>
          <a:p>
            <a:pPr marL="0" indent="0">
              <a:buNone/>
            </a:pPr>
            <a:r>
              <a:rPr lang="en-US" altLang="en-US" dirty="0" smtClean="0"/>
              <a:t>Synthetic air is an oxygen / nitrogen mixture with an oxygen level of 20…21 Vol%</a:t>
            </a:r>
          </a:p>
          <a:p>
            <a:pPr marL="0" indent="0">
              <a:buNone/>
            </a:pPr>
            <a:r>
              <a:rPr lang="en-US" altLang="en-US" dirty="0" smtClean="0"/>
              <a:t>Different qualities for synthetic air, e.g.</a:t>
            </a:r>
          </a:p>
          <a:p>
            <a:pPr marL="0" indent="0">
              <a:buNone/>
            </a:pPr>
            <a:r>
              <a:rPr lang="en-US" altLang="en-US" dirty="0" smtClean="0"/>
              <a:t>Synthetic air, free of TOC, ≥ 99,999 Vol.%</a:t>
            </a:r>
          </a:p>
          <a:p>
            <a:pPr marL="0" indent="0">
              <a:buNone/>
            </a:pPr>
            <a:r>
              <a:rPr lang="en-US" altLang="en-US" dirty="0" smtClean="0"/>
              <a:t>H</a:t>
            </a:r>
            <a:r>
              <a:rPr lang="en-US" altLang="en-US" baseline="-25000" dirty="0" smtClean="0"/>
              <a:t>2</a:t>
            </a:r>
            <a:r>
              <a:rPr lang="en-US" altLang="en-US" dirty="0" smtClean="0"/>
              <a:t>O &lt; 5 ppm</a:t>
            </a:r>
          </a:p>
          <a:p>
            <a:pPr marL="0" indent="0">
              <a:buNone/>
            </a:pPr>
            <a:r>
              <a:rPr lang="en-US" altLang="en-US" dirty="0" smtClean="0"/>
              <a:t>TOC &lt; 0.1 ppm</a:t>
            </a:r>
          </a:p>
          <a:p>
            <a:pPr marL="0" indent="0">
              <a:buNone/>
            </a:pPr>
            <a:r>
              <a:rPr lang="en-US" altLang="en-US" dirty="0" smtClean="0"/>
              <a:t>CO</a:t>
            </a:r>
            <a:r>
              <a:rPr lang="en-US" altLang="en-US" baseline="-25000" dirty="0" smtClean="0"/>
              <a:t>2</a:t>
            </a:r>
            <a:r>
              <a:rPr lang="en-US" altLang="en-US" dirty="0" smtClean="0"/>
              <a:t> &lt; 0.5 ppm</a:t>
            </a:r>
          </a:p>
          <a:p>
            <a:pPr marL="0" indent="0">
              <a:buNone/>
            </a:pPr>
            <a:r>
              <a:rPr lang="en-US" altLang="en-US" dirty="0" smtClean="0"/>
              <a:t>NOx &lt; 0.1 ppm</a:t>
            </a:r>
          </a:p>
          <a:p>
            <a:pPr marL="0" indent="0">
              <a:buNone/>
            </a:pPr>
            <a:r>
              <a:rPr lang="en-US" altLang="en-US" dirty="0" smtClean="0"/>
              <a:t>Synthetic air is also available with a defined amount of oxygen.</a:t>
            </a:r>
          </a:p>
          <a:p>
            <a:pPr marL="0" indent="0">
              <a:buNone/>
            </a:pPr>
            <a:r>
              <a:rPr lang="en-US" altLang="en-US" dirty="0" smtClean="0"/>
              <a:t>Synthetic air with a certificate is more expensive. Please check carefully which quality is needed! </a:t>
            </a:r>
          </a:p>
          <a:p>
            <a:pPr marL="0" indent="0">
              <a:buNone/>
            </a:pPr>
            <a:endParaRPr lang="en-US" altLang="en-US" dirty="0" smtClean="0"/>
          </a:p>
        </p:txBody>
      </p:sp>
      <p:sp>
        <p:nvSpPr>
          <p:cNvPr id="103428" name="Foliennummernplatzhalter 3"/>
          <p:cNvSpPr>
            <a:spLocks noGrp="1"/>
          </p:cNvSpPr>
          <p:nvPr>
            <p:ph type="sldNum" sz="quarter" idx="5"/>
          </p:nvPr>
        </p:nvSpPr>
        <p:spPr/>
        <p:txBody>
          <a:bodyPr/>
          <a:lstStyle>
            <a:lvl1pPr defTabSz="1014413" eaLnBrk="0" hangingPunct="0">
              <a:defRPr>
                <a:solidFill>
                  <a:srgbClr val="000000"/>
                </a:solidFill>
                <a:latin typeface="Arial" charset="0"/>
              </a:defRPr>
            </a:lvl1pPr>
            <a:lvl2pPr marL="742950" indent="-285750" defTabSz="1014413" eaLnBrk="0" hangingPunct="0">
              <a:defRPr>
                <a:solidFill>
                  <a:srgbClr val="000000"/>
                </a:solidFill>
                <a:latin typeface="Arial" charset="0"/>
              </a:defRPr>
            </a:lvl2pPr>
            <a:lvl3pPr marL="1143000" indent="-228600" defTabSz="1014413" eaLnBrk="0" hangingPunct="0">
              <a:defRPr>
                <a:solidFill>
                  <a:srgbClr val="000000"/>
                </a:solidFill>
                <a:latin typeface="Arial" charset="0"/>
              </a:defRPr>
            </a:lvl3pPr>
            <a:lvl4pPr marL="1600200" indent="-228600" defTabSz="1014413" eaLnBrk="0" hangingPunct="0">
              <a:defRPr>
                <a:solidFill>
                  <a:srgbClr val="000000"/>
                </a:solidFill>
                <a:latin typeface="Arial" charset="0"/>
              </a:defRPr>
            </a:lvl4pPr>
            <a:lvl5pPr marL="2057400" indent="-228600" defTabSz="1014413" eaLnBrk="0" hangingPunct="0">
              <a:defRPr>
                <a:solidFill>
                  <a:srgbClr val="000000"/>
                </a:solidFill>
                <a:latin typeface="Arial" charset="0"/>
              </a:defRPr>
            </a:lvl5pPr>
            <a:lvl6pPr marL="25146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fld id="{B4357AF2-6ED4-4299-B396-D326465DA24A}" type="slidenum">
              <a:rPr lang="de-CH" altLang="en-US" smtClean="0"/>
              <a:pPr/>
              <a:t>6</a:t>
            </a:fld>
            <a:endParaRPr lang="en-US" altLang="en-US" smtClean="0"/>
          </a:p>
        </p:txBody>
      </p:sp>
      <p:sp>
        <p:nvSpPr>
          <p:cNvPr id="4" name="Slide Image Placeholder 3"/>
          <p:cNvSpPr>
            <a:spLocks noGrp="1" noRot="1" noChangeAspect="1"/>
          </p:cNvSpPr>
          <p:nvPr>
            <p:ph type="sldImg"/>
          </p:nvPr>
        </p:nvSpPr>
        <p:spPr>
          <a:xfrm>
            <a:off x="811213" y="508000"/>
            <a:ext cx="5835650" cy="4376738"/>
          </a:xfr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Notizenplatzhalter 2"/>
          <p:cNvSpPr>
            <a:spLocks noGrp="1"/>
          </p:cNvSpPr>
          <p:nvPr>
            <p:ph type="body" idx="1"/>
          </p:nvPr>
        </p:nvSpPr>
        <p:spPr/>
        <p:txBody>
          <a:bodyPr/>
          <a:lstStyle/>
          <a:p>
            <a:pPr marL="0" indent="0">
              <a:buNone/>
            </a:pPr>
            <a:r>
              <a:rPr lang="en-US" altLang="en-US" dirty="0" smtClean="0"/>
              <a:t>Ambient air can be used as zero gas, but the ambient air must be free of measurement components.</a:t>
            </a:r>
          </a:p>
          <a:p>
            <a:pPr marL="0" indent="0">
              <a:buNone/>
            </a:pPr>
            <a:r>
              <a:rPr lang="en-US" altLang="en-US" dirty="0" smtClean="0"/>
              <a:t>Ambient air consists of </a:t>
            </a:r>
          </a:p>
          <a:p>
            <a:pPr marL="0" indent="0">
              <a:spcBef>
                <a:spcPts val="600"/>
              </a:spcBef>
              <a:buNone/>
              <a:tabLst>
                <a:tab pos="900113" algn="l"/>
              </a:tabLst>
            </a:pPr>
            <a:r>
              <a:rPr lang="de-DE" dirty="0" smtClean="0"/>
              <a:t>N</a:t>
            </a:r>
            <a:r>
              <a:rPr dirty="0" err="1" smtClean="0"/>
              <a:t>itrogen</a:t>
            </a:r>
            <a:r>
              <a:rPr lang="en-US" dirty="0" smtClean="0"/>
              <a:t>	</a:t>
            </a:r>
            <a:r>
              <a:rPr dirty="0" smtClean="0"/>
              <a:t>78.09 Vol %</a:t>
            </a:r>
          </a:p>
          <a:p>
            <a:pPr marL="0" indent="0">
              <a:spcBef>
                <a:spcPts val="600"/>
              </a:spcBef>
              <a:buNone/>
              <a:tabLst>
                <a:tab pos="900113" algn="l"/>
              </a:tabLst>
            </a:pPr>
            <a:r>
              <a:rPr lang="de-DE" dirty="0" smtClean="0"/>
              <a:t>O</a:t>
            </a:r>
            <a:r>
              <a:rPr dirty="0" err="1" smtClean="0"/>
              <a:t>xygen</a:t>
            </a:r>
            <a:r>
              <a:rPr lang="en-US" dirty="0" smtClean="0"/>
              <a:t>	</a:t>
            </a:r>
            <a:r>
              <a:rPr dirty="0" smtClean="0"/>
              <a:t>20.94 Vol %</a:t>
            </a:r>
          </a:p>
          <a:p>
            <a:pPr marL="0" indent="0">
              <a:spcBef>
                <a:spcPts val="600"/>
              </a:spcBef>
              <a:buNone/>
              <a:tabLst>
                <a:tab pos="900113" algn="l"/>
              </a:tabLst>
            </a:pPr>
            <a:r>
              <a:rPr lang="de-DE" dirty="0" smtClean="0"/>
              <a:t>A</a:t>
            </a:r>
            <a:r>
              <a:rPr dirty="0" err="1" smtClean="0"/>
              <a:t>rgon</a:t>
            </a:r>
            <a:r>
              <a:rPr lang="en-US" dirty="0" smtClean="0"/>
              <a:t>	</a:t>
            </a:r>
            <a:r>
              <a:rPr dirty="0" smtClean="0"/>
              <a:t>0.93 Vol %</a:t>
            </a:r>
          </a:p>
          <a:p>
            <a:pPr marL="0" indent="0">
              <a:spcBef>
                <a:spcPts val="600"/>
              </a:spcBef>
              <a:buNone/>
              <a:tabLst>
                <a:tab pos="900113" algn="l"/>
              </a:tabLst>
            </a:pPr>
            <a:r>
              <a:rPr lang="en-US" altLang="en-US" dirty="0" smtClean="0"/>
              <a:t>CO</a:t>
            </a:r>
            <a:r>
              <a:rPr lang="en-US" altLang="en-US" baseline="-25000" dirty="0" smtClean="0"/>
              <a:t>2</a:t>
            </a:r>
            <a:r>
              <a:rPr lang="en-US" dirty="0" smtClean="0"/>
              <a:t>	</a:t>
            </a:r>
            <a:r>
              <a:rPr lang="en-US" altLang="en-US" dirty="0" smtClean="0"/>
              <a:t>approx. 380 ppm</a:t>
            </a:r>
          </a:p>
          <a:p>
            <a:pPr marL="0" indent="0">
              <a:spcBef>
                <a:spcPts val="600"/>
              </a:spcBef>
              <a:buNone/>
              <a:tabLst>
                <a:tab pos="900113" algn="l"/>
              </a:tabLst>
            </a:pPr>
            <a:r>
              <a:rPr lang="de-DE" dirty="0" smtClean="0"/>
              <a:t>N</a:t>
            </a:r>
            <a:r>
              <a:rPr dirty="0" smtClean="0"/>
              <a:t>eon</a:t>
            </a:r>
            <a:r>
              <a:rPr lang="en-US" dirty="0" smtClean="0"/>
              <a:t>	</a:t>
            </a:r>
            <a:r>
              <a:rPr dirty="0" smtClean="0"/>
              <a:t>18 ppm</a:t>
            </a:r>
          </a:p>
          <a:p>
            <a:pPr marL="0" indent="0">
              <a:spcBef>
                <a:spcPts val="600"/>
              </a:spcBef>
              <a:buNone/>
              <a:tabLst>
                <a:tab pos="900113" algn="l"/>
              </a:tabLst>
            </a:pPr>
            <a:r>
              <a:rPr lang="en-GB" dirty="0" smtClean="0"/>
              <a:t>H</a:t>
            </a:r>
            <a:r>
              <a:rPr dirty="0" err="1" smtClean="0"/>
              <a:t>elium</a:t>
            </a:r>
            <a:r>
              <a:rPr lang="en-US" dirty="0"/>
              <a:t>	</a:t>
            </a:r>
            <a:r>
              <a:rPr dirty="0" smtClean="0"/>
              <a:t>5.2 ppm</a:t>
            </a:r>
          </a:p>
          <a:p>
            <a:pPr marL="0" indent="0">
              <a:spcBef>
                <a:spcPts val="600"/>
              </a:spcBef>
              <a:buNone/>
              <a:tabLst>
                <a:tab pos="900113" algn="l"/>
              </a:tabLst>
            </a:pPr>
            <a:r>
              <a:rPr lang="en-GB" dirty="0" smtClean="0"/>
              <a:t>M</a:t>
            </a:r>
            <a:r>
              <a:rPr dirty="0" smtClean="0"/>
              <a:t>ethane</a:t>
            </a:r>
            <a:r>
              <a:rPr lang="en-US" dirty="0"/>
              <a:t>	</a:t>
            </a:r>
            <a:r>
              <a:rPr dirty="0" smtClean="0"/>
              <a:t>1.76 ppm</a:t>
            </a:r>
          </a:p>
          <a:p>
            <a:pPr marL="0" indent="0">
              <a:spcBef>
                <a:spcPts val="600"/>
              </a:spcBef>
              <a:buNone/>
              <a:tabLst>
                <a:tab pos="900113" algn="l"/>
              </a:tabLst>
            </a:pPr>
            <a:r>
              <a:rPr lang="de-DE" dirty="0" smtClean="0"/>
              <a:t>C</a:t>
            </a:r>
            <a:r>
              <a:rPr dirty="0" err="1" smtClean="0"/>
              <a:t>ryptone</a:t>
            </a:r>
            <a:r>
              <a:rPr lang="en-US" dirty="0" smtClean="0"/>
              <a:t>	</a:t>
            </a:r>
            <a:r>
              <a:rPr dirty="0" smtClean="0"/>
              <a:t>1.1 ppm</a:t>
            </a:r>
          </a:p>
          <a:p>
            <a:pPr marL="0" indent="0">
              <a:buNone/>
            </a:pPr>
            <a:r>
              <a:rPr lang="en-US" altLang="en-US" dirty="0" smtClean="0"/>
              <a:t>And some other components in ppb or ppt – amount</a:t>
            </a:r>
          </a:p>
          <a:p>
            <a:pPr marL="0" indent="0">
              <a:buNone/>
            </a:pPr>
            <a:r>
              <a:rPr lang="en-US" altLang="en-US" dirty="0" smtClean="0"/>
              <a:t>Ambient air always contains a different moisture level (dew point). To work with a constant ambient air, the ambient air needs to be supplied prior to the cooler, to get a constant dew point of 3ºC.</a:t>
            </a:r>
          </a:p>
        </p:txBody>
      </p:sp>
      <p:sp>
        <p:nvSpPr>
          <p:cNvPr id="104452" name="Foliennummernplatzhalter 3"/>
          <p:cNvSpPr>
            <a:spLocks noGrp="1"/>
          </p:cNvSpPr>
          <p:nvPr>
            <p:ph type="sldNum" sz="quarter" idx="5"/>
          </p:nvPr>
        </p:nvSpPr>
        <p:spPr/>
        <p:txBody>
          <a:bodyPr/>
          <a:lstStyle>
            <a:lvl1pPr defTabSz="1014413" eaLnBrk="0" hangingPunct="0">
              <a:defRPr>
                <a:solidFill>
                  <a:srgbClr val="000000"/>
                </a:solidFill>
                <a:latin typeface="Arial" charset="0"/>
              </a:defRPr>
            </a:lvl1pPr>
            <a:lvl2pPr marL="742950" indent="-285750" defTabSz="1014413" eaLnBrk="0" hangingPunct="0">
              <a:defRPr>
                <a:solidFill>
                  <a:srgbClr val="000000"/>
                </a:solidFill>
                <a:latin typeface="Arial" charset="0"/>
              </a:defRPr>
            </a:lvl2pPr>
            <a:lvl3pPr marL="1143000" indent="-228600" defTabSz="1014413" eaLnBrk="0" hangingPunct="0">
              <a:defRPr>
                <a:solidFill>
                  <a:srgbClr val="000000"/>
                </a:solidFill>
                <a:latin typeface="Arial" charset="0"/>
              </a:defRPr>
            </a:lvl3pPr>
            <a:lvl4pPr marL="1600200" indent="-228600" defTabSz="1014413" eaLnBrk="0" hangingPunct="0">
              <a:defRPr>
                <a:solidFill>
                  <a:srgbClr val="000000"/>
                </a:solidFill>
                <a:latin typeface="Arial" charset="0"/>
              </a:defRPr>
            </a:lvl4pPr>
            <a:lvl5pPr marL="2057400" indent="-228600" defTabSz="1014413" eaLnBrk="0" hangingPunct="0">
              <a:defRPr>
                <a:solidFill>
                  <a:srgbClr val="000000"/>
                </a:solidFill>
                <a:latin typeface="Arial" charset="0"/>
              </a:defRPr>
            </a:lvl5pPr>
            <a:lvl6pPr marL="25146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fld id="{9231FFE2-E1B3-49A8-AC3D-DF9376EF04AD}" type="slidenum">
              <a:rPr lang="de-CH" altLang="en-US" smtClean="0"/>
              <a:pPr/>
              <a:t>7</a:t>
            </a:fld>
            <a:endParaRPr lang="en-US" altLang="en-US" smtClean="0"/>
          </a:p>
        </p:txBody>
      </p:sp>
      <p:sp>
        <p:nvSpPr>
          <p:cNvPr id="4" name="Slide Image Placeholder 3"/>
          <p:cNvSpPr>
            <a:spLocks noGrp="1" noRot="1" noChangeAspect="1"/>
          </p:cNvSpPr>
          <p:nvPr>
            <p:ph type="sldImg"/>
          </p:nvPr>
        </p:nvSpPr>
        <p:spPr>
          <a:xfrm>
            <a:off x="811213" y="508000"/>
            <a:ext cx="5835650" cy="4376738"/>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Notizenplatzhalter 2"/>
          <p:cNvSpPr>
            <a:spLocks noGrp="1"/>
          </p:cNvSpPr>
          <p:nvPr>
            <p:ph type="body" idx="1"/>
          </p:nvPr>
        </p:nvSpPr>
        <p:spPr/>
        <p:txBody>
          <a:bodyPr/>
          <a:lstStyle/>
          <a:p>
            <a:pPr marL="0" indent="0">
              <a:buNone/>
            </a:pPr>
            <a:r>
              <a:rPr lang="en-US" altLang="en-US" dirty="0" smtClean="0"/>
              <a:t>To check or correct the sensitivity from the analyzer we need a span gas. </a:t>
            </a:r>
          </a:p>
          <a:p>
            <a:pPr marL="0" indent="0">
              <a:buNone/>
            </a:pPr>
            <a:r>
              <a:rPr lang="en-US" altLang="en-US" dirty="0" smtClean="0"/>
              <a:t>These span gases (test gases) are supplied in test gas cylinders. </a:t>
            </a:r>
          </a:p>
          <a:p>
            <a:pPr marL="0" indent="0">
              <a:buNone/>
            </a:pPr>
            <a:r>
              <a:rPr lang="en-US" altLang="en-US" dirty="0" smtClean="0"/>
              <a:t>They come with a certificate, e.g. 497 ppm </a:t>
            </a:r>
            <a:r>
              <a:rPr lang="en-US" altLang="en-US" smtClean="0"/>
              <a:t>CO </a:t>
            </a:r>
            <a:r>
              <a:rPr lang="en-US" altLang="en-US" b="1" u="sng" smtClean="0"/>
              <a:t>+</a:t>
            </a:r>
            <a:r>
              <a:rPr lang="en-US" altLang="en-US" smtClean="0"/>
              <a:t> </a:t>
            </a:r>
            <a:r>
              <a:rPr lang="en-US" altLang="en-US" dirty="0" smtClean="0"/>
              <a:t>2% balanced in N</a:t>
            </a:r>
            <a:r>
              <a:rPr lang="en-US" altLang="en-US" baseline="-25000" dirty="0" smtClean="0"/>
              <a:t>2</a:t>
            </a:r>
            <a:r>
              <a:rPr lang="en-US" altLang="en-US" dirty="0" smtClean="0"/>
              <a:t>. </a:t>
            </a:r>
          </a:p>
          <a:p>
            <a:pPr marL="0" indent="0">
              <a:buNone/>
            </a:pPr>
            <a:r>
              <a:rPr lang="en-US" altLang="en-US" dirty="0" smtClean="0"/>
              <a:t>The carrier gas is mainly N</a:t>
            </a:r>
            <a:r>
              <a:rPr lang="en-US" altLang="en-US" baseline="-25000" dirty="0" smtClean="0"/>
              <a:t>2</a:t>
            </a:r>
            <a:r>
              <a:rPr lang="en-US" altLang="en-US" dirty="0" smtClean="0"/>
              <a:t>. The test gases are completely dry (just 1 or 2 ppm H</a:t>
            </a:r>
            <a:r>
              <a:rPr lang="en-US" altLang="en-US" baseline="-25000" dirty="0" smtClean="0"/>
              <a:t>2</a:t>
            </a:r>
            <a:r>
              <a:rPr lang="en-US" altLang="en-US" dirty="0" smtClean="0"/>
              <a:t>O); see the declaration of N</a:t>
            </a:r>
            <a:r>
              <a:rPr lang="en-US" altLang="en-US" baseline="-25000" dirty="0" smtClean="0"/>
              <a:t>2</a:t>
            </a:r>
            <a:r>
              <a:rPr lang="en-US" altLang="en-US" dirty="0" smtClean="0"/>
              <a:t> 5.0 </a:t>
            </a:r>
          </a:p>
          <a:p>
            <a:pPr marL="0" indent="0">
              <a:buNone/>
            </a:pPr>
            <a:r>
              <a:rPr lang="en-US" altLang="en-US" dirty="0" smtClean="0"/>
              <a:t>Sometimes it is useful to have different components in one test gas cylinder, e.g. 497 ppm CO, </a:t>
            </a:r>
          </a:p>
          <a:p>
            <a:pPr marL="0" indent="0">
              <a:buNone/>
            </a:pPr>
            <a:r>
              <a:rPr lang="en-US" altLang="en-US" dirty="0" smtClean="0"/>
              <a:t>256 ppm NO, </a:t>
            </a:r>
          </a:p>
          <a:p>
            <a:pPr marL="0" indent="0">
              <a:buNone/>
            </a:pPr>
            <a:r>
              <a:rPr lang="en-US" altLang="en-US" dirty="0" smtClean="0"/>
              <a:t>345 ppm SO</a:t>
            </a:r>
            <a:r>
              <a:rPr lang="en-US" altLang="en-US" baseline="-25000" dirty="0" smtClean="0"/>
              <a:t>2</a:t>
            </a:r>
            <a:r>
              <a:rPr lang="en-US" altLang="en-US" dirty="0" smtClean="0"/>
              <a:t>, balanced in N</a:t>
            </a:r>
            <a:r>
              <a:rPr lang="en-US" altLang="en-US" baseline="-25000" dirty="0" smtClean="0"/>
              <a:t>2</a:t>
            </a:r>
            <a:r>
              <a:rPr lang="en-US" altLang="en-US" dirty="0" smtClean="0"/>
              <a:t>.</a:t>
            </a:r>
          </a:p>
          <a:p>
            <a:pPr marL="0" indent="0">
              <a:buNone/>
            </a:pPr>
            <a:r>
              <a:rPr lang="en-US" altLang="en-US" dirty="0" smtClean="0"/>
              <a:t>When the individual components react with each other, it is not possible to fill them in one cylinder, e.g. SO</a:t>
            </a:r>
            <a:r>
              <a:rPr lang="en-US" altLang="en-US" baseline="-25000" dirty="0" smtClean="0"/>
              <a:t>2</a:t>
            </a:r>
            <a:r>
              <a:rPr lang="en-US" altLang="en-US" dirty="0" smtClean="0"/>
              <a:t> and NH</a:t>
            </a:r>
            <a:r>
              <a:rPr lang="en-US" altLang="en-US" baseline="-25000" dirty="0" smtClean="0"/>
              <a:t>3</a:t>
            </a:r>
            <a:r>
              <a:rPr lang="en-US" altLang="en-US" dirty="0" smtClean="0"/>
              <a:t>. There are also some other reasons not to fill up blend gases, for example some analyzers need individual test gases for</a:t>
            </a:r>
            <a:r>
              <a:rPr lang="en-US" altLang="en-US" baseline="0" dirty="0" smtClean="0"/>
              <a:t> any internal adjustments</a:t>
            </a:r>
            <a:r>
              <a:rPr lang="en-US" altLang="en-US" dirty="0" smtClean="0"/>
              <a:t>.</a:t>
            </a:r>
          </a:p>
          <a:p>
            <a:pPr marL="0" indent="0">
              <a:buNone/>
            </a:pPr>
            <a:r>
              <a:rPr lang="en-US" altLang="en-US" dirty="0" smtClean="0"/>
              <a:t>The expiration date is also stipulated on the certificate. </a:t>
            </a:r>
          </a:p>
        </p:txBody>
      </p:sp>
      <p:sp>
        <p:nvSpPr>
          <p:cNvPr id="105476" name="Foliennummernplatzhalter 3"/>
          <p:cNvSpPr>
            <a:spLocks noGrp="1"/>
          </p:cNvSpPr>
          <p:nvPr>
            <p:ph type="sldNum" sz="quarter" idx="5"/>
          </p:nvPr>
        </p:nvSpPr>
        <p:spPr/>
        <p:txBody>
          <a:bodyPr/>
          <a:lstStyle>
            <a:lvl1pPr defTabSz="1014413" eaLnBrk="0" hangingPunct="0">
              <a:defRPr>
                <a:solidFill>
                  <a:srgbClr val="000000"/>
                </a:solidFill>
                <a:latin typeface="Arial" charset="0"/>
              </a:defRPr>
            </a:lvl1pPr>
            <a:lvl2pPr marL="742950" indent="-285750" defTabSz="1014413" eaLnBrk="0" hangingPunct="0">
              <a:defRPr>
                <a:solidFill>
                  <a:srgbClr val="000000"/>
                </a:solidFill>
                <a:latin typeface="Arial" charset="0"/>
              </a:defRPr>
            </a:lvl2pPr>
            <a:lvl3pPr marL="1143000" indent="-228600" defTabSz="1014413" eaLnBrk="0" hangingPunct="0">
              <a:defRPr>
                <a:solidFill>
                  <a:srgbClr val="000000"/>
                </a:solidFill>
                <a:latin typeface="Arial" charset="0"/>
              </a:defRPr>
            </a:lvl3pPr>
            <a:lvl4pPr marL="1600200" indent="-228600" defTabSz="1014413" eaLnBrk="0" hangingPunct="0">
              <a:defRPr>
                <a:solidFill>
                  <a:srgbClr val="000000"/>
                </a:solidFill>
                <a:latin typeface="Arial" charset="0"/>
              </a:defRPr>
            </a:lvl4pPr>
            <a:lvl5pPr marL="2057400" indent="-228600" defTabSz="1014413" eaLnBrk="0" hangingPunct="0">
              <a:defRPr>
                <a:solidFill>
                  <a:srgbClr val="000000"/>
                </a:solidFill>
                <a:latin typeface="Arial" charset="0"/>
              </a:defRPr>
            </a:lvl5pPr>
            <a:lvl6pPr marL="25146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fld id="{8D5C259F-43BE-434A-80C9-572B98C0F2C8}" type="slidenum">
              <a:rPr lang="de-CH" altLang="en-US" smtClean="0"/>
              <a:pPr/>
              <a:t>8</a:t>
            </a:fld>
            <a:endParaRPr lang="en-US" altLang="en-US" smtClean="0"/>
          </a:p>
        </p:txBody>
      </p:sp>
      <p:sp>
        <p:nvSpPr>
          <p:cNvPr id="4" name="Slide Image Placeholder 3"/>
          <p:cNvSpPr>
            <a:spLocks noGrp="1" noRot="1" noChangeAspect="1"/>
          </p:cNvSpPr>
          <p:nvPr>
            <p:ph type="sldImg"/>
          </p:nvPr>
        </p:nvSpPr>
        <p:spPr>
          <a:xfrm>
            <a:off x="811213" y="508000"/>
            <a:ext cx="5835650" cy="4376738"/>
          </a:xfr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izenplatzhalter 2"/>
          <p:cNvSpPr>
            <a:spLocks noGrp="1"/>
          </p:cNvSpPr>
          <p:nvPr>
            <p:ph type="body" idx="1"/>
          </p:nvPr>
        </p:nvSpPr>
        <p:spPr/>
        <p:txBody>
          <a:bodyPr/>
          <a:lstStyle/>
          <a:p>
            <a:pPr marL="0" indent="0">
              <a:buNone/>
            </a:pPr>
            <a:r>
              <a:rPr lang="en-US" noProof="0" dirty="0" smtClean="0"/>
              <a:t>What does “calibration” actually mean?</a:t>
            </a:r>
          </a:p>
          <a:p>
            <a:pPr marL="0" indent="0">
              <a:buNone/>
            </a:pPr>
            <a:r>
              <a:rPr lang="en-US" sz="1400" kern="1200" noProof="0" dirty="0" smtClean="0">
                <a:solidFill>
                  <a:schemeClr val="tx1"/>
                </a:solidFill>
                <a:effectLst/>
                <a:latin typeface="Arial" pitchFamily="34" charset="0"/>
                <a:ea typeface="+mn-ea"/>
                <a:cs typeface="Arial" pitchFamily="34" charset="0"/>
              </a:rPr>
              <a:t>By the way, we do not calibrate!</a:t>
            </a:r>
          </a:p>
          <a:p>
            <a:pPr marL="0" indent="0">
              <a:buNone/>
            </a:pPr>
            <a:r>
              <a:rPr lang="en-US" sz="1400" kern="1200" noProof="0" dirty="0" smtClean="0">
                <a:solidFill>
                  <a:schemeClr val="tx1"/>
                </a:solidFill>
                <a:effectLst/>
                <a:latin typeface="Arial" pitchFamily="34" charset="0"/>
                <a:ea typeface="+mn-ea"/>
                <a:cs typeface="Arial" pitchFamily="34" charset="0"/>
              </a:rPr>
              <a:t>We adjust the individual sensor signal of the instrument towards a test gas standard.</a:t>
            </a:r>
          </a:p>
          <a:p>
            <a:pPr marL="0" indent="0">
              <a:buNone/>
            </a:pPr>
            <a:r>
              <a:rPr lang="en-US" noProof="0" dirty="0" smtClean="0"/>
              <a:t>In our example we get an absorption signal from our </a:t>
            </a:r>
            <a:r>
              <a:rPr lang="en-US" noProof="0" dirty="0" err="1" smtClean="0"/>
              <a:t>Uras</a:t>
            </a:r>
            <a:r>
              <a:rPr lang="en-US" noProof="0" dirty="0" smtClean="0"/>
              <a:t>-module. </a:t>
            </a:r>
          </a:p>
          <a:p>
            <a:pPr marL="0" indent="0">
              <a:buNone/>
            </a:pPr>
            <a:r>
              <a:rPr lang="en-US" noProof="0" dirty="0" smtClean="0"/>
              <a:t>The absorption is our sensor signal.</a:t>
            </a:r>
          </a:p>
          <a:p>
            <a:pPr marL="0" marR="0" indent="0" algn="l" defTabSz="914400" rtl="0" eaLnBrk="1" fontAlgn="base" latinLnBrk="0" hangingPunct="1">
              <a:lnSpc>
                <a:spcPct val="110000"/>
              </a:lnSpc>
              <a:spcBef>
                <a:spcPts val="960"/>
              </a:spcBef>
              <a:spcAft>
                <a:spcPct val="0"/>
              </a:spcAft>
              <a:buClrTx/>
              <a:buSzTx/>
              <a:buNone/>
              <a:tabLst/>
              <a:defRPr/>
            </a:pPr>
            <a:r>
              <a:rPr lang="en-US" noProof="0" dirty="0" smtClean="0"/>
              <a:t>The reference, which is used for calibration, must be sufficient for the analyzers' specification</a:t>
            </a:r>
            <a:r>
              <a:rPr lang="en-US" baseline="0" noProof="0" dirty="0" smtClean="0"/>
              <a:t> and we must </a:t>
            </a:r>
            <a:r>
              <a:rPr lang="en-US" sz="1400" kern="1200" dirty="0" smtClean="0">
                <a:solidFill>
                  <a:schemeClr val="tx1"/>
                </a:solidFill>
                <a:effectLst/>
                <a:latin typeface="Arial" pitchFamily="34" charset="0"/>
                <a:ea typeface="+mn-ea"/>
                <a:cs typeface="Arial" pitchFamily="34" charset="0"/>
              </a:rPr>
              <a:t>rely in the values printed on the bottle certificate.</a:t>
            </a:r>
            <a:endParaRPr lang="de-DE" sz="1400" kern="1200" dirty="0" smtClean="0">
              <a:solidFill>
                <a:schemeClr val="tx1"/>
              </a:solidFill>
              <a:effectLst/>
              <a:latin typeface="Arial" pitchFamily="34" charset="0"/>
              <a:ea typeface="+mn-ea"/>
              <a:cs typeface="Arial" pitchFamily="34" charset="0"/>
            </a:endParaRPr>
          </a:p>
          <a:p>
            <a:pPr marL="0" marR="0" indent="0" algn="l" defTabSz="914400" rtl="0" eaLnBrk="1" fontAlgn="base" latinLnBrk="0" hangingPunct="1">
              <a:lnSpc>
                <a:spcPct val="110000"/>
              </a:lnSpc>
              <a:spcBef>
                <a:spcPts val="960"/>
              </a:spcBef>
              <a:spcAft>
                <a:spcPct val="0"/>
              </a:spcAft>
              <a:buClrTx/>
              <a:buSzTx/>
              <a:buNone/>
              <a:tabLst/>
              <a:defRPr/>
            </a:pPr>
            <a:r>
              <a:rPr lang="en-US" noProof="0" dirty="0" smtClean="0"/>
              <a:t>If the concentration is indicated in mg/m³, it is typically related to 0ºC, 1013hPa. </a:t>
            </a:r>
            <a:r>
              <a:rPr lang="en-US" b="1" noProof="0" dirty="0" smtClean="0"/>
              <a:t>BUT BE CAREFUL! </a:t>
            </a:r>
            <a:r>
              <a:rPr lang="en-US" noProof="0" dirty="0" smtClean="0"/>
              <a:t>It can be different in different parts of the world!</a:t>
            </a:r>
            <a:r>
              <a:rPr lang="en-US" baseline="0" noProof="0" dirty="0" smtClean="0"/>
              <a:t> </a:t>
            </a:r>
            <a:r>
              <a:rPr lang="en-US" noProof="0" dirty="0" smtClean="0"/>
              <a:t>A bad or a wrong reference gives us bad or wrong analyzer results. Gas analyzers generally do not measure any absolute values.</a:t>
            </a:r>
          </a:p>
          <a:p>
            <a:pPr marL="0" indent="0">
              <a:buNone/>
            </a:pPr>
            <a:endParaRPr lang="en-US" dirty="0"/>
          </a:p>
        </p:txBody>
      </p:sp>
      <p:sp>
        <p:nvSpPr>
          <p:cNvPr id="106500" name="Foliennummernplatzhalter 3"/>
          <p:cNvSpPr>
            <a:spLocks noGrp="1"/>
          </p:cNvSpPr>
          <p:nvPr>
            <p:ph type="sldNum" sz="quarter" idx="5"/>
          </p:nvPr>
        </p:nvSpPr>
        <p:spPr/>
        <p:txBody>
          <a:bodyPr/>
          <a:lstStyle>
            <a:lvl1pPr defTabSz="1014413" eaLnBrk="0" hangingPunct="0">
              <a:defRPr>
                <a:solidFill>
                  <a:srgbClr val="000000"/>
                </a:solidFill>
                <a:latin typeface="Arial" charset="0"/>
              </a:defRPr>
            </a:lvl1pPr>
            <a:lvl2pPr marL="742950" indent="-285750" defTabSz="1014413" eaLnBrk="0" hangingPunct="0">
              <a:defRPr>
                <a:solidFill>
                  <a:srgbClr val="000000"/>
                </a:solidFill>
                <a:latin typeface="Arial" charset="0"/>
              </a:defRPr>
            </a:lvl2pPr>
            <a:lvl3pPr marL="1143000" indent="-228600" defTabSz="1014413" eaLnBrk="0" hangingPunct="0">
              <a:defRPr>
                <a:solidFill>
                  <a:srgbClr val="000000"/>
                </a:solidFill>
                <a:latin typeface="Arial" charset="0"/>
              </a:defRPr>
            </a:lvl3pPr>
            <a:lvl4pPr marL="1600200" indent="-228600" defTabSz="1014413" eaLnBrk="0" hangingPunct="0">
              <a:defRPr>
                <a:solidFill>
                  <a:srgbClr val="000000"/>
                </a:solidFill>
                <a:latin typeface="Arial" charset="0"/>
              </a:defRPr>
            </a:lvl4pPr>
            <a:lvl5pPr marL="2057400" indent="-228600" defTabSz="1014413" eaLnBrk="0" hangingPunct="0">
              <a:defRPr>
                <a:solidFill>
                  <a:srgbClr val="000000"/>
                </a:solidFill>
                <a:latin typeface="Arial" charset="0"/>
              </a:defRPr>
            </a:lvl5pPr>
            <a:lvl6pPr marL="25146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fld id="{1D3BAF73-0EBB-435D-9DD7-583D18AFB391}" type="slidenum">
              <a:rPr lang="de-CH" altLang="en-US" smtClean="0"/>
              <a:pPr/>
              <a:t>9</a:t>
            </a:fld>
            <a:endParaRPr lang="en-US" altLang="en-US" smtClean="0"/>
          </a:p>
        </p:txBody>
      </p:sp>
      <p:sp>
        <p:nvSpPr>
          <p:cNvPr id="5" name="Slide Image Placeholder 4"/>
          <p:cNvSpPr>
            <a:spLocks noGrp="1" noRot="1" noChangeAspect="1"/>
          </p:cNvSpPr>
          <p:nvPr>
            <p:ph type="sldImg"/>
          </p:nvPr>
        </p:nvSpPr>
        <p:spPr>
          <a:xfrm>
            <a:off x="811213" y="508000"/>
            <a:ext cx="5835650" cy="4376738"/>
          </a:xfr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Notizenplatzhalter 2"/>
          <p:cNvSpPr>
            <a:spLocks noGrp="1"/>
          </p:cNvSpPr>
          <p:nvPr>
            <p:ph type="body" idx="1"/>
          </p:nvPr>
        </p:nvSpPr>
        <p:spPr/>
        <p:txBody>
          <a:bodyPr/>
          <a:lstStyle/>
          <a:p>
            <a:pPr marL="0" indent="0">
              <a:buNone/>
            </a:pPr>
            <a:r>
              <a:rPr dirty="0" smtClean="0"/>
              <a:t>For emission monitoring, </a:t>
            </a:r>
            <a:endParaRPr lang="de-DE" dirty="0" smtClean="0"/>
          </a:p>
          <a:p>
            <a:pPr marL="0" indent="0">
              <a:buNone/>
            </a:pPr>
            <a:r>
              <a:rPr dirty="0" smtClean="0"/>
              <a:t>all measurement components such as CO, NOx and SO</a:t>
            </a:r>
            <a:r>
              <a:rPr baseline="-25000" dirty="0" smtClean="0"/>
              <a:t>2</a:t>
            </a:r>
            <a:r>
              <a:rPr dirty="0" smtClean="0"/>
              <a:t> </a:t>
            </a:r>
            <a:r>
              <a:rPr dirty="0"/>
              <a:t/>
            </a:r>
            <a:br>
              <a:rPr dirty="0"/>
            </a:br>
            <a:r>
              <a:rPr dirty="0" smtClean="0"/>
              <a:t>must be calculated and normalized according to some reference parameters:</a:t>
            </a:r>
          </a:p>
          <a:p>
            <a:pPr marL="0" indent="0">
              <a:buNone/>
            </a:pPr>
            <a:r>
              <a:rPr dirty="0" smtClean="0"/>
              <a:t>The extractive cold, dry analyzers read mg/m³ related to 0</a:t>
            </a:r>
            <a:r>
              <a:rPr lang="de-DE" dirty="0" smtClean="0"/>
              <a:t>º</a:t>
            </a:r>
            <a:r>
              <a:rPr dirty="0" smtClean="0"/>
              <a:t>C, 1013hPa, dry, because the used reference gas is indicated in mg/m³ (0</a:t>
            </a:r>
            <a:r>
              <a:rPr lang="de-DE" dirty="0" smtClean="0"/>
              <a:t>º</a:t>
            </a:r>
            <a:r>
              <a:rPr dirty="0" smtClean="0"/>
              <a:t>C, 1013hPa). They have to be normalized only to a certain oxygen level.</a:t>
            </a:r>
          </a:p>
          <a:p>
            <a:pPr marL="0" indent="0">
              <a:buNone/>
            </a:pPr>
            <a:r>
              <a:rPr dirty="0" smtClean="0"/>
              <a:t>The extractive hot, wet analyzers read mg/m³ related to 0</a:t>
            </a:r>
            <a:r>
              <a:rPr lang="de-DE" dirty="0" smtClean="0"/>
              <a:t>º</a:t>
            </a:r>
            <a:r>
              <a:rPr dirty="0" smtClean="0"/>
              <a:t>C, 1013hPa. They have to be normalized to a certain oxygen level and to the moisture content.</a:t>
            </a:r>
          </a:p>
          <a:p>
            <a:pPr marL="0" indent="0">
              <a:buNone/>
            </a:pPr>
            <a:r>
              <a:rPr dirty="0" smtClean="0"/>
              <a:t>The in-situ analyzers read mg/m³. They have to be normalized to a certain oxygen level, to the moisture content and to the pressure and temperature in the stack.</a:t>
            </a:r>
          </a:p>
          <a:p>
            <a:pPr marL="0" indent="0">
              <a:buNone/>
            </a:pPr>
            <a:r>
              <a:rPr dirty="0" smtClean="0"/>
              <a:t>To calculate the total emission, a day average value is calculated for the components and calculated with the total stack flow. The calculation takes place in the data acquisition system (emission calculator).</a:t>
            </a:r>
          </a:p>
        </p:txBody>
      </p:sp>
      <p:sp>
        <p:nvSpPr>
          <p:cNvPr id="107524" name="Foliennummernplatzhalter 3"/>
          <p:cNvSpPr>
            <a:spLocks noGrp="1"/>
          </p:cNvSpPr>
          <p:nvPr>
            <p:ph type="sldNum" sz="quarter" idx="5"/>
          </p:nvPr>
        </p:nvSpPr>
        <p:spPr/>
        <p:txBody>
          <a:bodyPr/>
          <a:lstStyle>
            <a:lvl1pPr defTabSz="1014413" eaLnBrk="0" hangingPunct="0">
              <a:defRPr>
                <a:solidFill>
                  <a:srgbClr val="000000"/>
                </a:solidFill>
                <a:latin typeface="Arial" charset="0"/>
              </a:defRPr>
            </a:lvl1pPr>
            <a:lvl2pPr marL="742950" indent="-285750" defTabSz="1014413" eaLnBrk="0" hangingPunct="0">
              <a:defRPr>
                <a:solidFill>
                  <a:srgbClr val="000000"/>
                </a:solidFill>
                <a:latin typeface="Arial" charset="0"/>
              </a:defRPr>
            </a:lvl2pPr>
            <a:lvl3pPr marL="1143000" indent="-228600" defTabSz="1014413" eaLnBrk="0" hangingPunct="0">
              <a:defRPr>
                <a:solidFill>
                  <a:srgbClr val="000000"/>
                </a:solidFill>
                <a:latin typeface="Arial" charset="0"/>
              </a:defRPr>
            </a:lvl3pPr>
            <a:lvl4pPr marL="1600200" indent="-228600" defTabSz="1014413" eaLnBrk="0" hangingPunct="0">
              <a:defRPr>
                <a:solidFill>
                  <a:srgbClr val="000000"/>
                </a:solidFill>
                <a:latin typeface="Arial" charset="0"/>
              </a:defRPr>
            </a:lvl4pPr>
            <a:lvl5pPr marL="2057400" indent="-228600" defTabSz="1014413" eaLnBrk="0" hangingPunct="0">
              <a:defRPr>
                <a:solidFill>
                  <a:srgbClr val="000000"/>
                </a:solidFill>
                <a:latin typeface="Arial" charset="0"/>
              </a:defRPr>
            </a:lvl5pPr>
            <a:lvl6pPr marL="25146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defTabSz="1014413"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fld id="{9459C52B-3623-4327-B909-B297DBEFB9B6}" type="slidenum">
              <a:rPr lang="en-US" altLang="en-US" smtClean="0"/>
              <a:pPr/>
              <a:t>10</a:t>
            </a:fld>
            <a:endParaRPr lang="en-US" altLang="en-US" smtClean="0"/>
          </a:p>
        </p:txBody>
      </p:sp>
      <p:sp>
        <p:nvSpPr>
          <p:cNvPr id="4" name="Slide Image Placeholder 3"/>
          <p:cNvSpPr>
            <a:spLocks noGrp="1" noRot="1" noChangeAspect="1"/>
          </p:cNvSpPr>
          <p:nvPr>
            <p:ph type="sldImg"/>
          </p:nvPr>
        </p:nvSpPr>
        <p:spPr>
          <a:xfrm>
            <a:off x="811213" y="508000"/>
            <a:ext cx="5835650" cy="4376738"/>
          </a:xfr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6AA9EE1-0A33-4CD1-B50F-EE97C0301D8F}" type="slidenum">
              <a:rPr lang="en-US" smtClean="0"/>
              <a:pPr/>
              <a:t>11</a:t>
            </a:fld>
            <a:endParaRPr lang="en-US"/>
          </a:p>
        </p:txBody>
      </p:sp>
      <p:sp>
        <p:nvSpPr>
          <p:cNvPr id="2488323" name="Rectangle 3"/>
          <p:cNvSpPr>
            <a:spLocks noGrp="1" noChangeArrowheads="1"/>
          </p:cNvSpPr>
          <p:nvPr>
            <p:ph type="body" idx="1"/>
          </p:nvPr>
        </p:nvSpPr>
        <p:spPr/>
        <p:txBody>
          <a:bodyPr>
            <a:normAutofit/>
          </a:bodyPr>
          <a:lstStyle/>
          <a:p>
            <a:pPr marL="0" indent="0">
              <a:buNone/>
            </a:pPr>
            <a:r>
              <a:rPr lang="de-DE" b="1" dirty="0" smtClean="0"/>
              <a:t>What</a:t>
            </a:r>
            <a:r>
              <a:rPr dirty="0" smtClean="0"/>
              <a:t> </a:t>
            </a:r>
            <a:r>
              <a:rPr lang="de-DE" b="1" dirty="0" smtClean="0"/>
              <a:t>have</a:t>
            </a:r>
            <a:r>
              <a:rPr dirty="0" smtClean="0"/>
              <a:t> </a:t>
            </a:r>
            <a:r>
              <a:rPr lang="de-DE" b="1" dirty="0" smtClean="0"/>
              <a:t>you</a:t>
            </a:r>
            <a:r>
              <a:rPr dirty="0" smtClean="0"/>
              <a:t> </a:t>
            </a:r>
            <a:r>
              <a:rPr lang="de-DE" b="1" dirty="0" smtClean="0"/>
              <a:t>learned</a:t>
            </a:r>
            <a:r>
              <a:rPr dirty="0" smtClean="0"/>
              <a:t> </a:t>
            </a:r>
            <a:r>
              <a:rPr lang="de-DE" b="1" dirty="0" smtClean="0"/>
              <a:t>from</a:t>
            </a:r>
            <a:r>
              <a:rPr dirty="0" smtClean="0"/>
              <a:t> </a:t>
            </a:r>
            <a:r>
              <a:rPr lang="de-DE" b="1" dirty="0" smtClean="0"/>
              <a:t>this</a:t>
            </a:r>
            <a:r>
              <a:rPr dirty="0" smtClean="0"/>
              <a:t> </a:t>
            </a:r>
            <a:r>
              <a:rPr lang="de-DE" b="1" dirty="0" smtClean="0"/>
              <a:t>module? </a:t>
            </a:r>
          </a:p>
          <a:p>
            <a:pPr marL="0" indent="0">
              <a:buNone/>
            </a:pPr>
            <a:r>
              <a:rPr lang="en-US" altLang="en-US" dirty="0" smtClean="0"/>
              <a:t>Our dry extractive analyzers indicate the values according to the used reference in ppm or mg/m³, typically related </a:t>
            </a:r>
            <a:r>
              <a:rPr lang="en-US" altLang="en-US" smtClean="0"/>
              <a:t>to 0ºC</a:t>
            </a:r>
            <a:r>
              <a:rPr lang="en-US" altLang="en-US" dirty="0" smtClean="0"/>
              <a:t>, 1013hPa.</a:t>
            </a:r>
          </a:p>
          <a:p>
            <a:pPr marL="0" indent="0">
              <a:buNone/>
            </a:pPr>
            <a:r>
              <a:rPr lang="en-US" altLang="en-US" dirty="0" smtClean="0"/>
              <a:t>The readings have to be normalized to a certain oxygen level.</a:t>
            </a:r>
          </a:p>
          <a:p>
            <a:pPr marL="0" indent="0">
              <a:buNone/>
            </a:pPr>
            <a:r>
              <a:rPr lang="en-US" altLang="en-US" dirty="0" smtClean="0"/>
              <a:t>The hot wet analyzers can measure in a wet matrix.</a:t>
            </a:r>
          </a:p>
          <a:p>
            <a:pPr marL="0" indent="0">
              <a:buNone/>
            </a:pPr>
            <a:r>
              <a:rPr lang="en-US" altLang="en-US" dirty="0" smtClean="0"/>
              <a:t>The wet readings also have to be normalized with the moisture content and oxygen level.</a:t>
            </a:r>
          </a:p>
          <a:p>
            <a:pPr marL="0" indent="0">
              <a:buNone/>
            </a:pPr>
            <a:r>
              <a:rPr lang="en-US" altLang="en-US" dirty="0" smtClean="0"/>
              <a:t>The in-situ analyzers need normalization to the pressure, temperature, moisture and oxygen level in the stack.</a:t>
            </a:r>
          </a:p>
          <a:p>
            <a:pPr marL="0" indent="0">
              <a:buNone/>
            </a:pPr>
            <a:r>
              <a:rPr lang="en-US" altLang="en-US" dirty="0" smtClean="0"/>
              <a:t>The total emission is calculated from the day average values with the mass flow from the stack.</a:t>
            </a:r>
            <a:endParaRPr lang="en-US" dirty="0" smtClean="0"/>
          </a:p>
          <a:p>
            <a:pPr marL="0" indent="0">
              <a:buNone/>
            </a:pPr>
            <a:r>
              <a:rPr dirty="0" smtClean="0"/>
              <a:t>Have you understood everything so far? If so, click the "continue" button. Otherwise, click "No" if you‘d like to repeat this topic.</a:t>
            </a:r>
          </a:p>
          <a:p>
            <a:pPr marL="0" indent="0">
              <a:buNone/>
            </a:pPr>
            <a:endParaRPr lang="en-US" dirty="0"/>
          </a:p>
        </p:txBody>
      </p:sp>
      <p:sp>
        <p:nvSpPr>
          <p:cNvPr id="8" name="Folienbildplatzhalter 7"/>
          <p:cNvSpPr>
            <a:spLocks noGrp="1" noRot="1" noChangeAspect="1"/>
          </p:cNvSpPr>
          <p:nvPr>
            <p:ph type="sldImg"/>
          </p:nvPr>
        </p:nvSpPr>
        <p:spPr>
          <a:xfrm>
            <a:off x="811213" y="508000"/>
            <a:ext cx="5835650" cy="4376738"/>
          </a:xfr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9429944-5DB3-41A7-83D3-E7FAD4AC4794}" type="slidenum">
              <a:rPr lang="en-US" smtClean="0"/>
              <a:pPr/>
              <a:t>12</a:t>
            </a:fld>
            <a:endParaRPr lang="en-US"/>
          </a:p>
        </p:txBody>
      </p:sp>
      <p:sp>
        <p:nvSpPr>
          <p:cNvPr id="3" name="Slide Image Placeholder 2"/>
          <p:cNvSpPr>
            <a:spLocks noGrp="1" noRot="1" noChangeAspect="1"/>
          </p:cNvSpPr>
          <p:nvPr>
            <p:ph type="sldImg"/>
          </p:nvPr>
        </p:nvSpPr>
        <p:spPr>
          <a:xfrm>
            <a:off x="811213" y="508000"/>
            <a:ext cx="5835650" cy="4376738"/>
          </a:xfrm>
        </p:spPr>
      </p:sp>
      <p:sp>
        <p:nvSpPr>
          <p:cNvPr id="4" name="Notes Placeholder 3"/>
          <p:cNvSpPr>
            <a:spLocks noGrp="1"/>
          </p:cNvSpPr>
          <p:nvPr>
            <p:ph type="body" idx="1"/>
          </p:nvPr>
        </p:nvSpPr>
        <p:spPr/>
        <p:txBody>
          <a:bodyPr/>
          <a:lstStyle/>
          <a:p>
            <a:pPr marL="0" indent="0">
              <a:buNone/>
            </a:pP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hyperlink" Target="http://www.abb.com/measurement" TargetMode="Externa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10" Type="http://schemas.openxmlformats.org/officeDocument/2006/relationships/image" Target="../media/image3.png"/><Relationship Id="rId4" Type="http://schemas.openxmlformats.org/officeDocument/2006/relationships/tags" Target="../tags/tag5.xml"/><Relationship Id="rId9" Type="http://schemas.openxmlformats.org/officeDocument/2006/relationships/hyperlink" Target="http://www.abb.com/measurement"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www.abb.com/measurement"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abb.com/measurement"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www.abb.com/measurement"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13.xml"/><Relationship Id="rId5" Type="http://schemas.openxmlformats.org/officeDocument/2006/relationships/hyperlink" Target="http://www.abb.com/measurement" TargetMode="External"/><Relationship Id="rId4" Type="http://schemas.openxmlformats.org/officeDocument/2006/relationships/image" Target="../media/image5.jpeg"/></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www.abb.com/measurement" TargetMode="External"/><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www.abb.com/measurement" TargetMode="External"/><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hyperlink" Target="http://www.abb.com/measurement" TargetMode="External"/><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hyperlink" Target="http://www.abb.com/measurement" TargetMode="External"/><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Master" Target="../slideMasters/slideMaster3.xml"/><Relationship Id="rId4" Type="http://schemas.openxmlformats.org/officeDocument/2006/relationships/hyperlink" Target="http://www.abb.com/measurement" TargetMode="External"/></Relationships>
</file>

<file path=ppt/slideLayouts/_rels/slideLayout43.xml.rels><?xml version="1.0" encoding="UTF-8" standalone="yes"?>
<Relationships xmlns="http://schemas.openxmlformats.org/package/2006/relationships"><Relationship Id="rId3" Type="http://schemas.openxmlformats.org/officeDocument/2006/relationships/hyperlink" Target="http://www.abb.com/measurement" TargetMode="External"/><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www.abb.com/measurement" TargetMode="External"/><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www.abb.com/measurement" TargetMode="External"/><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www.abb.com/measurement" TargetMode="External"/><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Master" Target="../slideMasters/slideMaster4.xml"/><Relationship Id="rId4" Type="http://schemas.openxmlformats.org/officeDocument/2006/relationships/hyperlink" Target="http://www.abb.com/measurement" TargetMode="External"/></Relationships>
</file>

<file path=ppt/slideLayouts/_rels/slideLayout63.xml.rels><?xml version="1.0" encoding="UTF-8" standalone="yes"?>
<Relationships xmlns="http://schemas.openxmlformats.org/package/2006/relationships"><Relationship Id="rId3" Type="http://schemas.openxmlformats.org/officeDocument/2006/relationships/hyperlink" Target="http://www.abb.com/measurement" TargetMode="External"/><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3" Type="http://schemas.openxmlformats.org/officeDocument/2006/relationships/hyperlink" Target="http://www.abb.com/measurement" TargetMode="External"/><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3" Type="http://schemas.openxmlformats.org/officeDocument/2006/relationships/hyperlink" Target="http://www.abb.com/measurement" TargetMode="External"/><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hyperlink" Target="http://www.abb.com/measurement" TargetMode="External"/><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default with picture">
    <p:spTree>
      <p:nvGrpSpPr>
        <p:cNvPr id="1" name=""/>
        <p:cNvGrpSpPr/>
        <p:nvPr/>
      </p:nvGrpSpPr>
      <p:grpSpPr>
        <a:xfrm>
          <a:off x="0" y="0"/>
          <a:ext cx="0" cy="0"/>
          <a:chOff x="0" y="0"/>
          <a:chExt cx="0" cy="0"/>
        </a:xfrm>
      </p:grpSpPr>
      <p:sp>
        <p:nvSpPr>
          <p:cNvPr id="5" name="Rechteck 7"/>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14" name="Titel 1"/>
          <p:cNvSpPr>
            <a:spLocks noGrp="1"/>
          </p:cNvSpPr>
          <p:nvPr>
            <p:ph type="ctrTitle"/>
          </p:nvPr>
        </p:nvSpPr>
        <p:spPr bwMode="gray">
          <a:xfrm>
            <a:off x="215900" y="4181485"/>
            <a:ext cx="8712200" cy="2019289"/>
          </a:xfrm>
        </p:spPr>
        <p:txBody>
          <a:bodyPr lIns="144000" tIns="0" rIns="0">
            <a:normAutofit/>
          </a:bodyPr>
          <a:lstStyle>
            <a:lvl1pPr marL="0" marR="0" indent="0" algn="l" defTabSz="914400" rtl="0" eaLnBrk="1" fontAlgn="auto" latinLnBrk="0" hangingPunct="1">
              <a:lnSpc>
                <a:spcPct val="90000"/>
              </a:lnSpc>
              <a:spcBef>
                <a:spcPct val="0"/>
              </a:spcBef>
              <a:spcAft>
                <a:spcPts val="0"/>
              </a:spcAft>
              <a:buClrTx/>
              <a:buSzTx/>
              <a:buFontTx/>
              <a:buNone/>
              <a:tabLst/>
              <a:defRPr sz="4000">
                <a:solidFill>
                  <a:schemeClr val="accent2"/>
                </a:solidFill>
                <a:latin typeface="Arial" pitchFamily="34" charset="0"/>
                <a:cs typeface="Arial" pitchFamily="34" charset="0"/>
              </a:defRPr>
            </a:lvl1pPr>
          </a:lstStyle>
          <a:p>
            <a:r>
              <a:rPr lang="en-US" noProof="0" smtClean="0"/>
              <a:t>Click to edit Master title style</a:t>
            </a:r>
            <a:endParaRPr lang="en-US" noProof="0" dirty="0" smtClean="0"/>
          </a:p>
        </p:txBody>
      </p:sp>
      <p:sp>
        <p:nvSpPr>
          <p:cNvPr id="15" name="Untertitel 2"/>
          <p:cNvSpPr>
            <a:spLocks noGrp="1"/>
          </p:cNvSpPr>
          <p:nvPr>
            <p:ph type="subTitle" idx="1"/>
          </p:nvPr>
        </p:nvSpPr>
        <p:spPr bwMode="gray">
          <a:xfrm>
            <a:off x="215900" y="3968750"/>
            <a:ext cx="8712200" cy="216000"/>
          </a:xfrm>
        </p:spPr>
        <p:txBody>
          <a:bodyPr lIns="144000" rtlCol="0">
            <a:noAutofit/>
          </a:bodyPr>
          <a:lstStyle>
            <a:lvl1pPr marL="0" marR="0" indent="0" algn="l" defTabSz="914400" rtl="0" eaLnBrk="1" fontAlgn="base" latinLnBrk="0" hangingPunct="1">
              <a:lnSpc>
                <a:spcPct val="100000"/>
              </a:lnSpc>
              <a:spcBef>
                <a:spcPct val="0"/>
              </a:spcBef>
              <a:spcAft>
                <a:spcPct val="0"/>
              </a:spcAft>
              <a:buClr>
                <a:schemeClr val="tx2"/>
              </a:buClr>
              <a:buSzPct val="70000"/>
              <a:buFont typeface="Wingdings" pitchFamily="2" charset="2"/>
              <a:buNone/>
              <a:tabLst/>
              <a:defRPr lang="de-DE" sz="1000" b="1" smtClean="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noProof="0" smtClean="0"/>
              <a:t>Click to edit Master subtitle style</a:t>
            </a:r>
            <a:endParaRPr lang="en-US" noProof="0" dirty="0" smtClean="0"/>
          </a:p>
        </p:txBody>
      </p:sp>
      <p:grpSp>
        <p:nvGrpSpPr>
          <p:cNvPr id="8" name="Group 275"/>
          <p:cNvGrpSpPr>
            <a:grpSpLocks/>
          </p:cNvGrpSpPr>
          <p:nvPr userDrawn="1"/>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8" name="Group 282"/>
          <p:cNvGrpSpPr>
            <a:grpSpLocks/>
          </p:cNvGrpSpPr>
          <p:nvPr userDrawn="1"/>
        </p:nvGrpSpPr>
        <p:grpSpPr bwMode="gray">
          <a:xfrm>
            <a:off x="215900" y="6992938"/>
            <a:ext cx="8709025" cy="71437"/>
            <a:chOff x="136" y="4346"/>
            <a:chExt cx="5486" cy="113"/>
          </a:xfrm>
        </p:grpSpPr>
        <p:sp>
          <p:nvSpPr>
            <p:cNvPr id="19"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4"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6" name="Group 290"/>
          <p:cNvGrpSpPr>
            <a:grpSpLocks/>
          </p:cNvGrpSpPr>
          <p:nvPr userDrawn="1"/>
        </p:nvGrpSpPr>
        <p:grpSpPr bwMode="gray">
          <a:xfrm>
            <a:off x="215900" y="-171450"/>
            <a:ext cx="8709025" cy="71437"/>
            <a:chOff x="136" y="4346"/>
            <a:chExt cx="5486" cy="113"/>
          </a:xfrm>
        </p:grpSpPr>
        <p:sp>
          <p:nvSpPr>
            <p:cNvPr id="27"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2"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3"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4" name="Group 298"/>
          <p:cNvGrpSpPr>
            <a:grpSpLocks/>
          </p:cNvGrpSpPr>
          <p:nvPr userDrawn="1"/>
        </p:nvGrpSpPr>
        <p:grpSpPr bwMode="gray">
          <a:xfrm>
            <a:off x="9288463" y="225425"/>
            <a:ext cx="71437" cy="5972175"/>
            <a:chOff x="-152" y="142"/>
            <a:chExt cx="113" cy="3762"/>
          </a:xfrm>
        </p:grpSpPr>
        <p:sp>
          <p:nvSpPr>
            <p:cNvPr id="35"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9"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40"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4" name="Picture 3" descr="ABB2logo RGB"/>
          <p:cNvPicPr>
            <a:picLocks noChangeAspect="1" noChangeArrowheads="1"/>
          </p:cNvPicPr>
          <p:nvPr userDrawn="1"/>
        </p:nvPicPr>
        <p:blipFill>
          <a:blip r:embed="rId2" cstate="print"/>
          <a:srcRect/>
          <a:stretch>
            <a:fillRect/>
          </a:stretch>
        </p:blipFill>
        <p:spPr bwMode="gray">
          <a:xfrm>
            <a:off x="7121525" y="6392863"/>
            <a:ext cx="1795463" cy="252412"/>
          </a:xfrm>
          <a:prstGeom prst="rect">
            <a:avLst/>
          </a:prstGeom>
          <a:noFill/>
          <a:ln w="9525">
            <a:noFill/>
            <a:miter lim="800000"/>
            <a:headEnd/>
            <a:tailEnd/>
          </a:ln>
        </p:spPr>
      </p:pic>
      <p:pic>
        <p:nvPicPr>
          <p:cNvPr id="1026" name="Picture 2" descr="prod"/>
          <p:cNvPicPr>
            <a:picLocks noChangeAspect="1" noChangeArrowheads="1"/>
          </p:cNvPicPr>
          <p:nvPr userDrawn="1"/>
        </p:nvPicPr>
        <p:blipFill>
          <a:blip r:embed="rId3">
            <a:extLst>
              <a:ext uri="{28A0092B-C50C-407E-A947-70E740481C1C}">
                <a14:useLocalDpi xmlns:a14="http://schemas.microsoft.com/office/drawing/2010/main" val="0"/>
              </a:ext>
            </a:extLst>
          </a:blip>
          <a:srcRect t="3859"/>
          <a:stretch>
            <a:fillRect/>
          </a:stretch>
        </p:blipFill>
        <p:spPr bwMode="gray">
          <a:xfrm>
            <a:off x="215900" y="225425"/>
            <a:ext cx="8712200" cy="359886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p:cNvSpPr>
            <a:spLocks noChangeArrowheads="1"/>
          </p:cNvSpPr>
          <p:nvPr userDrawn="1"/>
        </p:nvSpPr>
        <p:spPr bwMode="gray">
          <a:xfrm>
            <a:off x="215900" y="5984875"/>
            <a:ext cx="4110038"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200" tIns="0" rIns="0" bIns="14400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smtClean="0">
                <a:ln>
                  <a:noFill/>
                </a:ln>
                <a:solidFill>
                  <a:srgbClr val="FFFFFF"/>
                </a:solidFill>
                <a:effectLst/>
                <a:latin typeface="Arial" pitchFamily="34" charset="0"/>
              </a:rPr>
              <a:t>Please enable your speakers or headphones.</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45"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6" name="Fußzeilenplatzhalter 1">
            <a:hlinkClick r:id="rId4"/>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43"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default">
    <p:spTree>
      <p:nvGrpSpPr>
        <p:cNvPr id="1" name=""/>
        <p:cNvGrpSpPr/>
        <p:nvPr/>
      </p:nvGrpSpPr>
      <p:grpSpPr>
        <a:xfrm>
          <a:off x="0" y="0"/>
          <a:ext cx="0" cy="0"/>
          <a:chOff x="0" y="0"/>
          <a:chExt cx="0" cy="0"/>
        </a:xfrm>
      </p:grpSpPr>
      <p:sp>
        <p:nvSpPr>
          <p:cNvPr id="5" name="Rechteck 7"/>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14" name="Titel 1"/>
          <p:cNvSpPr>
            <a:spLocks noGrp="1"/>
          </p:cNvSpPr>
          <p:nvPr>
            <p:ph type="ctrTitle"/>
          </p:nvPr>
        </p:nvSpPr>
        <p:spPr bwMode="gray">
          <a:xfrm>
            <a:off x="215900" y="4181485"/>
            <a:ext cx="8712200" cy="2019289"/>
          </a:xfrm>
        </p:spPr>
        <p:txBody>
          <a:bodyPr lIns="144000" tIns="0" rIns="0">
            <a:normAutofit/>
          </a:bodyPr>
          <a:lstStyle>
            <a:lvl1pPr marL="0" marR="0" indent="0" algn="l" defTabSz="914400" rtl="0" eaLnBrk="1" fontAlgn="auto" latinLnBrk="0" hangingPunct="1">
              <a:lnSpc>
                <a:spcPct val="90000"/>
              </a:lnSpc>
              <a:spcBef>
                <a:spcPct val="0"/>
              </a:spcBef>
              <a:spcAft>
                <a:spcPts val="0"/>
              </a:spcAft>
              <a:buClrTx/>
              <a:buSzTx/>
              <a:buFontTx/>
              <a:buNone/>
              <a:tabLst/>
              <a:defRPr sz="4000">
                <a:solidFill>
                  <a:schemeClr val="accent2"/>
                </a:solidFill>
                <a:latin typeface="Arial" pitchFamily="34" charset="0"/>
                <a:cs typeface="Arial" pitchFamily="34" charset="0"/>
              </a:defRPr>
            </a:lvl1pPr>
          </a:lstStyle>
          <a:p>
            <a:r>
              <a:rPr lang="en-US" noProof="0" smtClean="0"/>
              <a:t>Click to edit Master title style</a:t>
            </a:r>
            <a:endParaRPr lang="en-US" noProof="0" dirty="0" smtClean="0"/>
          </a:p>
        </p:txBody>
      </p:sp>
      <p:sp>
        <p:nvSpPr>
          <p:cNvPr id="15" name="Untertitel 2"/>
          <p:cNvSpPr>
            <a:spLocks noGrp="1"/>
          </p:cNvSpPr>
          <p:nvPr>
            <p:ph type="subTitle" idx="1"/>
          </p:nvPr>
        </p:nvSpPr>
        <p:spPr bwMode="gray">
          <a:xfrm>
            <a:off x="215900" y="3968750"/>
            <a:ext cx="8712200" cy="216000"/>
          </a:xfrm>
        </p:spPr>
        <p:txBody>
          <a:bodyPr lIns="144000" rtlCol="0">
            <a:noAutofit/>
          </a:bodyPr>
          <a:lstStyle>
            <a:lvl1pPr marL="0" marR="0" indent="0" algn="l" defTabSz="914400" rtl="0" eaLnBrk="1" fontAlgn="base" latinLnBrk="0" hangingPunct="1">
              <a:lnSpc>
                <a:spcPct val="100000"/>
              </a:lnSpc>
              <a:spcBef>
                <a:spcPct val="0"/>
              </a:spcBef>
              <a:spcAft>
                <a:spcPct val="0"/>
              </a:spcAft>
              <a:buClr>
                <a:schemeClr val="tx2"/>
              </a:buClr>
              <a:buSzPct val="70000"/>
              <a:buFont typeface="Wingdings" pitchFamily="2" charset="2"/>
              <a:buNone/>
              <a:tabLst/>
              <a:defRPr lang="de-DE" sz="1000" b="1" smtClean="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noProof="0" smtClean="0"/>
              <a:t>Click to edit Master subtitle style</a:t>
            </a:r>
            <a:endParaRPr lang="en-US" noProof="0" dirty="0" smtClean="0"/>
          </a:p>
        </p:txBody>
      </p:sp>
      <p:grpSp>
        <p:nvGrpSpPr>
          <p:cNvPr id="8" name="Group 275"/>
          <p:cNvGrpSpPr>
            <a:grpSpLocks/>
          </p:cNvGrpSpPr>
          <p:nvPr userDrawn="1">
            <p:custDataLst>
              <p:tags r:id="rId1"/>
            </p:custDataLst>
          </p:nvPr>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8" name="Group 282"/>
          <p:cNvGrpSpPr>
            <a:grpSpLocks/>
          </p:cNvGrpSpPr>
          <p:nvPr userDrawn="1">
            <p:custDataLst>
              <p:tags r:id="rId2"/>
            </p:custDataLst>
          </p:nvPr>
        </p:nvGrpSpPr>
        <p:grpSpPr bwMode="gray">
          <a:xfrm>
            <a:off x="215900" y="6992938"/>
            <a:ext cx="8709025" cy="71437"/>
            <a:chOff x="136" y="4346"/>
            <a:chExt cx="5486" cy="113"/>
          </a:xfrm>
        </p:grpSpPr>
        <p:sp>
          <p:nvSpPr>
            <p:cNvPr id="19"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4"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6" name="Group 290"/>
          <p:cNvGrpSpPr>
            <a:grpSpLocks/>
          </p:cNvGrpSpPr>
          <p:nvPr userDrawn="1">
            <p:custDataLst>
              <p:tags r:id="rId3"/>
            </p:custDataLst>
          </p:nvPr>
        </p:nvGrpSpPr>
        <p:grpSpPr bwMode="gray">
          <a:xfrm>
            <a:off x="215900" y="-171450"/>
            <a:ext cx="8709025" cy="71437"/>
            <a:chOff x="136" y="4346"/>
            <a:chExt cx="5486" cy="113"/>
          </a:xfrm>
        </p:grpSpPr>
        <p:sp>
          <p:nvSpPr>
            <p:cNvPr id="27"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2"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3"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4" name="Group 298"/>
          <p:cNvGrpSpPr>
            <a:grpSpLocks/>
          </p:cNvGrpSpPr>
          <p:nvPr userDrawn="1">
            <p:custDataLst>
              <p:tags r:id="rId4"/>
            </p:custDataLst>
          </p:nvPr>
        </p:nvGrpSpPr>
        <p:grpSpPr bwMode="gray">
          <a:xfrm>
            <a:off x="9288463" y="225425"/>
            <a:ext cx="71437" cy="5972175"/>
            <a:chOff x="-152" y="142"/>
            <a:chExt cx="113" cy="3762"/>
          </a:xfrm>
        </p:grpSpPr>
        <p:sp>
          <p:nvSpPr>
            <p:cNvPr id="35"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9"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40"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4" name="Picture 3" descr="ABB2logo RGB"/>
          <p:cNvPicPr>
            <a:picLocks noChangeAspect="1" noChangeArrowheads="1"/>
          </p:cNvPicPr>
          <p:nvPr userDrawn="1">
            <p:custDataLst>
              <p:tags r:id="rId5"/>
            </p:custDataLst>
          </p:nvPr>
        </p:nvPicPr>
        <p:blipFill>
          <a:blip r:embed="rId8" cstate="print"/>
          <a:srcRect/>
          <a:stretch>
            <a:fillRect/>
          </a:stretch>
        </p:blipFill>
        <p:spPr bwMode="gray">
          <a:xfrm>
            <a:off x="7121525" y="6392863"/>
            <a:ext cx="1795463" cy="252412"/>
          </a:xfrm>
          <a:prstGeom prst="rect">
            <a:avLst/>
          </a:prstGeom>
          <a:noFill/>
          <a:ln w="9525">
            <a:noFill/>
            <a:miter lim="800000"/>
            <a:headEnd/>
            <a:tailEnd/>
          </a:ln>
        </p:spPr>
      </p:pic>
      <p:sp>
        <p:nvSpPr>
          <p:cNvPr id="2" name="Rectangle 3"/>
          <p:cNvSpPr>
            <a:spLocks noChangeArrowheads="1"/>
          </p:cNvSpPr>
          <p:nvPr userDrawn="1"/>
        </p:nvSpPr>
        <p:spPr bwMode="gray">
          <a:xfrm>
            <a:off x="215900" y="5984875"/>
            <a:ext cx="4110038"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200" tIns="0" rIns="0" bIns="14400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smtClean="0">
                <a:ln>
                  <a:noFill/>
                </a:ln>
                <a:solidFill>
                  <a:srgbClr val="FFFFFF"/>
                </a:solidFill>
                <a:effectLst/>
                <a:latin typeface="Arial" pitchFamily="34" charset="0"/>
              </a:rPr>
              <a:t>Please enable your speakers or headphones.</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46"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7" name="Fußzeilenplatzhalter 1">
            <a:hlinkClick r:id="rId9"/>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43"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pic>
        <p:nvPicPr>
          <p:cNvPr id="41" name="Picture 20"/>
          <p:cNvPicPr>
            <a:picLocks noChangeAspect="1" noChangeArrowheads="1"/>
          </p:cNvPicPr>
          <p:nvPr userDrawn="1">
            <p:custDataLst>
              <p:tags r:id="rId6"/>
            </p:custDataLst>
          </p:nvPr>
        </p:nvPicPr>
        <p:blipFill rotWithShape="1">
          <a:blip r:embed="rId10">
            <a:extLst>
              <a:ext uri="{28A0092B-C50C-407E-A947-70E740481C1C}">
                <a14:useLocalDpi xmlns:a14="http://schemas.microsoft.com/office/drawing/2010/main" val="0"/>
              </a:ext>
            </a:extLst>
          </a:blip>
          <a:srcRect l="-7189" t="3786" r="-12263" b="7258"/>
          <a:stretch/>
        </p:blipFill>
        <p:spPr bwMode="auto">
          <a:xfrm>
            <a:off x="214314" y="225426"/>
            <a:ext cx="8702674" cy="359886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180497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without picture">
    <p:spTree>
      <p:nvGrpSpPr>
        <p:cNvPr id="1" name=""/>
        <p:cNvGrpSpPr/>
        <p:nvPr/>
      </p:nvGrpSpPr>
      <p:grpSpPr>
        <a:xfrm>
          <a:off x="0" y="0"/>
          <a:ext cx="0" cy="0"/>
          <a:chOff x="0" y="0"/>
          <a:chExt cx="0" cy="0"/>
        </a:xfrm>
      </p:grpSpPr>
      <p:sp>
        <p:nvSpPr>
          <p:cNvPr id="5" name="Rechteck 7"/>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14" name="Titel 1"/>
          <p:cNvSpPr>
            <a:spLocks noGrp="1"/>
          </p:cNvSpPr>
          <p:nvPr>
            <p:ph type="ctrTitle"/>
          </p:nvPr>
        </p:nvSpPr>
        <p:spPr bwMode="gray">
          <a:xfrm>
            <a:off x="215900" y="225425"/>
            <a:ext cx="8712200" cy="5037707"/>
          </a:xfrm>
        </p:spPr>
        <p:txBody>
          <a:bodyPr lIns="144000" tIns="144000" rIns="0">
            <a:normAutofit/>
          </a:bodyPr>
          <a:lstStyle>
            <a:lvl1pPr marL="0" marR="0" indent="0" algn="l" defTabSz="914400" rtl="0" eaLnBrk="1" fontAlgn="auto" latinLnBrk="0" hangingPunct="1">
              <a:lnSpc>
                <a:spcPct val="90000"/>
              </a:lnSpc>
              <a:spcBef>
                <a:spcPct val="0"/>
              </a:spcBef>
              <a:spcAft>
                <a:spcPts val="0"/>
              </a:spcAft>
              <a:buClrTx/>
              <a:buSzTx/>
              <a:buFontTx/>
              <a:buNone/>
              <a:tabLst/>
              <a:defRPr sz="5400">
                <a:solidFill>
                  <a:schemeClr val="accent2"/>
                </a:solidFill>
                <a:latin typeface="Arial" pitchFamily="34" charset="0"/>
                <a:cs typeface="Arial" pitchFamily="34" charset="0"/>
              </a:defRPr>
            </a:lvl1pPr>
          </a:lstStyle>
          <a:p>
            <a:r>
              <a:rPr lang="en-US" noProof="0" smtClean="0"/>
              <a:t>Click to edit Master title style</a:t>
            </a:r>
            <a:endParaRPr lang="en-US" noProof="0" dirty="0" smtClean="0"/>
          </a:p>
        </p:txBody>
      </p:sp>
      <p:sp>
        <p:nvSpPr>
          <p:cNvPr id="15" name="Untertitel 2"/>
          <p:cNvSpPr>
            <a:spLocks noGrp="1"/>
          </p:cNvSpPr>
          <p:nvPr>
            <p:ph type="subTitle" idx="1"/>
          </p:nvPr>
        </p:nvSpPr>
        <p:spPr bwMode="gray">
          <a:xfrm>
            <a:off x="215900" y="5263132"/>
            <a:ext cx="8712200" cy="216000"/>
          </a:xfrm>
        </p:spPr>
        <p:txBody>
          <a:bodyPr lIns="144000" rtlCol="0">
            <a:noAutofit/>
          </a:bodyPr>
          <a:lstStyle>
            <a:lvl1pPr marL="0" marR="0" indent="0" algn="l" defTabSz="914400" rtl="0" eaLnBrk="1" fontAlgn="base" latinLnBrk="0" hangingPunct="1">
              <a:lnSpc>
                <a:spcPct val="100000"/>
              </a:lnSpc>
              <a:spcBef>
                <a:spcPct val="0"/>
              </a:spcBef>
              <a:spcAft>
                <a:spcPct val="0"/>
              </a:spcAft>
              <a:buClr>
                <a:schemeClr val="tx2"/>
              </a:buClr>
              <a:buSzPct val="70000"/>
              <a:buFont typeface="Wingdings" pitchFamily="2" charset="2"/>
              <a:buNone/>
              <a:tabLst/>
              <a:defRPr lang="de-DE" sz="1200" b="1" smtClean="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noProof="0" smtClean="0"/>
              <a:t>Click to edit Master subtitle style</a:t>
            </a:r>
            <a:endParaRPr lang="en-US" noProof="0" dirty="0" smtClean="0"/>
          </a:p>
        </p:txBody>
      </p:sp>
      <p:grpSp>
        <p:nvGrpSpPr>
          <p:cNvPr id="8" name="Group 275"/>
          <p:cNvGrpSpPr>
            <a:grpSpLocks/>
          </p:cNvGrpSpPr>
          <p:nvPr userDrawn="1"/>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8" name="Group 282"/>
          <p:cNvGrpSpPr>
            <a:grpSpLocks/>
          </p:cNvGrpSpPr>
          <p:nvPr userDrawn="1"/>
        </p:nvGrpSpPr>
        <p:grpSpPr bwMode="gray">
          <a:xfrm>
            <a:off x="215900" y="6992938"/>
            <a:ext cx="8709025" cy="71437"/>
            <a:chOff x="136" y="4346"/>
            <a:chExt cx="5486" cy="113"/>
          </a:xfrm>
        </p:grpSpPr>
        <p:sp>
          <p:nvSpPr>
            <p:cNvPr id="19"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4"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6" name="Group 290"/>
          <p:cNvGrpSpPr>
            <a:grpSpLocks/>
          </p:cNvGrpSpPr>
          <p:nvPr userDrawn="1"/>
        </p:nvGrpSpPr>
        <p:grpSpPr bwMode="gray">
          <a:xfrm>
            <a:off x="215900" y="-171450"/>
            <a:ext cx="8709025" cy="71437"/>
            <a:chOff x="136" y="4346"/>
            <a:chExt cx="5486" cy="113"/>
          </a:xfrm>
        </p:grpSpPr>
        <p:sp>
          <p:nvSpPr>
            <p:cNvPr id="27"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2"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3"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4" name="Group 298"/>
          <p:cNvGrpSpPr>
            <a:grpSpLocks/>
          </p:cNvGrpSpPr>
          <p:nvPr userDrawn="1"/>
        </p:nvGrpSpPr>
        <p:grpSpPr bwMode="gray">
          <a:xfrm>
            <a:off x="9288463" y="225425"/>
            <a:ext cx="71437" cy="5972175"/>
            <a:chOff x="-152" y="142"/>
            <a:chExt cx="113" cy="3762"/>
          </a:xfrm>
        </p:grpSpPr>
        <p:sp>
          <p:nvSpPr>
            <p:cNvPr id="35"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9"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40"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4" name="Picture 3" descr="ABB2logo RGB"/>
          <p:cNvPicPr>
            <a:picLocks noChangeAspect="1" noChangeArrowheads="1"/>
          </p:cNvPicPr>
          <p:nvPr userDrawn="1"/>
        </p:nvPicPr>
        <p:blipFill>
          <a:blip r:embed="rId2" cstate="print"/>
          <a:srcRect/>
          <a:stretch>
            <a:fillRect/>
          </a:stretch>
        </p:blipFill>
        <p:spPr bwMode="gray">
          <a:xfrm>
            <a:off x="7121525" y="6392863"/>
            <a:ext cx="1795463" cy="252412"/>
          </a:xfrm>
          <a:prstGeom prst="rect">
            <a:avLst/>
          </a:prstGeom>
          <a:noFill/>
          <a:ln w="9525">
            <a:noFill/>
            <a:miter lim="800000"/>
            <a:headEnd/>
            <a:tailEnd/>
          </a:ln>
        </p:spPr>
      </p:pic>
      <p:sp>
        <p:nvSpPr>
          <p:cNvPr id="42"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3" name="Fußzeilenplatzhalter 1">
            <a:hlinkClick r:id="rId3"/>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46"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extLst>
      <p:ext uri="{BB962C8B-B14F-4D97-AF65-F5344CB8AC3E}">
        <p14:creationId xmlns:p14="http://schemas.microsoft.com/office/powerpoint/2010/main" val="274250018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slide with picture">
    <p:spTree>
      <p:nvGrpSpPr>
        <p:cNvPr id="1" name=""/>
        <p:cNvGrpSpPr/>
        <p:nvPr/>
      </p:nvGrpSpPr>
      <p:grpSpPr>
        <a:xfrm>
          <a:off x="0" y="0"/>
          <a:ext cx="0" cy="0"/>
          <a:chOff x="0" y="0"/>
          <a:chExt cx="0" cy="0"/>
        </a:xfrm>
      </p:grpSpPr>
      <p:sp>
        <p:nvSpPr>
          <p:cNvPr id="5" name="Rechteck 5"/>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4" name="Bildplatzhalter 9"/>
          <p:cNvSpPr>
            <a:spLocks noGrp="1"/>
          </p:cNvSpPr>
          <p:nvPr>
            <p:ph type="pic" sz="quarter" idx="12"/>
          </p:nvPr>
        </p:nvSpPr>
        <p:spPr bwMode="gray">
          <a:xfrm>
            <a:off x="214313" y="225425"/>
            <a:ext cx="8713787" cy="3598863"/>
          </a:xfrm>
        </p:spPr>
        <p:txBody>
          <a:bodyPr rtlCol="0">
            <a:normAutofit/>
          </a:bodyPr>
          <a:lstStyle>
            <a:lvl1pPr>
              <a:buNone/>
              <a:defRPr/>
            </a:lvl1pPr>
          </a:lstStyle>
          <a:p>
            <a:pPr lvl="0"/>
            <a:r>
              <a:rPr lang="en-US" noProof="0" smtClean="0"/>
              <a:t>Click icon to add picture</a:t>
            </a:r>
            <a:endParaRPr lang="en-US" noProof="0"/>
          </a:p>
        </p:txBody>
      </p:sp>
      <p:sp>
        <p:nvSpPr>
          <p:cNvPr id="7" name="Titel 1"/>
          <p:cNvSpPr>
            <a:spLocks noGrp="1"/>
          </p:cNvSpPr>
          <p:nvPr>
            <p:ph type="ctrTitle"/>
          </p:nvPr>
        </p:nvSpPr>
        <p:spPr bwMode="gray">
          <a:xfrm>
            <a:off x="215900" y="4181485"/>
            <a:ext cx="8712200" cy="2019289"/>
          </a:xfrm>
        </p:spPr>
        <p:txBody>
          <a:bodyPr lIns="144000" tIns="0" rIns="0">
            <a:normAutofit/>
          </a:bodyPr>
          <a:lstStyle>
            <a:lvl1pPr marL="0" marR="0" indent="0" algn="l" defTabSz="914400" rtl="0" eaLnBrk="1" fontAlgn="auto" latinLnBrk="0" hangingPunct="1">
              <a:lnSpc>
                <a:spcPct val="90000"/>
              </a:lnSpc>
              <a:spcBef>
                <a:spcPct val="0"/>
              </a:spcBef>
              <a:spcAft>
                <a:spcPts val="0"/>
              </a:spcAft>
              <a:buClrTx/>
              <a:buSzTx/>
              <a:buFontTx/>
              <a:buNone/>
              <a:tabLst/>
              <a:defRPr sz="4000">
                <a:solidFill>
                  <a:schemeClr val="accent2"/>
                </a:solidFill>
                <a:latin typeface="Arial" pitchFamily="34" charset="0"/>
                <a:cs typeface="Arial" pitchFamily="34" charset="0"/>
              </a:defRPr>
            </a:lvl1pPr>
          </a:lstStyle>
          <a:p>
            <a:r>
              <a:rPr lang="en-US" noProof="0" smtClean="0"/>
              <a:t>Click to edit Master title style</a:t>
            </a:r>
            <a:endParaRPr lang="en-US" noProof="0" dirty="0" smtClean="0"/>
          </a:p>
        </p:txBody>
      </p:sp>
      <p:grpSp>
        <p:nvGrpSpPr>
          <p:cNvPr id="8" name="Group 275"/>
          <p:cNvGrpSpPr>
            <a:grpSpLocks/>
          </p:cNvGrpSpPr>
          <p:nvPr userDrawn="1"/>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4"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5"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6" name="Group 282"/>
          <p:cNvGrpSpPr>
            <a:grpSpLocks/>
          </p:cNvGrpSpPr>
          <p:nvPr userDrawn="1"/>
        </p:nvGrpSpPr>
        <p:grpSpPr bwMode="gray">
          <a:xfrm>
            <a:off x="215900" y="6992938"/>
            <a:ext cx="8709025" cy="71437"/>
            <a:chOff x="136" y="4346"/>
            <a:chExt cx="5486" cy="113"/>
          </a:xfrm>
        </p:grpSpPr>
        <p:sp>
          <p:nvSpPr>
            <p:cNvPr id="17"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8"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9"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4" name="Group 290"/>
          <p:cNvGrpSpPr>
            <a:grpSpLocks/>
          </p:cNvGrpSpPr>
          <p:nvPr userDrawn="1"/>
        </p:nvGrpSpPr>
        <p:grpSpPr bwMode="gray">
          <a:xfrm>
            <a:off x="215900" y="-171450"/>
            <a:ext cx="8709025" cy="71437"/>
            <a:chOff x="136" y="4346"/>
            <a:chExt cx="5486" cy="113"/>
          </a:xfrm>
        </p:grpSpPr>
        <p:sp>
          <p:nvSpPr>
            <p:cNvPr id="25"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6"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7"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2" name="Group 298"/>
          <p:cNvGrpSpPr>
            <a:grpSpLocks/>
          </p:cNvGrpSpPr>
          <p:nvPr userDrawn="1"/>
        </p:nvGrpSpPr>
        <p:grpSpPr bwMode="gray">
          <a:xfrm>
            <a:off x="9288463" y="225425"/>
            <a:ext cx="71437" cy="5972175"/>
            <a:chOff x="-152" y="142"/>
            <a:chExt cx="113" cy="3762"/>
          </a:xfrm>
        </p:grpSpPr>
        <p:sp>
          <p:nvSpPr>
            <p:cNvPr id="33"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4"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5"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2" name="Picture 3" descr="ABB2logo RGB"/>
          <p:cNvPicPr>
            <a:picLocks noChangeAspect="1" noChangeArrowheads="1"/>
          </p:cNvPicPr>
          <p:nvPr userDrawn="1"/>
        </p:nvPicPr>
        <p:blipFill>
          <a:blip r:embed="rId2" cstate="print"/>
          <a:srcRect l="62511"/>
          <a:stretch>
            <a:fillRect/>
          </a:stretch>
        </p:blipFill>
        <p:spPr bwMode="gray">
          <a:xfrm>
            <a:off x="8243888" y="6392863"/>
            <a:ext cx="673100" cy="252412"/>
          </a:xfrm>
          <a:prstGeom prst="rect">
            <a:avLst/>
          </a:prstGeom>
          <a:noFill/>
          <a:ln w="9525">
            <a:noFill/>
            <a:miter lim="800000"/>
            <a:headEnd/>
            <a:tailEnd/>
          </a:ln>
        </p:spPr>
      </p:pic>
      <p:sp>
        <p:nvSpPr>
          <p:cNvPr id="4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1" name="Fußzeilenplatzhalter 1">
            <a:hlinkClick r:id="rId3"/>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44"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slide without picture">
    <p:spTree>
      <p:nvGrpSpPr>
        <p:cNvPr id="1" name=""/>
        <p:cNvGrpSpPr/>
        <p:nvPr/>
      </p:nvGrpSpPr>
      <p:grpSpPr>
        <a:xfrm>
          <a:off x="0" y="0"/>
          <a:ext cx="0" cy="0"/>
          <a:chOff x="0" y="0"/>
          <a:chExt cx="0" cy="0"/>
        </a:xfrm>
      </p:grpSpPr>
      <p:sp>
        <p:nvSpPr>
          <p:cNvPr id="3" name="Rechteck 2"/>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4" name="Titel 1"/>
          <p:cNvSpPr>
            <a:spLocks noGrp="1"/>
          </p:cNvSpPr>
          <p:nvPr>
            <p:ph type="title"/>
          </p:nvPr>
        </p:nvSpPr>
        <p:spPr bwMode="gray">
          <a:xfrm>
            <a:off x="215900" y="225424"/>
            <a:ext cx="8712200" cy="5975351"/>
          </a:xfrm>
        </p:spPr>
        <p:txBody>
          <a:bodyPr lIns="144000" tIns="144000" rIns="0" rtlCol="0">
            <a:normAutofit/>
          </a:bodyPr>
          <a:lstStyle>
            <a:lvl1pPr algn="l" defTabSz="914400" rtl="0" eaLnBrk="1" latinLnBrk="0" hangingPunct="1">
              <a:spcBef>
                <a:spcPct val="0"/>
              </a:spcBef>
              <a:buNone/>
              <a:defRPr lang="de-DE" sz="5400" kern="1200" dirty="0" smtClean="0">
                <a:solidFill>
                  <a:schemeClr val="accent2"/>
                </a:solidFill>
                <a:latin typeface="Arial" pitchFamily="34" charset="0"/>
                <a:ea typeface="+mj-ea"/>
                <a:cs typeface="Arial" pitchFamily="34" charset="0"/>
              </a:defRPr>
            </a:lvl1pPr>
          </a:lstStyle>
          <a:p>
            <a:r>
              <a:rPr lang="en-US" noProof="0" smtClean="0"/>
              <a:t>Click to edit Master title style</a:t>
            </a:r>
            <a:endParaRPr lang="en-US" noProof="0" dirty="0"/>
          </a:p>
        </p:txBody>
      </p:sp>
      <p:grpSp>
        <p:nvGrpSpPr>
          <p:cNvPr id="6" name="Group 275"/>
          <p:cNvGrpSpPr>
            <a:grpSpLocks/>
          </p:cNvGrpSpPr>
          <p:nvPr userDrawn="1"/>
        </p:nvGrpSpPr>
        <p:grpSpPr bwMode="gray">
          <a:xfrm>
            <a:off x="-215900" y="225425"/>
            <a:ext cx="71437" cy="5972175"/>
            <a:chOff x="-152" y="142"/>
            <a:chExt cx="113" cy="3762"/>
          </a:xfrm>
        </p:grpSpPr>
        <p:sp>
          <p:nvSpPr>
            <p:cNvPr id="7"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8"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9"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3" name="Group 282"/>
          <p:cNvGrpSpPr>
            <a:grpSpLocks/>
          </p:cNvGrpSpPr>
          <p:nvPr userDrawn="1"/>
        </p:nvGrpSpPr>
        <p:grpSpPr bwMode="gray">
          <a:xfrm>
            <a:off x="215900" y="6992938"/>
            <a:ext cx="8709025" cy="71437"/>
            <a:chOff x="136" y="4346"/>
            <a:chExt cx="5486" cy="113"/>
          </a:xfrm>
        </p:grpSpPr>
        <p:sp>
          <p:nvSpPr>
            <p:cNvPr id="14"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5"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6"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8"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9"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1" name="Group 290"/>
          <p:cNvGrpSpPr>
            <a:grpSpLocks/>
          </p:cNvGrpSpPr>
          <p:nvPr userDrawn="1"/>
        </p:nvGrpSpPr>
        <p:grpSpPr bwMode="gray">
          <a:xfrm>
            <a:off x="215900" y="-171450"/>
            <a:ext cx="8709025" cy="71437"/>
            <a:chOff x="136" y="4346"/>
            <a:chExt cx="5486" cy="113"/>
          </a:xfrm>
        </p:grpSpPr>
        <p:sp>
          <p:nvSpPr>
            <p:cNvPr id="22"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4"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6"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7"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9" name="Group 298"/>
          <p:cNvGrpSpPr>
            <a:grpSpLocks/>
          </p:cNvGrpSpPr>
          <p:nvPr userDrawn="1"/>
        </p:nvGrpSpPr>
        <p:grpSpPr bwMode="gray">
          <a:xfrm>
            <a:off x="9288463" y="225425"/>
            <a:ext cx="71437" cy="5972175"/>
            <a:chOff x="-152" y="142"/>
            <a:chExt cx="113" cy="3762"/>
          </a:xfrm>
        </p:grpSpPr>
        <p:sp>
          <p:nvSpPr>
            <p:cNvPr id="30"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1"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2"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3"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4"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5"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39" name="Picture 3" descr="ABB2logo RGB"/>
          <p:cNvPicPr>
            <a:picLocks noChangeAspect="1" noChangeArrowheads="1"/>
          </p:cNvPicPr>
          <p:nvPr userDrawn="1"/>
        </p:nvPicPr>
        <p:blipFill>
          <a:blip r:embed="rId2" cstate="print"/>
          <a:srcRect l="62511"/>
          <a:stretch>
            <a:fillRect/>
          </a:stretch>
        </p:blipFill>
        <p:spPr bwMode="gray">
          <a:xfrm>
            <a:off x="8243888" y="6392863"/>
            <a:ext cx="673100" cy="252412"/>
          </a:xfrm>
          <a:prstGeom prst="rect">
            <a:avLst/>
          </a:prstGeom>
          <a:noFill/>
          <a:ln w="9525">
            <a:noFill/>
            <a:miter lim="800000"/>
            <a:headEnd/>
            <a:tailEnd/>
          </a:ln>
        </p:spPr>
      </p:pic>
      <p:sp>
        <p:nvSpPr>
          <p:cNvPr id="4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2" name="Fußzeilenplatzhalter 1">
            <a:hlinkClick r:id="rId3"/>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41"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default">
    <p:spTree>
      <p:nvGrpSpPr>
        <p:cNvPr id="1" name=""/>
        <p:cNvGrpSpPr/>
        <p:nvPr/>
      </p:nvGrpSpPr>
      <p:grpSpPr>
        <a:xfrm>
          <a:off x="0" y="0"/>
          <a:ext cx="0" cy="0"/>
          <a:chOff x="0" y="0"/>
          <a:chExt cx="0" cy="0"/>
        </a:xfrm>
      </p:grpSpPr>
      <p:sp>
        <p:nvSpPr>
          <p:cNvPr id="8" name="Textplatzhalter 14"/>
          <p:cNvSpPr>
            <a:spLocks noGrp="1"/>
          </p:cNvSpPr>
          <p:nvPr>
            <p:ph type="body" sz="quarter" idx="15"/>
          </p:nvPr>
        </p:nvSpPr>
        <p:spPr bwMode="gray">
          <a:xfrm>
            <a:off x="1476375" y="1592263"/>
            <a:ext cx="6191250" cy="4608512"/>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4" name="Title 13"/>
          <p:cNvSpPr>
            <a:spLocks noGrp="1"/>
          </p:cNvSpPr>
          <p:nvPr>
            <p:ph type="title"/>
          </p:nvPr>
        </p:nvSpPr>
        <p:spPr bwMode="gray"/>
        <p:txBody>
          <a:bodyPr/>
          <a:lstStyle/>
          <a:p>
            <a:r>
              <a:rPr lang="en-US" noProof="0" smtClean="0"/>
              <a:t>Click to edit Master title style</a:t>
            </a:r>
            <a:endParaRPr lang="en-US" noProof="0"/>
          </a:p>
        </p:txBody>
      </p:sp>
      <p:sp>
        <p:nvSpPr>
          <p:cNvPr id="1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slide small picture and text box">
    <p:spTree>
      <p:nvGrpSpPr>
        <p:cNvPr id="1" name=""/>
        <p:cNvGrpSpPr/>
        <p:nvPr/>
      </p:nvGrpSpPr>
      <p:grpSpPr>
        <a:xfrm>
          <a:off x="0" y="0"/>
          <a:ext cx="0" cy="0"/>
          <a:chOff x="0" y="0"/>
          <a:chExt cx="0" cy="0"/>
        </a:xfrm>
      </p:grpSpPr>
      <p:sp>
        <p:nvSpPr>
          <p:cNvPr id="19" name="Textplatzhalter 14"/>
          <p:cNvSpPr>
            <a:spLocks noGrp="1"/>
          </p:cNvSpPr>
          <p:nvPr>
            <p:ph type="body" sz="quarter" idx="18"/>
          </p:nvPr>
        </p:nvSpPr>
        <p:spPr bwMode="gray">
          <a:xfrm>
            <a:off x="1476375" y="1592263"/>
            <a:ext cx="6191249" cy="4608511"/>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2" name="Bildplatzhalter 24"/>
          <p:cNvSpPr>
            <a:spLocks noGrp="1"/>
          </p:cNvSpPr>
          <p:nvPr>
            <p:ph type="pic" sz="quarter" idx="19" hasCustomPrompt="1"/>
          </p:nvPr>
        </p:nvSpPr>
        <p:spPr bwMode="gray">
          <a:xfrm>
            <a:off x="208757" y="1592263"/>
            <a:ext cx="1119980" cy="4608511"/>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8" name="Title 7"/>
          <p:cNvSpPr>
            <a:spLocks noGrp="1"/>
          </p:cNvSpPr>
          <p:nvPr>
            <p:ph type="title"/>
          </p:nvPr>
        </p:nvSpPr>
        <p:spPr bwMode="gray"/>
        <p:txBody>
          <a:bodyPr/>
          <a:lstStyle/>
          <a:p>
            <a:r>
              <a:rPr lang="en-US" noProof="0" smtClean="0"/>
              <a:t>Click to edit Master title style</a:t>
            </a:r>
            <a:endParaRPr lang="en-US" noProof="0"/>
          </a:p>
        </p:txBody>
      </p:sp>
      <p:sp>
        <p:nvSpPr>
          <p:cNvPr id="9"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slide one picture and one text box">
    <p:spTree>
      <p:nvGrpSpPr>
        <p:cNvPr id="1" name=""/>
        <p:cNvGrpSpPr/>
        <p:nvPr/>
      </p:nvGrpSpPr>
      <p:grpSpPr>
        <a:xfrm>
          <a:off x="0" y="0"/>
          <a:ext cx="0" cy="0"/>
          <a:chOff x="0" y="0"/>
          <a:chExt cx="0" cy="0"/>
        </a:xfrm>
      </p:grpSpPr>
      <p:sp>
        <p:nvSpPr>
          <p:cNvPr id="19" name="Textplatzhalter 14"/>
          <p:cNvSpPr>
            <a:spLocks noGrp="1"/>
          </p:cNvSpPr>
          <p:nvPr>
            <p:ph type="body" sz="quarter" idx="18"/>
          </p:nvPr>
        </p:nvSpPr>
        <p:spPr bwMode="gray">
          <a:xfrm>
            <a:off x="4643437" y="1592263"/>
            <a:ext cx="3024187" cy="4608511"/>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2" name="Bildplatzhalter 24"/>
          <p:cNvSpPr>
            <a:spLocks noGrp="1"/>
          </p:cNvSpPr>
          <p:nvPr>
            <p:ph type="pic" sz="quarter" idx="19" hasCustomPrompt="1"/>
          </p:nvPr>
        </p:nvSpPr>
        <p:spPr bwMode="gray">
          <a:xfrm>
            <a:off x="1476375" y="1592263"/>
            <a:ext cx="3024188" cy="4608511"/>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8" name="Title 7"/>
          <p:cNvSpPr>
            <a:spLocks noGrp="1"/>
          </p:cNvSpPr>
          <p:nvPr>
            <p:ph type="title"/>
          </p:nvPr>
        </p:nvSpPr>
        <p:spPr bwMode="gray"/>
        <p:txBody>
          <a:bodyPr/>
          <a:lstStyle/>
          <a:p>
            <a:r>
              <a:rPr lang="en-US" noProof="0" smtClean="0"/>
              <a:t>Click to edit Master title style</a:t>
            </a:r>
            <a:endParaRPr lang="en-US" noProof="0"/>
          </a:p>
        </p:txBody>
      </p:sp>
      <p:sp>
        <p:nvSpPr>
          <p:cNvPr id="9"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slide two pictures besides text">
    <p:spTree>
      <p:nvGrpSpPr>
        <p:cNvPr id="1" name=""/>
        <p:cNvGrpSpPr/>
        <p:nvPr/>
      </p:nvGrpSpPr>
      <p:grpSpPr>
        <a:xfrm>
          <a:off x="0" y="0"/>
          <a:ext cx="0" cy="0"/>
          <a:chOff x="0" y="0"/>
          <a:chExt cx="0" cy="0"/>
        </a:xfrm>
      </p:grpSpPr>
      <p:sp>
        <p:nvSpPr>
          <p:cNvPr id="21" name="Textplatzhalter 14"/>
          <p:cNvSpPr>
            <a:spLocks noGrp="1"/>
          </p:cNvSpPr>
          <p:nvPr>
            <p:ph type="body" sz="quarter" idx="18"/>
          </p:nvPr>
        </p:nvSpPr>
        <p:spPr bwMode="gray">
          <a:xfrm>
            <a:off x="4643437" y="1592263"/>
            <a:ext cx="3024187" cy="4608511"/>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2" name="Bildplatzhalter 24"/>
          <p:cNvSpPr>
            <a:spLocks noGrp="1"/>
          </p:cNvSpPr>
          <p:nvPr>
            <p:ph type="pic" sz="quarter" idx="19" hasCustomPrompt="1"/>
          </p:nvPr>
        </p:nvSpPr>
        <p:spPr bwMode="gray">
          <a:xfrm>
            <a:off x="1476375" y="1592262"/>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3" name="Bildplatzhalter 24"/>
          <p:cNvSpPr>
            <a:spLocks noGrp="1"/>
          </p:cNvSpPr>
          <p:nvPr>
            <p:ph type="pic" sz="quarter" idx="20" hasCustomPrompt="1"/>
          </p:nvPr>
        </p:nvSpPr>
        <p:spPr bwMode="gray">
          <a:xfrm>
            <a:off x="1476375" y="3968750"/>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Title 8"/>
          <p:cNvSpPr>
            <a:spLocks noGrp="1"/>
          </p:cNvSpPr>
          <p:nvPr>
            <p:ph type="title"/>
          </p:nvPr>
        </p:nvSpPr>
        <p:spPr bwMode="gray"/>
        <p:txBody>
          <a:bodyPr/>
          <a:lstStyle/>
          <a:p>
            <a:r>
              <a:rPr lang="en-US" noProof="0" smtClean="0"/>
              <a:t>Click to edit Master title style</a:t>
            </a:r>
            <a:endParaRPr lang="en-US" noProof="0"/>
          </a:p>
        </p:txBody>
      </p:sp>
      <p:sp>
        <p:nvSpPr>
          <p:cNvPr id="11"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slide three pictures besides text">
    <p:spTree>
      <p:nvGrpSpPr>
        <p:cNvPr id="1" name=""/>
        <p:cNvGrpSpPr/>
        <p:nvPr/>
      </p:nvGrpSpPr>
      <p:grpSpPr>
        <a:xfrm>
          <a:off x="0" y="0"/>
          <a:ext cx="0" cy="0"/>
          <a:chOff x="0" y="0"/>
          <a:chExt cx="0" cy="0"/>
        </a:xfrm>
      </p:grpSpPr>
      <p:sp>
        <p:nvSpPr>
          <p:cNvPr id="21" name="Textplatzhalter 14"/>
          <p:cNvSpPr>
            <a:spLocks noGrp="1"/>
          </p:cNvSpPr>
          <p:nvPr>
            <p:ph type="body" sz="quarter" idx="18"/>
          </p:nvPr>
        </p:nvSpPr>
        <p:spPr bwMode="gray">
          <a:xfrm>
            <a:off x="4643437" y="1592263"/>
            <a:ext cx="3024187" cy="4608511"/>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2" name="Bildplatzhalter 24"/>
          <p:cNvSpPr>
            <a:spLocks noGrp="1"/>
          </p:cNvSpPr>
          <p:nvPr>
            <p:ph type="pic" sz="quarter" idx="19" hasCustomPrompt="1"/>
          </p:nvPr>
        </p:nvSpPr>
        <p:spPr bwMode="gray">
          <a:xfrm>
            <a:off x="1476375" y="1592262"/>
            <a:ext cx="3024188" cy="1440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3" name="Bildplatzhalter 24"/>
          <p:cNvSpPr>
            <a:spLocks noGrp="1"/>
          </p:cNvSpPr>
          <p:nvPr>
            <p:ph type="pic" sz="quarter" idx="20" hasCustomPrompt="1"/>
          </p:nvPr>
        </p:nvSpPr>
        <p:spPr bwMode="gray">
          <a:xfrm>
            <a:off x="1476375" y="3176518"/>
            <a:ext cx="3024188" cy="1440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Bildplatzhalter 24"/>
          <p:cNvSpPr>
            <a:spLocks noGrp="1"/>
          </p:cNvSpPr>
          <p:nvPr>
            <p:ph type="pic" sz="quarter" idx="21" hasCustomPrompt="1"/>
          </p:nvPr>
        </p:nvSpPr>
        <p:spPr bwMode="gray">
          <a:xfrm>
            <a:off x="1476375" y="4760775"/>
            <a:ext cx="3024188" cy="1440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0" name="Title 9"/>
          <p:cNvSpPr>
            <a:spLocks noGrp="1"/>
          </p:cNvSpPr>
          <p:nvPr>
            <p:ph type="title"/>
          </p:nvPr>
        </p:nvSpPr>
        <p:spPr bwMode="gray"/>
        <p:txBody>
          <a:bodyPr/>
          <a:lstStyle/>
          <a:p>
            <a:r>
              <a:rPr lang="en-US" noProof="0" smtClean="0"/>
              <a:t>Click to edit Master title style</a:t>
            </a:r>
            <a:endParaRPr lang="en-US" noProof="0"/>
          </a:p>
        </p:txBody>
      </p:sp>
      <p:sp>
        <p:nvSpPr>
          <p:cNvPr id="13"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lide three pictures">
    <p:spTree>
      <p:nvGrpSpPr>
        <p:cNvPr id="1" name=""/>
        <p:cNvGrpSpPr/>
        <p:nvPr/>
      </p:nvGrpSpPr>
      <p:grpSpPr>
        <a:xfrm>
          <a:off x="0" y="0"/>
          <a:ext cx="0" cy="0"/>
          <a:chOff x="0" y="0"/>
          <a:chExt cx="0" cy="0"/>
        </a:xfrm>
      </p:grpSpPr>
      <p:sp>
        <p:nvSpPr>
          <p:cNvPr id="22" name="Bildplatzhalter 24"/>
          <p:cNvSpPr>
            <a:spLocks noGrp="1"/>
          </p:cNvSpPr>
          <p:nvPr>
            <p:ph type="pic" sz="quarter" idx="19" hasCustomPrompt="1"/>
          </p:nvPr>
        </p:nvSpPr>
        <p:spPr bwMode="gray">
          <a:xfrm>
            <a:off x="1476375" y="1592261"/>
            <a:ext cx="3024188" cy="2232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3" name="Bildplatzhalter 24"/>
          <p:cNvSpPr>
            <a:spLocks noGrp="1"/>
          </p:cNvSpPr>
          <p:nvPr>
            <p:ph type="pic" sz="quarter" idx="20" hasCustomPrompt="1"/>
          </p:nvPr>
        </p:nvSpPr>
        <p:spPr bwMode="gray">
          <a:xfrm>
            <a:off x="1476375" y="3968774"/>
            <a:ext cx="3024188" cy="2232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Bildplatzhalter 24"/>
          <p:cNvSpPr>
            <a:spLocks noGrp="1"/>
          </p:cNvSpPr>
          <p:nvPr>
            <p:ph type="pic" sz="quarter" idx="21" hasCustomPrompt="1"/>
          </p:nvPr>
        </p:nvSpPr>
        <p:spPr bwMode="gray">
          <a:xfrm>
            <a:off x="4643438" y="1592261"/>
            <a:ext cx="3024188" cy="4608514"/>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0" name="Title 9"/>
          <p:cNvSpPr>
            <a:spLocks noGrp="1"/>
          </p:cNvSpPr>
          <p:nvPr>
            <p:ph type="title"/>
          </p:nvPr>
        </p:nvSpPr>
        <p:spPr bwMode="gray"/>
        <p:txBody>
          <a:bodyPr/>
          <a:lstStyle/>
          <a:p>
            <a:r>
              <a:rPr lang="en-US" noProof="0" smtClean="0"/>
              <a:t>Click to edit Master title style</a:t>
            </a:r>
            <a:endParaRPr lang="en-US" noProof="0"/>
          </a:p>
        </p:txBody>
      </p:sp>
      <p:sp>
        <p:nvSpPr>
          <p:cNvPr id="12"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one picture above text">
    <p:spTree>
      <p:nvGrpSpPr>
        <p:cNvPr id="1" name=""/>
        <p:cNvGrpSpPr/>
        <p:nvPr/>
      </p:nvGrpSpPr>
      <p:grpSpPr>
        <a:xfrm>
          <a:off x="0" y="0"/>
          <a:ext cx="0" cy="0"/>
          <a:chOff x="0" y="0"/>
          <a:chExt cx="0" cy="0"/>
        </a:xfrm>
      </p:grpSpPr>
      <p:sp>
        <p:nvSpPr>
          <p:cNvPr id="23" name="Textplatzhalter 14"/>
          <p:cNvSpPr>
            <a:spLocks noGrp="1"/>
          </p:cNvSpPr>
          <p:nvPr>
            <p:ph type="body" sz="quarter" idx="17"/>
          </p:nvPr>
        </p:nvSpPr>
        <p:spPr bwMode="gray">
          <a:xfrm>
            <a:off x="1476375" y="3968749"/>
            <a:ext cx="6191250" cy="2232025"/>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5" name="Bildplatzhalter 24"/>
          <p:cNvSpPr>
            <a:spLocks noGrp="1"/>
          </p:cNvSpPr>
          <p:nvPr>
            <p:ph type="pic" sz="quarter" idx="18" hasCustomPrompt="1"/>
          </p:nvPr>
        </p:nvSpPr>
        <p:spPr bwMode="gray">
          <a:xfrm>
            <a:off x="1476375" y="1592263"/>
            <a:ext cx="619125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Title 8"/>
          <p:cNvSpPr>
            <a:spLocks noGrp="1"/>
          </p:cNvSpPr>
          <p:nvPr>
            <p:ph type="title"/>
          </p:nvPr>
        </p:nvSpPr>
        <p:spPr bwMode="gray"/>
        <p:txBody>
          <a:bodyPr/>
          <a:lstStyle/>
          <a:p>
            <a:r>
              <a:rPr lang="en-US" noProof="0" smtClean="0"/>
              <a:t>Click to edit Master title style</a:t>
            </a:r>
            <a:endParaRPr lang="en-US" noProof="0"/>
          </a:p>
        </p:txBody>
      </p:sp>
      <p:sp>
        <p:nvSpPr>
          <p:cNvPr id="1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slide two pictures above text">
    <p:spTree>
      <p:nvGrpSpPr>
        <p:cNvPr id="1" name=""/>
        <p:cNvGrpSpPr/>
        <p:nvPr/>
      </p:nvGrpSpPr>
      <p:grpSpPr>
        <a:xfrm>
          <a:off x="0" y="0"/>
          <a:ext cx="0" cy="0"/>
          <a:chOff x="0" y="0"/>
          <a:chExt cx="0" cy="0"/>
        </a:xfrm>
      </p:grpSpPr>
      <p:sp>
        <p:nvSpPr>
          <p:cNvPr id="23" name="Textplatzhalter 14"/>
          <p:cNvSpPr>
            <a:spLocks noGrp="1"/>
          </p:cNvSpPr>
          <p:nvPr>
            <p:ph type="body" sz="quarter" idx="17"/>
          </p:nvPr>
        </p:nvSpPr>
        <p:spPr bwMode="gray">
          <a:xfrm>
            <a:off x="1476375" y="3968749"/>
            <a:ext cx="6191250" cy="2232025"/>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4" name="Bildplatzhalter 24"/>
          <p:cNvSpPr>
            <a:spLocks noGrp="1"/>
          </p:cNvSpPr>
          <p:nvPr>
            <p:ph type="pic" sz="quarter" idx="18" hasCustomPrompt="1"/>
          </p:nvPr>
        </p:nvSpPr>
        <p:spPr bwMode="gray">
          <a:xfrm>
            <a:off x="4643437" y="1592263"/>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5" name="Bildplatzhalter 24"/>
          <p:cNvSpPr>
            <a:spLocks noGrp="1"/>
          </p:cNvSpPr>
          <p:nvPr>
            <p:ph type="pic" sz="quarter" idx="19" hasCustomPrompt="1"/>
          </p:nvPr>
        </p:nvSpPr>
        <p:spPr bwMode="gray">
          <a:xfrm>
            <a:off x="1476375" y="1592263"/>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Title 8"/>
          <p:cNvSpPr>
            <a:spLocks noGrp="1"/>
          </p:cNvSpPr>
          <p:nvPr>
            <p:ph type="title"/>
          </p:nvPr>
        </p:nvSpPr>
        <p:spPr bwMode="gray"/>
        <p:txBody>
          <a:bodyPr/>
          <a:lstStyle/>
          <a:p>
            <a:r>
              <a:rPr lang="en-US" noProof="0" smtClean="0"/>
              <a:t>Click to edit Master title style</a:t>
            </a:r>
            <a:endParaRPr lang="en-US" noProof="0"/>
          </a:p>
        </p:txBody>
      </p:sp>
      <p:sp>
        <p:nvSpPr>
          <p:cNvPr id="11"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three pictures above text">
    <p:spTree>
      <p:nvGrpSpPr>
        <p:cNvPr id="1" name=""/>
        <p:cNvGrpSpPr/>
        <p:nvPr/>
      </p:nvGrpSpPr>
      <p:grpSpPr>
        <a:xfrm>
          <a:off x="0" y="0"/>
          <a:ext cx="0" cy="0"/>
          <a:chOff x="0" y="0"/>
          <a:chExt cx="0" cy="0"/>
        </a:xfrm>
      </p:grpSpPr>
      <p:sp>
        <p:nvSpPr>
          <p:cNvPr id="26" name="Bildplatzhalter 24"/>
          <p:cNvSpPr>
            <a:spLocks noGrp="1"/>
          </p:cNvSpPr>
          <p:nvPr>
            <p:ph type="pic" sz="quarter" idx="18" hasCustomPrompt="1"/>
          </p:nvPr>
        </p:nvSpPr>
        <p:spPr bwMode="gray">
          <a:xfrm>
            <a:off x="1476375" y="1592263"/>
            <a:ext cx="1976399"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7" name="Bildplatzhalter 24"/>
          <p:cNvSpPr>
            <a:spLocks noGrp="1"/>
          </p:cNvSpPr>
          <p:nvPr>
            <p:ph type="pic" sz="quarter" idx="19" hasCustomPrompt="1"/>
          </p:nvPr>
        </p:nvSpPr>
        <p:spPr bwMode="gray">
          <a:xfrm>
            <a:off x="3583800" y="1592263"/>
            <a:ext cx="1976399"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8" name="Bildplatzhalter 24"/>
          <p:cNvSpPr>
            <a:spLocks noGrp="1"/>
          </p:cNvSpPr>
          <p:nvPr>
            <p:ph type="pic" sz="quarter" idx="20" hasCustomPrompt="1"/>
          </p:nvPr>
        </p:nvSpPr>
        <p:spPr bwMode="gray">
          <a:xfrm>
            <a:off x="5691225" y="1592263"/>
            <a:ext cx="1976399"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5" name="Textplatzhalter 14"/>
          <p:cNvSpPr>
            <a:spLocks noGrp="1"/>
          </p:cNvSpPr>
          <p:nvPr>
            <p:ph type="body" sz="quarter" idx="17"/>
          </p:nvPr>
        </p:nvSpPr>
        <p:spPr bwMode="gray">
          <a:xfrm>
            <a:off x="1476375" y="3968749"/>
            <a:ext cx="6191250" cy="2232025"/>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Title 9"/>
          <p:cNvSpPr>
            <a:spLocks noGrp="1"/>
          </p:cNvSpPr>
          <p:nvPr>
            <p:ph type="title"/>
          </p:nvPr>
        </p:nvSpPr>
        <p:spPr bwMode="gray"/>
        <p:txBody>
          <a:bodyPr/>
          <a:lstStyle/>
          <a:p>
            <a:r>
              <a:rPr lang="en-US" noProof="0" smtClean="0"/>
              <a:t>Click to edit Master title style</a:t>
            </a:r>
            <a:endParaRPr lang="en-US" noProof="0"/>
          </a:p>
        </p:txBody>
      </p:sp>
      <p:sp>
        <p:nvSpPr>
          <p:cNvPr id="12"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four pictures">
    <p:spTree>
      <p:nvGrpSpPr>
        <p:cNvPr id="1" name=""/>
        <p:cNvGrpSpPr/>
        <p:nvPr/>
      </p:nvGrpSpPr>
      <p:grpSpPr>
        <a:xfrm>
          <a:off x="0" y="0"/>
          <a:ext cx="0" cy="0"/>
          <a:chOff x="0" y="0"/>
          <a:chExt cx="0" cy="0"/>
        </a:xfrm>
      </p:grpSpPr>
      <p:sp>
        <p:nvSpPr>
          <p:cNvPr id="23" name="Bildplatzhalter 24"/>
          <p:cNvSpPr>
            <a:spLocks noGrp="1"/>
          </p:cNvSpPr>
          <p:nvPr>
            <p:ph type="pic" sz="quarter" idx="19" hasCustomPrompt="1"/>
          </p:nvPr>
        </p:nvSpPr>
        <p:spPr bwMode="gray">
          <a:xfrm>
            <a:off x="1476375" y="1592263"/>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4" name="Bildplatzhalter 24"/>
          <p:cNvSpPr>
            <a:spLocks noGrp="1"/>
          </p:cNvSpPr>
          <p:nvPr>
            <p:ph type="pic" sz="quarter" idx="20" hasCustomPrompt="1"/>
          </p:nvPr>
        </p:nvSpPr>
        <p:spPr bwMode="gray">
          <a:xfrm>
            <a:off x="4643437" y="1592263"/>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5" name="Bildplatzhalter 24"/>
          <p:cNvSpPr>
            <a:spLocks noGrp="1"/>
          </p:cNvSpPr>
          <p:nvPr>
            <p:ph type="pic" sz="quarter" idx="21" hasCustomPrompt="1"/>
          </p:nvPr>
        </p:nvSpPr>
        <p:spPr bwMode="gray">
          <a:xfrm>
            <a:off x="1476375" y="3968750"/>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6" name="Bildplatzhalter 24"/>
          <p:cNvSpPr>
            <a:spLocks noGrp="1"/>
          </p:cNvSpPr>
          <p:nvPr>
            <p:ph type="pic" sz="quarter" idx="22" hasCustomPrompt="1"/>
          </p:nvPr>
        </p:nvSpPr>
        <p:spPr bwMode="gray">
          <a:xfrm>
            <a:off x="4643437" y="3968750"/>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0" name="Title 9"/>
          <p:cNvSpPr>
            <a:spLocks noGrp="1"/>
          </p:cNvSpPr>
          <p:nvPr>
            <p:ph type="title"/>
          </p:nvPr>
        </p:nvSpPr>
        <p:spPr bwMode="gray"/>
        <p:txBody>
          <a:bodyPr/>
          <a:lstStyle/>
          <a:p>
            <a:r>
              <a:rPr lang="en-US" noProof="0" smtClean="0"/>
              <a:t>Click to edit Master title style</a:t>
            </a:r>
            <a:endParaRPr lang="en-US" noProof="0"/>
          </a:p>
        </p:txBody>
      </p:sp>
      <p:sp>
        <p:nvSpPr>
          <p:cNvPr id="12"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slide six pictures">
    <p:spTree>
      <p:nvGrpSpPr>
        <p:cNvPr id="1" name=""/>
        <p:cNvGrpSpPr/>
        <p:nvPr/>
      </p:nvGrpSpPr>
      <p:grpSpPr>
        <a:xfrm>
          <a:off x="0" y="0"/>
          <a:ext cx="0" cy="0"/>
          <a:chOff x="0" y="0"/>
          <a:chExt cx="0" cy="0"/>
        </a:xfrm>
      </p:grpSpPr>
      <p:sp>
        <p:nvSpPr>
          <p:cNvPr id="23" name="Bildplatzhalter 24"/>
          <p:cNvSpPr>
            <a:spLocks noGrp="1"/>
          </p:cNvSpPr>
          <p:nvPr>
            <p:ph type="pic" sz="quarter" idx="19" hasCustomPrompt="1"/>
          </p:nvPr>
        </p:nvSpPr>
        <p:spPr bwMode="gray">
          <a:xfrm>
            <a:off x="1476375" y="1592263"/>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4" name="Bildplatzhalter 24"/>
          <p:cNvSpPr>
            <a:spLocks noGrp="1"/>
          </p:cNvSpPr>
          <p:nvPr>
            <p:ph type="pic" sz="quarter" idx="20" hasCustomPrompt="1"/>
          </p:nvPr>
        </p:nvSpPr>
        <p:spPr bwMode="gray">
          <a:xfrm>
            <a:off x="3583801" y="1592263"/>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5" name="Bildplatzhalter 24"/>
          <p:cNvSpPr>
            <a:spLocks noGrp="1"/>
          </p:cNvSpPr>
          <p:nvPr>
            <p:ph type="pic" sz="quarter" idx="21" hasCustomPrompt="1"/>
          </p:nvPr>
        </p:nvSpPr>
        <p:spPr bwMode="gray">
          <a:xfrm>
            <a:off x="5691226" y="1592263"/>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6" name="Bildplatzhalter 24"/>
          <p:cNvSpPr>
            <a:spLocks noGrp="1"/>
          </p:cNvSpPr>
          <p:nvPr>
            <p:ph type="pic" sz="quarter" idx="22" hasCustomPrompt="1"/>
          </p:nvPr>
        </p:nvSpPr>
        <p:spPr bwMode="gray">
          <a:xfrm>
            <a:off x="5691226" y="3968750"/>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0" name="Bildplatzhalter 24"/>
          <p:cNvSpPr>
            <a:spLocks noGrp="1"/>
          </p:cNvSpPr>
          <p:nvPr>
            <p:ph type="pic" sz="quarter" idx="23" hasCustomPrompt="1"/>
          </p:nvPr>
        </p:nvSpPr>
        <p:spPr bwMode="gray">
          <a:xfrm>
            <a:off x="3583801" y="3968750"/>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1" name="Bildplatzhalter 24"/>
          <p:cNvSpPr>
            <a:spLocks noGrp="1"/>
          </p:cNvSpPr>
          <p:nvPr>
            <p:ph type="pic" sz="quarter" idx="24" hasCustomPrompt="1"/>
          </p:nvPr>
        </p:nvSpPr>
        <p:spPr bwMode="gray">
          <a:xfrm>
            <a:off x="1476375" y="3968750"/>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3" name="Title 12"/>
          <p:cNvSpPr>
            <a:spLocks noGrp="1"/>
          </p:cNvSpPr>
          <p:nvPr>
            <p:ph type="title"/>
          </p:nvPr>
        </p:nvSpPr>
        <p:spPr bwMode="gray"/>
        <p:txBody>
          <a:bodyPr/>
          <a:lstStyle/>
          <a:p>
            <a:r>
              <a:rPr lang="en-US" noProof="0" smtClean="0"/>
              <a:t>Click to edit Master title style</a:t>
            </a:r>
            <a:endParaRPr lang="en-US" noProof="0"/>
          </a:p>
        </p:txBody>
      </p:sp>
      <p:sp>
        <p:nvSpPr>
          <p:cNvPr id="15"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slide one picture">
    <p:spTree>
      <p:nvGrpSpPr>
        <p:cNvPr id="1" name=""/>
        <p:cNvGrpSpPr/>
        <p:nvPr/>
      </p:nvGrpSpPr>
      <p:grpSpPr>
        <a:xfrm>
          <a:off x="0" y="0"/>
          <a:ext cx="0" cy="0"/>
          <a:chOff x="0" y="0"/>
          <a:chExt cx="0" cy="0"/>
        </a:xfrm>
      </p:grpSpPr>
      <p:sp>
        <p:nvSpPr>
          <p:cNvPr id="14" name="Bildplatzhalter 24"/>
          <p:cNvSpPr>
            <a:spLocks noGrp="1"/>
          </p:cNvSpPr>
          <p:nvPr>
            <p:ph type="pic" sz="quarter" idx="22" hasCustomPrompt="1"/>
          </p:nvPr>
        </p:nvSpPr>
        <p:spPr bwMode="gray">
          <a:xfrm>
            <a:off x="215900" y="1592263"/>
            <a:ext cx="8712200" cy="4608512"/>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6" name="Title 5"/>
          <p:cNvSpPr>
            <a:spLocks noGrp="1"/>
          </p:cNvSpPr>
          <p:nvPr>
            <p:ph type="title"/>
          </p:nvPr>
        </p:nvSpPr>
        <p:spPr bwMode="gray"/>
        <p:txBody>
          <a:bodyPr/>
          <a:lstStyle/>
          <a:p>
            <a:r>
              <a:rPr lang="en-US" noProof="0" smtClean="0"/>
              <a:t>Click to edit Master title style</a:t>
            </a:r>
            <a:endParaRPr lang="en-US" noProof="0"/>
          </a:p>
        </p:txBody>
      </p:sp>
      <p:sp>
        <p:nvSpPr>
          <p:cNvPr id="9"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slide bar graph">
    <p:spTree>
      <p:nvGrpSpPr>
        <p:cNvPr id="1" name=""/>
        <p:cNvGrpSpPr/>
        <p:nvPr/>
      </p:nvGrpSpPr>
      <p:grpSpPr>
        <a:xfrm>
          <a:off x="0" y="0"/>
          <a:ext cx="0" cy="0"/>
          <a:chOff x="0" y="0"/>
          <a:chExt cx="0" cy="0"/>
        </a:xfrm>
      </p:grpSpPr>
      <p:sp>
        <p:nvSpPr>
          <p:cNvPr id="14" name="Textplatzhalter 7"/>
          <p:cNvSpPr>
            <a:spLocks noGrp="1"/>
          </p:cNvSpPr>
          <p:nvPr>
            <p:ph type="body" sz="quarter" idx="12" hasCustomPrompt="1"/>
          </p:nvPr>
        </p:nvSpPr>
        <p:spPr bwMode="gray">
          <a:xfrm>
            <a:off x="1476375" y="1581149"/>
            <a:ext cx="7451725" cy="581025"/>
          </a:xfrm>
        </p:spPr>
        <p:txBody>
          <a:bodyPr>
            <a:normAutofit/>
          </a:bodyPr>
          <a:lstStyle>
            <a:lvl1pPr marL="179388" marR="0" indent="-179388" algn="l" defTabSz="914400" rtl="0" eaLnBrk="1" fontAlgn="auto" latinLnBrk="0" hangingPunct="1">
              <a:lnSpc>
                <a:spcPct val="100000"/>
              </a:lnSpc>
              <a:spcBef>
                <a:spcPts val="0"/>
              </a:spcBef>
              <a:spcAft>
                <a:spcPts val="0"/>
              </a:spcAft>
              <a:buClr>
                <a:schemeClr val="accent1"/>
              </a:buClr>
              <a:buSzTx/>
              <a:buFont typeface="Wingdings" pitchFamily="2" charset="2"/>
              <a:buNone/>
              <a:tabLst/>
              <a:defRPr sz="1400" b="1"/>
            </a:lvl1pPr>
          </a:lstStyle>
          <a:p>
            <a:pPr lvl="0"/>
            <a:r>
              <a:rPr lang="en-US" noProof="0" smtClean="0"/>
              <a:t>Click to insert graphic title</a:t>
            </a:r>
          </a:p>
        </p:txBody>
      </p:sp>
      <p:sp>
        <p:nvSpPr>
          <p:cNvPr id="16" name="Diagrammplatzhalter 15"/>
          <p:cNvSpPr>
            <a:spLocks noGrp="1"/>
          </p:cNvSpPr>
          <p:nvPr>
            <p:ph type="chart" sz="quarter" idx="18"/>
          </p:nvPr>
        </p:nvSpPr>
        <p:spPr bwMode="gray">
          <a:xfrm>
            <a:off x="1476375" y="2162175"/>
            <a:ext cx="7451725" cy="4038600"/>
          </a:xfrm>
        </p:spPr>
        <p:txBody>
          <a:bodyPr tIns="576000" anchor="ctr" anchorCtr="0"/>
          <a:lstStyle>
            <a:lvl1pPr algn="ctr">
              <a:buNone/>
              <a:defRPr sz="1000" b="0"/>
            </a:lvl1pPr>
          </a:lstStyle>
          <a:p>
            <a:r>
              <a:rPr lang="en-US" noProof="0" smtClean="0"/>
              <a:t>Click icon to add chart</a:t>
            </a:r>
            <a:endParaRPr lang="en-US" noProof="0"/>
          </a:p>
        </p:txBody>
      </p:sp>
      <p:sp>
        <p:nvSpPr>
          <p:cNvPr id="9" name="Title 8"/>
          <p:cNvSpPr>
            <a:spLocks noGrp="1"/>
          </p:cNvSpPr>
          <p:nvPr>
            <p:ph type="title"/>
          </p:nvPr>
        </p:nvSpPr>
        <p:spPr bwMode="gray"/>
        <p:txBody>
          <a:bodyPr/>
          <a:lstStyle/>
          <a:p>
            <a:r>
              <a:rPr lang="en-US" noProof="0" smtClean="0"/>
              <a:t>Click to edit Master title style</a:t>
            </a:r>
            <a:endParaRPr lang="en-US" noProof="0"/>
          </a:p>
        </p:txBody>
      </p:sp>
      <p:sp>
        <p:nvSpPr>
          <p:cNvPr id="1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5" name="Title 4"/>
          <p:cNvSpPr>
            <a:spLocks noGrp="1"/>
          </p:cNvSpPr>
          <p:nvPr>
            <p:ph type="title"/>
          </p:nvPr>
        </p:nvSpPr>
        <p:spPr bwMode="gray"/>
        <p:txBody>
          <a:bodyPr/>
          <a:lstStyle/>
          <a:p>
            <a:r>
              <a:rPr lang="en-US" noProof="0" smtClean="0"/>
              <a:t>Click to edit Master title style</a:t>
            </a:r>
            <a:endParaRPr lang="en-US" noProof="0"/>
          </a:p>
        </p:txBody>
      </p:sp>
      <p:sp>
        <p:nvSpPr>
          <p:cNvPr id="8"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2" name="Rectangle 3"/>
          <p:cNvSpPr>
            <a:spLocks noChangeArrowheads="1"/>
          </p:cNvSpPr>
          <p:nvPr/>
        </p:nvSpPr>
        <p:spPr bwMode="gray">
          <a:xfrm>
            <a:off x="0" y="0"/>
            <a:ext cx="9144000" cy="6858000"/>
          </a:xfrm>
          <a:prstGeom prst="rect">
            <a:avLst/>
          </a:prstGeom>
          <a:noFill/>
          <a:ln w="9525" algn="ctr">
            <a:noFill/>
            <a:miter lim="800000"/>
            <a:headEnd/>
            <a:tailEnd/>
          </a:ln>
          <a:effectLst/>
        </p:spPr>
        <p:txBody>
          <a:bodyPr wrap="none" lIns="0" tIns="0" rIns="0" bIns="0" anchor="ctr"/>
          <a:lstStyle/>
          <a:p>
            <a:pPr fontAlgn="auto">
              <a:spcBef>
                <a:spcPts val="0"/>
              </a:spcBef>
              <a:spcAft>
                <a:spcPts val="0"/>
              </a:spcAft>
              <a:defRPr/>
            </a:pPr>
            <a:endParaRPr lang="en-US" noProof="0">
              <a:latin typeface="+mn-lt"/>
            </a:endParaRPr>
          </a:p>
        </p:txBody>
      </p:sp>
      <p:sp>
        <p:nvSpPr>
          <p:cNvPr id="5" name="Rectangle 3"/>
          <p:cNvSpPr>
            <a:spLocks noChangeArrowheads="1"/>
          </p:cNvSpPr>
          <p:nvPr/>
        </p:nvSpPr>
        <p:spPr bwMode="gray">
          <a:xfrm>
            <a:off x="0" y="0"/>
            <a:ext cx="9144000" cy="6858000"/>
          </a:xfrm>
          <a:prstGeom prst="rect">
            <a:avLst/>
          </a:prstGeom>
          <a:noFill/>
          <a:ln w="9525" algn="ctr">
            <a:noFill/>
            <a:miter lim="800000"/>
            <a:headEnd/>
            <a:tailEnd/>
          </a:ln>
          <a:effectLst/>
        </p:spPr>
        <p:txBody>
          <a:bodyPr wrap="none" lIns="0" tIns="0" rIns="0" bIns="0" anchor="ctr"/>
          <a:lstStyle/>
          <a:p>
            <a:pPr fontAlgn="auto">
              <a:spcBef>
                <a:spcPts val="0"/>
              </a:spcBef>
              <a:spcAft>
                <a:spcPts val="0"/>
              </a:spcAft>
              <a:defRPr/>
            </a:pPr>
            <a:endParaRPr lang="en-US" noProof="0">
              <a:latin typeface="+mn-lt"/>
            </a:endParaRPr>
          </a:p>
        </p:txBody>
      </p:sp>
      <p:grpSp>
        <p:nvGrpSpPr>
          <p:cNvPr id="8" name="Group 275"/>
          <p:cNvGrpSpPr>
            <a:grpSpLocks/>
          </p:cNvGrpSpPr>
          <p:nvPr userDrawn="1">
            <p:custDataLst>
              <p:tags r:id="rId1"/>
            </p:custDataLst>
          </p:nvPr>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4"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5" name="Group 282"/>
          <p:cNvGrpSpPr>
            <a:grpSpLocks/>
          </p:cNvGrpSpPr>
          <p:nvPr userDrawn="1">
            <p:custDataLst>
              <p:tags r:id="rId2"/>
            </p:custDataLst>
          </p:nvPr>
        </p:nvGrpSpPr>
        <p:grpSpPr bwMode="gray">
          <a:xfrm>
            <a:off x="215900" y="6992938"/>
            <a:ext cx="8709025" cy="71437"/>
            <a:chOff x="136" y="4346"/>
            <a:chExt cx="5486" cy="113"/>
          </a:xfrm>
        </p:grpSpPr>
        <p:sp>
          <p:nvSpPr>
            <p:cNvPr id="16"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8"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9"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3" name="Group 290"/>
          <p:cNvGrpSpPr>
            <a:grpSpLocks/>
          </p:cNvGrpSpPr>
          <p:nvPr userDrawn="1">
            <p:custDataLst>
              <p:tags r:id="rId3"/>
            </p:custDataLst>
          </p:nvPr>
        </p:nvGrpSpPr>
        <p:grpSpPr bwMode="gray">
          <a:xfrm>
            <a:off x="215900" y="-171450"/>
            <a:ext cx="8709025" cy="71437"/>
            <a:chOff x="136" y="4346"/>
            <a:chExt cx="5486" cy="113"/>
          </a:xfrm>
        </p:grpSpPr>
        <p:sp>
          <p:nvSpPr>
            <p:cNvPr id="24"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6"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7"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1" name="Group 298"/>
          <p:cNvGrpSpPr>
            <a:grpSpLocks/>
          </p:cNvGrpSpPr>
          <p:nvPr userDrawn="1">
            <p:custDataLst>
              <p:tags r:id="rId4"/>
            </p:custDataLst>
          </p:nvPr>
        </p:nvGrpSpPr>
        <p:grpSpPr bwMode="gray">
          <a:xfrm>
            <a:off x="9288463" y="225425"/>
            <a:ext cx="71437" cy="5972175"/>
            <a:chOff x="-152" y="142"/>
            <a:chExt cx="113" cy="3762"/>
          </a:xfrm>
        </p:grpSpPr>
        <p:sp>
          <p:nvSpPr>
            <p:cNvPr id="32"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3"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4"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5"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1" name="Picture 4" descr="ABB1ClaimL_rgb300_100mmLIGHT Copy"/>
          <p:cNvPicPr>
            <a:picLocks noChangeAspect="1" noChangeArrowheads="1"/>
          </p:cNvPicPr>
          <p:nvPr userDrawn="1">
            <p:custDataLst>
              <p:tags r:id="rId5"/>
            </p:custDataLst>
          </p:nvPr>
        </p:nvPicPr>
        <p:blipFill>
          <a:blip r:embed="rId7"/>
          <a:srcRect/>
          <a:stretch>
            <a:fillRect/>
          </a:stretch>
        </p:blipFill>
        <p:spPr bwMode="gray">
          <a:xfrm>
            <a:off x="582613" y="2635250"/>
            <a:ext cx="7986713" cy="1179513"/>
          </a:xfrm>
          <a:prstGeom prst="rect">
            <a:avLst/>
          </a:prstGeom>
          <a:noFill/>
        </p:spPr>
      </p:pic>
    </p:spTree>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defRPr/>
            </a:pPr>
            <a:r>
              <a:rPr lang="en-US"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9410803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lide default with picture">
    <p:spTree>
      <p:nvGrpSpPr>
        <p:cNvPr id="1" name=""/>
        <p:cNvGrpSpPr/>
        <p:nvPr/>
      </p:nvGrpSpPr>
      <p:grpSpPr>
        <a:xfrm>
          <a:off x="0" y="0"/>
          <a:ext cx="0" cy="0"/>
          <a:chOff x="0" y="0"/>
          <a:chExt cx="0" cy="0"/>
        </a:xfrm>
      </p:grpSpPr>
      <p:sp>
        <p:nvSpPr>
          <p:cNvPr id="5" name="Rechteck 7"/>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14" name="Titel 1"/>
          <p:cNvSpPr>
            <a:spLocks noGrp="1"/>
          </p:cNvSpPr>
          <p:nvPr>
            <p:ph type="ctrTitle"/>
          </p:nvPr>
        </p:nvSpPr>
        <p:spPr bwMode="gray">
          <a:xfrm>
            <a:off x="215900" y="4181485"/>
            <a:ext cx="8712200" cy="2019289"/>
          </a:xfrm>
        </p:spPr>
        <p:txBody>
          <a:bodyPr lIns="144000" tIns="0" rIns="0">
            <a:normAutofit/>
          </a:bodyPr>
          <a:lstStyle>
            <a:lvl1pPr marL="0" marR="0" indent="0" algn="l" defTabSz="914400" rtl="0" eaLnBrk="1" fontAlgn="auto" latinLnBrk="0" hangingPunct="1">
              <a:lnSpc>
                <a:spcPct val="90000"/>
              </a:lnSpc>
              <a:spcBef>
                <a:spcPct val="0"/>
              </a:spcBef>
              <a:spcAft>
                <a:spcPts val="0"/>
              </a:spcAft>
              <a:buClrTx/>
              <a:buSzTx/>
              <a:buFontTx/>
              <a:buNone/>
              <a:tabLst/>
              <a:defRPr sz="4000">
                <a:solidFill>
                  <a:schemeClr val="accent2"/>
                </a:solidFill>
                <a:latin typeface="Arial" pitchFamily="34" charset="0"/>
                <a:cs typeface="Arial" pitchFamily="34" charset="0"/>
              </a:defRPr>
            </a:lvl1pPr>
          </a:lstStyle>
          <a:p>
            <a:r>
              <a:rPr lang="en-US" noProof="0" dirty="0" smtClean="0"/>
              <a:t>Click to edit Master title style</a:t>
            </a:r>
          </a:p>
        </p:txBody>
      </p:sp>
      <p:sp>
        <p:nvSpPr>
          <p:cNvPr id="15" name="Untertitel 2"/>
          <p:cNvSpPr>
            <a:spLocks noGrp="1"/>
          </p:cNvSpPr>
          <p:nvPr>
            <p:ph type="subTitle" idx="1"/>
          </p:nvPr>
        </p:nvSpPr>
        <p:spPr bwMode="gray">
          <a:xfrm>
            <a:off x="215900" y="3968750"/>
            <a:ext cx="8712200" cy="216000"/>
          </a:xfrm>
        </p:spPr>
        <p:txBody>
          <a:bodyPr lIns="144000" rtlCol="0">
            <a:noAutofit/>
          </a:bodyPr>
          <a:lstStyle>
            <a:lvl1pPr marL="0" marR="0" indent="0" algn="l" defTabSz="914400" rtl="0" eaLnBrk="1" fontAlgn="base" latinLnBrk="0" hangingPunct="1">
              <a:lnSpc>
                <a:spcPct val="100000"/>
              </a:lnSpc>
              <a:spcBef>
                <a:spcPct val="0"/>
              </a:spcBef>
              <a:spcAft>
                <a:spcPct val="0"/>
              </a:spcAft>
              <a:buClr>
                <a:schemeClr val="tx2"/>
              </a:buClr>
              <a:buSzPct val="70000"/>
              <a:buFont typeface="Wingdings" pitchFamily="2" charset="2"/>
              <a:buNone/>
              <a:tabLst/>
              <a:defRPr lang="de-DE" sz="1000" b="1" smtClean="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endParaRPr lang="en-US" noProof="0" dirty="0" smtClean="0"/>
          </a:p>
        </p:txBody>
      </p:sp>
      <p:grpSp>
        <p:nvGrpSpPr>
          <p:cNvPr id="8" name="Group 275"/>
          <p:cNvGrpSpPr>
            <a:grpSpLocks/>
          </p:cNvGrpSpPr>
          <p:nvPr userDrawn="1"/>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8" name="Group 282"/>
          <p:cNvGrpSpPr>
            <a:grpSpLocks/>
          </p:cNvGrpSpPr>
          <p:nvPr userDrawn="1"/>
        </p:nvGrpSpPr>
        <p:grpSpPr bwMode="gray">
          <a:xfrm>
            <a:off x="215900" y="6992938"/>
            <a:ext cx="8709025" cy="71437"/>
            <a:chOff x="136" y="4346"/>
            <a:chExt cx="5486" cy="113"/>
          </a:xfrm>
        </p:grpSpPr>
        <p:sp>
          <p:nvSpPr>
            <p:cNvPr id="19"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4"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6" name="Group 290"/>
          <p:cNvGrpSpPr>
            <a:grpSpLocks/>
          </p:cNvGrpSpPr>
          <p:nvPr userDrawn="1"/>
        </p:nvGrpSpPr>
        <p:grpSpPr bwMode="gray">
          <a:xfrm>
            <a:off x="215900" y="-171450"/>
            <a:ext cx="8709025" cy="71437"/>
            <a:chOff x="136" y="4346"/>
            <a:chExt cx="5486" cy="113"/>
          </a:xfrm>
        </p:grpSpPr>
        <p:sp>
          <p:nvSpPr>
            <p:cNvPr id="27"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2"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3"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4" name="Group 298"/>
          <p:cNvGrpSpPr>
            <a:grpSpLocks/>
          </p:cNvGrpSpPr>
          <p:nvPr userDrawn="1"/>
        </p:nvGrpSpPr>
        <p:grpSpPr bwMode="gray">
          <a:xfrm>
            <a:off x="9288463" y="225425"/>
            <a:ext cx="71437" cy="5972175"/>
            <a:chOff x="-152" y="142"/>
            <a:chExt cx="113" cy="3762"/>
          </a:xfrm>
        </p:grpSpPr>
        <p:sp>
          <p:nvSpPr>
            <p:cNvPr id="35"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9"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40"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4" name="Picture 3" descr="ABB2logo RGB"/>
          <p:cNvPicPr>
            <a:picLocks noChangeAspect="1" noChangeArrowheads="1"/>
          </p:cNvPicPr>
          <p:nvPr userDrawn="1"/>
        </p:nvPicPr>
        <p:blipFill>
          <a:blip r:embed="rId3" cstate="print"/>
          <a:srcRect/>
          <a:stretch>
            <a:fillRect/>
          </a:stretch>
        </p:blipFill>
        <p:spPr bwMode="gray">
          <a:xfrm>
            <a:off x="7121525" y="6392863"/>
            <a:ext cx="1795463" cy="252412"/>
          </a:xfrm>
          <a:prstGeom prst="rect">
            <a:avLst/>
          </a:prstGeom>
          <a:noFill/>
          <a:ln w="9525">
            <a:noFill/>
            <a:miter lim="800000"/>
            <a:headEnd/>
            <a:tailEnd/>
          </a:ln>
        </p:spPr>
      </p:pic>
      <p:sp>
        <p:nvSpPr>
          <p:cNvPr id="2" name="Rectangle 3"/>
          <p:cNvSpPr>
            <a:spLocks noChangeArrowheads="1"/>
          </p:cNvSpPr>
          <p:nvPr userDrawn="1"/>
        </p:nvSpPr>
        <p:spPr bwMode="gray">
          <a:xfrm>
            <a:off x="215900" y="5984875"/>
            <a:ext cx="4110038"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200" tIns="0" rIns="0" bIns="14400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smtClean="0">
                <a:ln>
                  <a:noFill/>
                </a:ln>
                <a:solidFill>
                  <a:srgbClr val="FFFFFF"/>
                </a:solidFill>
                <a:effectLst/>
                <a:latin typeface="Arial" pitchFamily="34" charset="0"/>
              </a:rPr>
              <a:t>Please enable your speakers or headphones.</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41" name="Picture 2" descr="Aztec_600_colour_background_mirror_HR"/>
          <p:cNvPicPr>
            <a:picLocks noChangeAspect="1" noChangeArrowheads="1"/>
          </p:cNvPicPr>
          <p:nvPr userDrawn="1">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gray">
          <a:xfrm>
            <a:off x="4662488" y="225425"/>
            <a:ext cx="4265612" cy="3806825"/>
          </a:xfrm>
          <a:prstGeom prst="rect">
            <a:avLst/>
          </a:prstGeom>
          <a:noFill/>
          <a:extLst>
            <a:ext uri="{909E8E84-426E-40DD-AFC4-6F175D3DCCD1}">
              <a14:hiddenFill xmlns:a14="http://schemas.microsoft.com/office/drawing/2010/main">
                <a:solidFill>
                  <a:srgbClr val="FFFFFF"/>
                </a:solidFill>
              </a14:hiddenFill>
            </a:ext>
          </a:extLst>
        </p:spPr>
      </p:pic>
      <p:sp>
        <p:nvSpPr>
          <p:cNvPr id="45"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6" name="Fußzeilenplatzhalter 1">
            <a:hlinkClick r:id="rId5"/>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42"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extLst>
      <p:ext uri="{BB962C8B-B14F-4D97-AF65-F5344CB8AC3E}">
        <p14:creationId xmlns:p14="http://schemas.microsoft.com/office/powerpoint/2010/main" val="62903907"/>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lide default">
    <p:spTree>
      <p:nvGrpSpPr>
        <p:cNvPr id="1" name=""/>
        <p:cNvGrpSpPr/>
        <p:nvPr/>
      </p:nvGrpSpPr>
      <p:grpSpPr>
        <a:xfrm>
          <a:off x="0" y="0"/>
          <a:ext cx="0" cy="0"/>
          <a:chOff x="0" y="0"/>
          <a:chExt cx="0" cy="0"/>
        </a:xfrm>
      </p:grpSpPr>
      <p:sp>
        <p:nvSpPr>
          <p:cNvPr id="5" name="Rechteck 7"/>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14" name="Titel 1"/>
          <p:cNvSpPr>
            <a:spLocks noGrp="1"/>
          </p:cNvSpPr>
          <p:nvPr>
            <p:ph type="ctrTitle"/>
          </p:nvPr>
        </p:nvSpPr>
        <p:spPr bwMode="gray">
          <a:xfrm>
            <a:off x="215900" y="4181485"/>
            <a:ext cx="8712200" cy="2019289"/>
          </a:xfrm>
        </p:spPr>
        <p:txBody>
          <a:bodyPr lIns="144000" tIns="0" rIns="0">
            <a:normAutofit/>
          </a:bodyPr>
          <a:lstStyle>
            <a:lvl1pPr marL="0" marR="0" indent="0" algn="l" defTabSz="914400" rtl="0" eaLnBrk="1" fontAlgn="auto" latinLnBrk="0" hangingPunct="1">
              <a:lnSpc>
                <a:spcPct val="90000"/>
              </a:lnSpc>
              <a:spcBef>
                <a:spcPct val="0"/>
              </a:spcBef>
              <a:spcAft>
                <a:spcPts val="0"/>
              </a:spcAft>
              <a:buClrTx/>
              <a:buSzTx/>
              <a:buFontTx/>
              <a:buNone/>
              <a:tabLst/>
              <a:defRPr sz="4000">
                <a:solidFill>
                  <a:schemeClr val="accent2"/>
                </a:solidFill>
                <a:latin typeface="Arial" pitchFamily="34" charset="0"/>
                <a:cs typeface="Arial" pitchFamily="34" charset="0"/>
              </a:defRPr>
            </a:lvl1pPr>
          </a:lstStyle>
          <a:p>
            <a:r>
              <a:rPr lang="en-US" noProof="0" dirty="0" smtClean="0"/>
              <a:t>Click to edit Master title style</a:t>
            </a:r>
          </a:p>
        </p:txBody>
      </p:sp>
      <p:sp>
        <p:nvSpPr>
          <p:cNvPr id="15" name="Untertitel 2"/>
          <p:cNvSpPr>
            <a:spLocks noGrp="1"/>
          </p:cNvSpPr>
          <p:nvPr>
            <p:ph type="subTitle" idx="1"/>
          </p:nvPr>
        </p:nvSpPr>
        <p:spPr bwMode="gray">
          <a:xfrm>
            <a:off x="215900" y="3968750"/>
            <a:ext cx="8712200" cy="216000"/>
          </a:xfrm>
        </p:spPr>
        <p:txBody>
          <a:bodyPr lIns="144000" rtlCol="0">
            <a:noAutofit/>
          </a:bodyPr>
          <a:lstStyle>
            <a:lvl1pPr marL="0" marR="0" indent="0" algn="l" defTabSz="914400" rtl="0" eaLnBrk="1" fontAlgn="base" latinLnBrk="0" hangingPunct="1">
              <a:lnSpc>
                <a:spcPct val="100000"/>
              </a:lnSpc>
              <a:spcBef>
                <a:spcPct val="0"/>
              </a:spcBef>
              <a:spcAft>
                <a:spcPct val="0"/>
              </a:spcAft>
              <a:buClr>
                <a:schemeClr val="tx2"/>
              </a:buClr>
              <a:buSzPct val="70000"/>
              <a:buFont typeface="Wingdings" pitchFamily="2" charset="2"/>
              <a:buNone/>
              <a:tabLst/>
              <a:defRPr lang="de-DE" sz="1000" b="1" smtClean="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endParaRPr lang="en-US" noProof="0" dirty="0" smtClean="0"/>
          </a:p>
        </p:txBody>
      </p:sp>
      <p:grpSp>
        <p:nvGrpSpPr>
          <p:cNvPr id="8" name="Group 275"/>
          <p:cNvGrpSpPr>
            <a:grpSpLocks/>
          </p:cNvGrpSpPr>
          <p:nvPr userDrawn="1"/>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8" name="Group 282"/>
          <p:cNvGrpSpPr>
            <a:grpSpLocks/>
          </p:cNvGrpSpPr>
          <p:nvPr userDrawn="1"/>
        </p:nvGrpSpPr>
        <p:grpSpPr bwMode="gray">
          <a:xfrm>
            <a:off x="215900" y="6992938"/>
            <a:ext cx="8709025" cy="71437"/>
            <a:chOff x="136" y="4346"/>
            <a:chExt cx="5486" cy="113"/>
          </a:xfrm>
        </p:grpSpPr>
        <p:sp>
          <p:nvSpPr>
            <p:cNvPr id="19"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4"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6" name="Group 290"/>
          <p:cNvGrpSpPr>
            <a:grpSpLocks/>
          </p:cNvGrpSpPr>
          <p:nvPr userDrawn="1"/>
        </p:nvGrpSpPr>
        <p:grpSpPr bwMode="gray">
          <a:xfrm>
            <a:off x="215900" y="-171450"/>
            <a:ext cx="8709025" cy="71437"/>
            <a:chOff x="136" y="4346"/>
            <a:chExt cx="5486" cy="113"/>
          </a:xfrm>
        </p:grpSpPr>
        <p:sp>
          <p:nvSpPr>
            <p:cNvPr id="27"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2"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3"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4" name="Group 298"/>
          <p:cNvGrpSpPr>
            <a:grpSpLocks/>
          </p:cNvGrpSpPr>
          <p:nvPr userDrawn="1"/>
        </p:nvGrpSpPr>
        <p:grpSpPr bwMode="gray">
          <a:xfrm>
            <a:off x="9288463" y="225425"/>
            <a:ext cx="71437" cy="5972175"/>
            <a:chOff x="-152" y="142"/>
            <a:chExt cx="113" cy="3762"/>
          </a:xfrm>
        </p:grpSpPr>
        <p:sp>
          <p:nvSpPr>
            <p:cNvPr id="35"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9"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40"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4" name="Picture 3" descr="ABB2logo RGB"/>
          <p:cNvPicPr>
            <a:picLocks noChangeAspect="1" noChangeArrowheads="1"/>
          </p:cNvPicPr>
          <p:nvPr userDrawn="1"/>
        </p:nvPicPr>
        <p:blipFill>
          <a:blip r:embed="rId2" cstate="print"/>
          <a:srcRect/>
          <a:stretch>
            <a:fillRect/>
          </a:stretch>
        </p:blipFill>
        <p:spPr bwMode="gray">
          <a:xfrm>
            <a:off x="7121525" y="6392863"/>
            <a:ext cx="1795463" cy="252412"/>
          </a:xfrm>
          <a:prstGeom prst="rect">
            <a:avLst/>
          </a:prstGeom>
          <a:noFill/>
          <a:ln w="9525">
            <a:noFill/>
            <a:miter lim="800000"/>
            <a:headEnd/>
            <a:tailEnd/>
          </a:ln>
        </p:spPr>
      </p:pic>
      <p:sp>
        <p:nvSpPr>
          <p:cNvPr id="2" name="Rectangle 3"/>
          <p:cNvSpPr>
            <a:spLocks noChangeArrowheads="1"/>
          </p:cNvSpPr>
          <p:nvPr userDrawn="1"/>
        </p:nvSpPr>
        <p:spPr bwMode="gray">
          <a:xfrm>
            <a:off x="215900" y="5984875"/>
            <a:ext cx="4110038"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200" tIns="0" rIns="0" bIns="14400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smtClean="0">
                <a:ln>
                  <a:noFill/>
                </a:ln>
                <a:solidFill>
                  <a:srgbClr val="FFFFFF"/>
                </a:solidFill>
                <a:effectLst/>
                <a:latin typeface="Arial" pitchFamily="34" charset="0"/>
              </a:rPr>
              <a:t>Please enable your speakers or headphones.</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45" name="Bildplatzhalter 9"/>
          <p:cNvSpPr>
            <a:spLocks noGrp="1"/>
          </p:cNvSpPr>
          <p:nvPr>
            <p:ph type="pic" sz="quarter" idx="13"/>
          </p:nvPr>
        </p:nvSpPr>
        <p:spPr bwMode="gray">
          <a:xfrm>
            <a:off x="214314" y="225426"/>
            <a:ext cx="8702674" cy="3598862"/>
          </a:xfrm>
        </p:spPr>
        <p:txBody>
          <a:bodyPr rtlCol="0">
            <a:normAutofit/>
          </a:bodyPr>
          <a:lstStyle>
            <a:lvl1pPr>
              <a:buNone/>
              <a:defRPr/>
            </a:lvl1pPr>
          </a:lstStyle>
          <a:p>
            <a:pPr lvl="0"/>
            <a:r>
              <a:rPr lang="en-US" noProof="0" smtClean="0"/>
              <a:t>Bild durch Klicken auf Symbol hinzufügen</a:t>
            </a:r>
            <a:endParaRPr lang="en-US" noProof="0"/>
          </a:p>
        </p:txBody>
      </p:sp>
      <p:sp>
        <p:nvSpPr>
          <p:cNvPr id="43"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6" name="Fußzeilenplatzhalter 1">
            <a:hlinkClick r:id="rId3"/>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41"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extLst>
      <p:ext uri="{BB962C8B-B14F-4D97-AF65-F5344CB8AC3E}">
        <p14:creationId xmlns:p14="http://schemas.microsoft.com/office/powerpoint/2010/main" val="4162396859"/>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without picture">
    <p:spTree>
      <p:nvGrpSpPr>
        <p:cNvPr id="1" name=""/>
        <p:cNvGrpSpPr/>
        <p:nvPr/>
      </p:nvGrpSpPr>
      <p:grpSpPr>
        <a:xfrm>
          <a:off x="0" y="0"/>
          <a:ext cx="0" cy="0"/>
          <a:chOff x="0" y="0"/>
          <a:chExt cx="0" cy="0"/>
        </a:xfrm>
      </p:grpSpPr>
      <p:sp>
        <p:nvSpPr>
          <p:cNvPr id="5" name="Rechteck 7"/>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14" name="Titel 1"/>
          <p:cNvSpPr>
            <a:spLocks noGrp="1"/>
          </p:cNvSpPr>
          <p:nvPr>
            <p:ph type="ctrTitle"/>
          </p:nvPr>
        </p:nvSpPr>
        <p:spPr bwMode="gray">
          <a:xfrm>
            <a:off x="215900" y="225425"/>
            <a:ext cx="8712200" cy="5037707"/>
          </a:xfrm>
        </p:spPr>
        <p:txBody>
          <a:bodyPr lIns="144000" tIns="144000" rIns="0">
            <a:normAutofit/>
          </a:bodyPr>
          <a:lstStyle>
            <a:lvl1pPr marL="0" marR="0" indent="0" algn="l" defTabSz="914400" rtl="0" eaLnBrk="1" fontAlgn="auto" latinLnBrk="0" hangingPunct="1">
              <a:lnSpc>
                <a:spcPct val="90000"/>
              </a:lnSpc>
              <a:spcBef>
                <a:spcPct val="0"/>
              </a:spcBef>
              <a:spcAft>
                <a:spcPts val="0"/>
              </a:spcAft>
              <a:buClrTx/>
              <a:buSzTx/>
              <a:buFontTx/>
              <a:buNone/>
              <a:tabLst/>
              <a:defRPr sz="5400">
                <a:solidFill>
                  <a:schemeClr val="accent2"/>
                </a:solidFill>
                <a:latin typeface="Arial" pitchFamily="34" charset="0"/>
                <a:cs typeface="Arial" pitchFamily="34" charset="0"/>
              </a:defRPr>
            </a:lvl1pPr>
          </a:lstStyle>
          <a:p>
            <a:r>
              <a:rPr lang="en-US" noProof="0" dirty="0" smtClean="0"/>
              <a:t>Click to edit Master title style</a:t>
            </a:r>
          </a:p>
        </p:txBody>
      </p:sp>
      <p:sp>
        <p:nvSpPr>
          <p:cNvPr id="15" name="Untertitel 2"/>
          <p:cNvSpPr>
            <a:spLocks noGrp="1"/>
          </p:cNvSpPr>
          <p:nvPr>
            <p:ph type="subTitle" idx="1"/>
          </p:nvPr>
        </p:nvSpPr>
        <p:spPr bwMode="gray">
          <a:xfrm>
            <a:off x="215900" y="5263132"/>
            <a:ext cx="8712200" cy="216000"/>
          </a:xfrm>
        </p:spPr>
        <p:txBody>
          <a:bodyPr lIns="144000" rtlCol="0">
            <a:noAutofit/>
          </a:bodyPr>
          <a:lstStyle>
            <a:lvl1pPr marL="0" marR="0" indent="0" algn="l" defTabSz="914400" rtl="0" eaLnBrk="1" fontAlgn="base" latinLnBrk="0" hangingPunct="1">
              <a:lnSpc>
                <a:spcPct val="100000"/>
              </a:lnSpc>
              <a:spcBef>
                <a:spcPct val="0"/>
              </a:spcBef>
              <a:spcAft>
                <a:spcPct val="0"/>
              </a:spcAft>
              <a:buClr>
                <a:schemeClr val="tx2"/>
              </a:buClr>
              <a:buSzPct val="70000"/>
              <a:buFont typeface="Wingdings" pitchFamily="2" charset="2"/>
              <a:buNone/>
              <a:tabLst/>
              <a:defRPr lang="de-DE" sz="1200" b="1" smtClean="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endParaRPr lang="en-US" noProof="0" dirty="0" smtClean="0"/>
          </a:p>
        </p:txBody>
      </p:sp>
      <p:grpSp>
        <p:nvGrpSpPr>
          <p:cNvPr id="8" name="Group 275"/>
          <p:cNvGrpSpPr>
            <a:grpSpLocks/>
          </p:cNvGrpSpPr>
          <p:nvPr userDrawn="1"/>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8" name="Group 282"/>
          <p:cNvGrpSpPr>
            <a:grpSpLocks/>
          </p:cNvGrpSpPr>
          <p:nvPr userDrawn="1"/>
        </p:nvGrpSpPr>
        <p:grpSpPr bwMode="gray">
          <a:xfrm>
            <a:off x="215900" y="6992938"/>
            <a:ext cx="8709025" cy="71437"/>
            <a:chOff x="136" y="4346"/>
            <a:chExt cx="5486" cy="113"/>
          </a:xfrm>
        </p:grpSpPr>
        <p:sp>
          <p:nvSpPr>
            <p:cNvPr id="19"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4"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6" name="Group 290"/>
          <p:cNvGrpSpPr>
            <a:grpSpLocks/>
          </p:cNvGrpSpPr>
          <p:nvPr userDrawn="1"/>
        </p:nvGrpSpPr>
        <p:grpSpPr bwMode="gray">
          <a:xfrm>
            <a:off x="215900" y="-171450"/>
            <a:ext cx="8709025" cy="71437"/>
            <a:chOff x="136" y="4346"/>
            <a:chExt cx="5486" cy="113"/>
          </a:xfrm>
        </p:grpSpPr>
        <p:sp>
          <p:nvSpPr>
            <p:cNvPr id="27"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2"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3"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4" name="Group 298"/>
          <p:cNvGrpSpPr>
            <a:grpSpLocks/>
          </p:cNvGrpSpPr>
          <p:nvPr userDrawn="1"/>
        </p:nvGrpSpPr>
        <p:grpSpPr bwMode="gray">
          <a:xfrm>
            <a:off x="9288463" y="225425"/>
            <a:ext cx="71437" cy="5972175"/>
            <a:chOff x="-152" y="142"/>
            <a:chExt cx="113" cy="3762"/>
          </a:xfrm>
        </p:grpSpPr>
        <p:sp>
          <p:nvSpPr>
            <p:cNvPr id="35"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9"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40"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4" name="Picture 3" descr="ABB2logo RGB"/>
          <p:cNvPicPr>
            <a:picLocks noChangeAspect="1" noChangeArrowheads="1"/>
          </p:cNvPicPr>
          <p:nvPr userDrawn="1"/>
        </p:nvPicPr>
        <p:blipFill>
          <a:blip r:embed="rId2" cstate="print"/>
          <a:srcRect/>
          <a:stretch>
            <a:fillRect/>
          </a:stretch>
        </p:blipFill>
        <p:spPr bwMode="gray">
          <a:xfrm>
            <a:off x="7121525" y="6392863"/>
            <a:ext cx="1795463" cy="252412"/>
          </a:xfrm>
          <a:prstGeom prst="rect">
            <a:avLst/>
          </a:prstGeom>
          <a:noFill/>
          <a:ln w="9525">
            <a:noFill/>
            <a:miter lim="800000"/>
            <a:headEnd/>
            <a:tailEnd/>
          </a:ln>
        </p:spPr>
      </p:pic>
      <p:sp>
        <p:nvSpPr>
          <p:cNvPr id="43"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5" name="Fußzeilenplatzhalter 1">
            <a:hlinkClick r:id="rId3"/>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41"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extLst>
      <p:ext uri="{BB962C8B-B14F-4D97-AF65-F5344CB8AC3E}">
        <p14:creationId xmlns:p14="http://schemas.microsoft.com/office/powerpoint/2010/main" val="2411600192"/>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slide with picture">
    <p:spTree>
      <p:nvGrpSpPr>
        <p:cNvPr id="1" name=""/>
        <p:cNvGrpSpPr/>
        <p:nvPr/>
      </p:nvGrpSpPr>
      <p:grpSpPr>
        <a:xfrm>
          <a:off x="0" y="0"/>
          <a:ext cx="0" cy="0"/>
          <a:chOff x="0" y="0"/>
          <a:chExt cx="0" cy="0"/>
        </a:xfrm>
      </p:grpSpPr>
      <p:sp>
        <p:nvSpPr>
          <p:cNvPr id="5" name="Rechteck 5"/>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4" name="Bildplatzhalter 9"/>
          <p:cNvSpPr>
            <a:spLocks noGrp="1"/>
          </p:cNvSpPr>
          <p:nvPr>
            <p:ph type="pic" sz="quarter" idx="12"/>
          </p:nvPr>
        </p:nvSpPr>
        <p:spPr bwMode="gray">
          <a:xfrm>
            <a:off x="214313" y="225425"/>
            <a:ext cx="8713787" cy="3598863"/>
          </a:xfrm>
        </p:spPr>
        <p:txBody>
          <a:bodyPr rtlCol="0">
            <a:normAutofit/>
          </a:bodyPr>
          <a:lstStyle>
            <a:lvl1pPr>
              <a:buNone/>
              <a:defRPr/>
            </a:lvl1pPr>
          </a:lstStyle>
          <a:p>
            <a:pPr lvl="0"/>
            <a:r>
              <a:rPr lang="en-US" noProof="0" smtClean="0"/>
              <a:t>Bild durch Klicken auf Symbol hinzufügen</a:t>
            </a:r>
            <a:endParaRPr lang="en-US" noProof="0"/>
          </a:p>
        </p:txBody>
      </p:sp>
      <p:sp>
        <p:nvSpPr>
          <p:cNvPr id="7" name="Titel 1"/>
          <p:cNvSpPr>
            <a:spLocks noGrp="1"/>
          </p:cNvSpPr>
          <p:nvPr>
            <p:ph type="ctrTitle"/>
          </p:nvPr>
        </p:nvSpPr>
        <p:spPr bwMode="gray">
          <a:xfrm>
            <a:off x="215900" y="4181485"/>
            <a:ext cx="8712200" cy="2019289"/>
          </a:xfrm>
        </p:spPr>
        <p:txBody>
          <a:bodyPr lIns="144000" tIns="0" rIns="0">
            <a:normAutofit/>
          </a:bodyPr>
          <a:lstStyle>
            <a:lvl1pPr marL="0" marR="0" indent="0" algn="l" defTabSz="914400" rtl="0" eaLnBrk="1" fontAlgn="auto" latinLnBrk="0" hangingPunct="1">
              <a:lnSpc>
                <a:spcPct val="90000"/>
              </a:lnSpc>
              <a:spcBef>
                <a:spcPct val="0"/>
              </a:spcBef>
              <a:spcAft>
                <a:spcPts val="0"/>
              </a:spcAft>
              <a:buClrTx/>
              <a:buSzTx/>
              <a:buFontTx/>
              <a:buNone/>
              <a:tabLst/>
              <a:defRPr sz="4000">
                <a:solidFill>
                  <a:schemeClr val="accent2"/>
                </a:solidFill>
                <a:latin typeface="Arial" pitchFamily="34" charset="0"/>
                <a:cs typeface="Arial" pitchFamily="34" charset="0"/>
              </a:defRPr>
            </a:lvl1pPr>
          </a:lstStyle>
          <a:p>
            <a:r>
              <a:rPr lang="en-US" noProof="0" dirty="0" smtClean="0"/>
              <a:t>Click to edit Master title style</a:t>
            </a:r>
          </a:p>
        </p:txBody>
      </p:sp>
      <p:grpSp>
        <p:nvGrpSpPr>
          <p:cNvPr id="8" name="Group 275"/>
          <p:cNvGrpSpPr>
            <a:grpSpLocks/>
          </p:cNvGrpSpPr>
          <p:nvPr userDrawn="1"/>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4"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5"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6" name="Group 282"/>
          <p:cNvGrpSpPr>
            <a:grpSpLocks/>
          </p:cNvGrpSpPr>
          <p:nvPr userDrawn="1"/>
        </p:nvGrpSpPr>
        <p:grpSpPr bwMode="gray">
          <a:xfrm>
            <a:off x="215900" y="6992938"/>
            <a:ext cx="8709025" cy="71437"/>
            <a:chOff x="136" y="4346"/>
            <a:chExt cx="5486" cy="113"/>
          </a:xfrm>
        </p:grpSpPr>
        <p:sp>
          <p:nvSpPr>
            <p:cNvPr id="17"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8"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9"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4" name="Group 290"/>
          <p:cNvGrpSpPr>
            <a:grpSpLocks/>
          </p:cNvGrpSpPr>
          <p:nvPr userDrawn="1"/>
        </p:nvGrpSpPr>
        <p:grpSpPr bwMode="gray">
          <a:xfrm>
            <a:off x="215900" y="-171450"/>
            <a:ext cx="8709025" cy="71437"/>
            <a:chOff x="136" y="4346"/>
            <a:chExt cx="5486" cy="113"/>
          </a:xfrm>
        </p:grpSpPr>
        <p:sp>
          <p:nvSpPr>
            <p:cNvPr id="25"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6"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7"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2" name="Group 298"/>
          <p:cNvGrpSpPr>
            <a:grpSpLocks/>
          </p:cNvGrpSpPr>
          <p:nvPr userDrawn="1"/>
        </p:nvGrpSpPr>
        <p:grpSpPr bwMode="gray">
          <a:xfrm>
            <a:off x="9288463" y="225425"/>
            <a:ext cx="71437" cy="5972175"/>
            <a:chOff x="-152" y="142"/>
            <a:chExt cx="113" cy="3762"/>
          </a:xfrm>
        </p:grpSpPr>
        <p:sp>
          <p:nvSpPr>
            <p:cNvPr id="33"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4"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5"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2" name="Picture 3" descr="ABB2logo RGB"/>
          <p:cNvPicPr>
            <a:picLocks noChangeAspect="1" noChangeArrowheads="1"/>
          </p:cNvPicPr>
          <p:nvPr userDrawn="1"/>
        </p:nvPicPr>
        <p:blipFill>
          <a:blip r:embed="rId2" cstate="print"/>
          <a:srcRect l="62511"/>
          <a:stretch>
            <a:fillRect/>
          </a:stretch>
        </p:blipFill>
        <p:spPr bwMode="gray">
          <a:xfrm>
            <a:off x="8243888" y="6392863"/>
            <a:ext cx="673100" cy="252412"/>
          </a:xfrm>
          <a:prstGeom prst="rect">
            <a:avLst/>
          </a:prstGeom>
          <a:noFill/>
          <a:ln w="9525">
            <a:noFill/>
            <a:miter lim="800000"/>
            <a:headEnd/>
            <a:tailEnd/>
          </a:ln>
        </p:spPr>
      </p:pic>
      <p:sp>
        <p:nvSpPr>
          <p:cNvPr id="41"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3" name="Fußzeilenplatzhalter 1">
            <a:hlinkClick r:id="rId3"/>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39"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extLst>
      <p:ext uri="{BB962C8B-B14F-4D97-AF65-F5344CB8AC3E}">
        <p14:creationId xmlns:p14="http://schemas.microsoft.com/office/powerpoint/2010/main" val="4187690267"/>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slide without picture">
    <p:spTree>
      <p:nvGrpSpPr>
        <p:cNvPr id="1" name=""/>
        <p:cNvGrpSpPr/>
        <p:nvPr/>
      </p:nvGrpSpPr>
      <p:grpSpPr>
        <a:xfrm>
          <a:off x="0" y="0"/>
          <a:ext cx="0" cy="0"/>
          <a:chOff x="0" y="0"/>
          <a:chExt cx="0" cy="0"/>
        </a:xfrm>
      </p:grpSpPr>
      <p:sp>
        <p:nvSpPr>
          <p:cNvPr id="3" name="Rechteck 2"/>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4" name="Titel 1"/>
          <p:cNvSpPr>
            <a:spLocks noGrp="1"/>
          </p:cNvSpPr>
          <p:nvPr>
            <p:ph type="title"/>
          </p:nvPr>
        </p:nvSpPr>
        <p:spPr bwMode="gray">
          <a:xfrm>
            <a:off x="215900" y="225424"/>
            <a:ext cx="8712200" cy="5975351"/>
          </a:xfrm>
        </p:spPr>
        <p:txBody>
          <a:bodyPr lIns="144000" tIns="144000" rIns="0" rtlCol="0">
            <a:normAutofit/>
          </a:bodyPr>
          <a:lstStyle>
            <a:lvl1pPr algn="l" defTabSz="914400" rtl="0" eaLnBrk="1" latinLnBrk="0" hangingPunct="1">
              <a:spcBef>
                <a:spcPct val="0"/>
              </a:spcBef>
              <a:buNone/>
              <a:defRPr lang="de-DE" sz="5400" kern="1200" dirty="0" smtClean="0">
                <a:solidFill>
                  <a:schemeClr val="accent2"/>
                </a:solidFill>
                <a:latin typeface="Arial" pitchFamily="34" charset="0"/>
                <a:ea typeface="+mj-ea"/>
                <a:cs typeface="Arial" pitchFamily="34" charset="0"/>
              </a:defRPr>
            </a:lvl1pPr>
          </a:lstStyle>
          <a:p>
            <a:r>
              <a:rPr lang="en-US" noProof="0" dirty="0" smtClean="0"/>
              <a:t>Click to edit Master title style</a:t>
            </a:r>
            <a:endParaRPr lang="en-US" noProof="0" dirty="0"/>
          </a:p>
        </p:txBody>
      </p:sp>
      <p:grpSp>
        <p:nvGrpSpPr>
          <p:cNvPr id="6" name="Group 275"/>
          <p:cNvGrpSpPr>
            <a:grpSpLocks/>
          </p:cNvGrpSpPr>
          <p:nvPr userDrawn="1"/>
        </p:nvGrpSpPr>
        <p:grpSpPr bwMode="gray">
          <a:xfrm>
            <a:off x="-215900" y="225425"/>
            <a:ext cx="71437" cy="5972175"/>
            <a:chOff x="-152" y="142"/>
            <a:chExt cx="113" cy="3762"/>
          </a:xfrm>
        </p:grpSpPr>
        <p:sp>
          <p:nvSpPr>
            <p:cNvPr id="7"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8"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9"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3" name="Group 282"/>
          <p:cNvGrpSpPr>
            <a:grpSpLocks/>
          </p:cNvGrpSpPr>
          <p:nvPr userDrawn="1"/>
        </p:nvGrpSpPr>
        <p:grpSpPr bwMode="gray">
          <a:xfrm>
            <a:off x="215900" y="6992938"/>
            <a:ext cx="8709025" cy="71437"/>
            <a:chOff x="136" y="4346"/>
            <a:chExt cx="5486" cy="113"/>
          </a:xfrm>
        </p:grpSpPr>
        <p:sp>
          <p:nvSpPr>
            <p:cNvPr id="14"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5"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6"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8"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9"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1" name="Group 290"/>
          <p:cNvGrpSpPr>
            <a:grpSpLocks/>
          </p:cNvGrpSpPr>
          <p:nvPr userDrawn="1"/>
        </p:nvGrpSpPr>
        <p:grpSpPr bwMode="gray">
          <a:xfrm>
            <a:off x="215900" y="-171450"/>
            <a:ext cx="8709025" cy="71437"/>
            <a:chOff x="136" y="4346"/>
            <a:chExt cx="5486" cy="113"/>
          </a:xfrm>
        </p:grpSpPr>
        <p:sp>
          <p:nvSpPr>
            <p:cNvPr id="22"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4"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6"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7"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9" name="Group 298"/>
          <p:cNvGrpSpPr>
            <a:grpSpLocks/>
          </p:cNvGrpSpPr>
          <p:nvPr userDrawn="1"/>
        </p:nvGrpSpPr>
        <p:grpSpPr bwMode="gray">
          <a:xfrm>
            <a:off x="9288463" y="225425"/>
            <a:ext cx="71437" cy="5972175"/>
            <a:chOff x="-152" y="142"/>
            <a:chExt cx="113" cy="3762"/>
          </a:xfrm>
        </p:grpSpPr>
        <p:sp>
          <p:nvSpPr>
            <p:cNvPr id="30"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1"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2"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3"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4"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5"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39" name="Picture 3" descr="ABB2logo RGB"/>
          <p:cNvPicPr>
            <a:picLocks noChangeAspect="1" noChangeArrowheads="1"/>
          </p:cNvPicPr>
          <p:nvPr userDrawn="1"/>
        </p:nvPicPr>
        <p:blipFill>
          <a:blip r:embed="rId2" cstate="print"/>
          <a:srcRect l="62511"/>
          <a:stretch>
            <a:fillRect/>
          </a:stretch>
        </p:blipFill>
        <p:spPr bwMode="gray">
          <a:xfrm>
            <a:off x="8243888" y="6392863"/>
            <a:ext cx="673100" cy="252412"/>
          </a:xfrm>
          <a:prstGeom prst="rect">
            <a:avLst/>
          </a:prstGeom>
          <a:noFill/>
          <a:ln w="9525">
            <a:noFill/>
            <a:miter lim="800000"/>
            <a:headEnd/>
            <a:tailEnd/>
          </a:ln>
        </p:spPr>
      </p:pic>
      <p:sp>
        <p:nvSpPr>
          <p:cNvPr id="4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1" name="Fußzeilenplatzhalter 1">
            <a:hlinkClick r:id="rId3"/>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38"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extLst>
      <p:ext uri="{BB962C8B-B14F-4D97-AF65-F5344CB8AC3E}">
        <p14:creationId xmlns:p14="http://schemas.microsoft.com/office/powerpoint/2010/main" val="3300359285"/>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slide default">
    <p:spTree>
      <p:nvGrpSpPr>
        <p:cNvPr id="1" name=""/>
        <p:cNvGrpSpPr/>
        <p:nvPr/>
      </p:nvGrpSpPr>
      <p:grpSpPr>
        <a:xfrm>
          <a:off x="0" y="0"/>
          <a:ext cx="0" cy="0"/>
          <a:chOff x="0" y="0"/>
          <a:chExt cx="0" cy="0"/>
        </a:xfrm>
      </p:grpSpPr>
      <p:sp>
        <p:nvSpPr>
          <p:cNvPr id="8" name="Textplatzhalter 14"/>
          <p:cNvSpPr>
            <a:spLocks noGrp="1"/>
          </p:cNvSpPr>
          <p:nvPr>
            <p:ph type="body" sz="quarter" idx="15"/>
          </p:nvPr>
        </p:nvSpPr>
        <p:spPr bwMode="gray">
          <a:xfrm>
            <a:off x="1476375" y="1592263"/>
            <a:ext cx="6191250" cy="4608512"/>
          </a:xfrm>
        </p:spPr>
        <p:txBody>
          <a:bodyPr/>
          <a:lstStyle/>
          <a:p>
            <a:pPr lvl="0"/>
            <a:r>
              <a:rPr lang="en-US" noProof="0" dirty="0" err="1" smtClean="0"/>
              <a:t>Textmasterformate</a:t>
            </a:r>
            <a:r>
              <a:rPr lang="en-US" noProof="0" dirty="0" smtClean="0"/>
              <a:t> </a:t>
            </a:r>
            <a:r>
              <a:rPr lang="en-US" noProof="0" dirty="0" err="1" smtClean="0"/>
              <a:t>durch</a:t>
            </a:r>
            <a:r>
              <a:rPr lang="en-US" noProof="0" dirty="0" smtClean="0"/>
              <a:t> </a:t>
            </a:r>
            <a:r>
              <a:rPr lang="en-US" noProof="0" dirty="0" err="1" smtClean="0"/>
              <a:t>Klicken</a:t>
            </a:r>
            <a:r>
              <a:rPr lang="en-US" noProof="0" dirty="0" smtClean="0"/>
              <a:t> </a:t>
            </a:r>
            <a:r>
              <a:rPr lang="en-US" noProof="0" dirty="0" err="1" smtClean="0"/>
              <a:t>bearbeiten</a:t>
            </a:r>
            <a:endParaRPr lang="en-US" noProof="0" dirty="0" smtClean="0"/>
          </a:p>
          <a:p>
            <a:pPr lvl="1"/>
            <a:r>
              <a:rPr lang="en-US" noProof="0" dirty="0" err="1" smtClean="0"/>
              <a:t>Zweite</a:t>
            </a:r>
            <a:r>
              <a:rPr lang="en-US" noProof="0" dirty="0" smtClean="0"/>
              <a:t> </a:t>
            </a:r>
            <a:r>
              <a:rPr lang="en-US" noProof="0" dirty="0" err="1" smtClean="0"/>
              <a:t>Ebene</a:t>
            </a:r>
            <a:endParaRPr lang="en-US" noProof="0" dirty="0" smtClean="0"/>
          </a:p>
          <a:p>
            <a:pPr lvl="2"/>
            <a:r>
              <a:rPr lang="en-US" noProof="0" dirty="0" err="1" smtClean="0"/>
              <a:t>Dritte</a:t>
            </a:r>
            <a:r>
              <a:rPr lang="en-US" noProof="0" dirty="0" smtClean="0"/>
              <a:t> </a:t>
            </a:r>
            <a:r>
              <a:rPr lang="en-US" noProof="0" dirty="0" err="1" smtClean="0"/>
              <a:t>Ebene</a:t>
            </a:r>
            <a:endParaRPr lang="en-US" noProof="0" dirty="0" smtClean="0"/>
          </a:p>
          <a:p>
            <a:pPr lvl="3"/>
            <a:r>
              <a:rPr lang="en-US" noProof="0" dirty="0" err="1" smtClean="0"/>
              <a:t>Vierte</a:t>
            </a:r>
            <a:r>
              <a:rPr lang="en-US" noProof="0" dirty="0" smtClean="0"/>
              <a:t> </a:t>
            </a:r>
            <a:r>
              <a:rPr lang="en-US" noProof="0" dirty="0" err="1" smtClean="0"/>
              <a:t>Ebene</a:t>
            </a:r>
            <a:endParaRPr lang="en-US" noProof="0" dirty="0" smtClean="0"/>
          </a:p>
          <a:p>
            <a:pPr lvl="4"/>
            <a:r>
              <a:rPr lang="en-US" noProof="0" dirty="0" err="1" smtClean="0"/>
              <a:t>Fünfte</a:t>
            </a:r>
            <a:r>
              <a:rPr lang="en-US" noProof="0" dirty="0" smtClean="0"/>
              <a:t> </a:t>
            </a:r>
            <a:r>
              <a:rPr lang="en-US" noProof="0" dirty="0" err="1" smtClean="0"/>
              <a:t>Ebene</a:t>
            </a:r>
            <a:endParaRPr lang="en-US" noProof="0" dirty="0"/>
          </a:p>
        </p:txBody>
      </p:sp>
      <p:sp>
        <p:nvSpPr>
          <p:cNvPr id="14" name="Title 13"/>
          <p:cNvSpPr>
            <a:spLocks noGrp="1"/>
          </p:cNvSpPr>
          <p:nvPr>
            <p:ph type="title"/>
          </p:nvPr>
        </p:nvSpPr>
        <p:spPr bwMode="gray"/>
        <p:txBody>
          <a:bodyPr/>
          <a:lstStyle/>
          <a:p>
            <a:r>
              <a:rPr lang="en-US" noProof="0" smtClean="0"/>
              <a:t>Click to edit Master title style</a:t>
            </a:r>
            <a:endParaRPr lang="en-US" noProof="0"/>
          </a:p>
        </p:txBody>
      </p:sp>
      <p:sp>
        <p:nvSpPr>
          <p:cNvPr id="9"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41564644"/>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slide small picture and text box">
    <p:spTree>
      <p:nvGrpSpPr>
        <p:cNvPr id="1" name=""/>
        <p:cNvGrpSpPr/>
        <p:nvPr/>
      </p:nvGrpSpPr>
      <p:grpSpPr>
        <a:xfrm>
          <a:off x="0" y="0"/>
          <a:ext cx="0" cy="0"/>
          <a:chOff x="0" y="0"/>
          <a:chExt cx="0" cy="0"/>
        </a:xfrm>
      </p:grpSpPr>
      <p:sp>
        <p:nvSpPr>
          <p:cNvPr id="19" name="Textplatzhalter 14"/>
          <p:cNvSpPr>
            <a:spLocks noGrp="1"/>
          </p:cNvSpPr>
          <p:nvPr>
            <p:ph type="body" sz="quarter" idx="18"/>
          </p:nvPr>
        </p:nvSpPr>
        <p:spPr bwMode="gray">
          <a:xfrm>
            <a:off x="1476375" y="1592263"/>
            <a:ext cx="6191249" cy="4608511"/>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2" name="Bildplatzhalter 24"/>
          <p:cNvSpPr>
            <a:spLocks noGrp="1"/>
          </p:cNvSpPr>
          <p:nvPr>
            <p:ph type="pic" sz="quarter" idx="19" hasCustomPrompt="1"/>
          </p:nvPr>
        </p:nvSpPr>
        <p:spPr bwMode="gray">
          <a:xfrm>
            <a:off x="208757" y="1592263"/>
            <a:ext cx="1119980" cy="4608511"/>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8" name="Title 7"/>
          <p:cNvSpPr>
            <a:spLocks noGrp="1"/>
          </p:cNvSpPr>
          <p:nvPr>
            <p:ph type="title"/>
          </p:nvPr>
        </p:nvSpPr>
        <p:spPr bwMode="gray"/>
        <p:txBody>
          <a:bodyPr/>
          <a:lstStyle/>
          <a:p>
            <a:r>
              <a:rPr lang="en-US" noProof="0" smtClean="0"/>
              <a:t>Click to edit Master title style</a:t>
            </a:r>
            <a:endParaRPr lang="en-US" noProof="0"/>
          </a:p>
        </p:txBody>
      </p:sp>
      <p:sp>
        <p:nvSpPr>
          <p:cNvPr id="1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2052101815"/>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slide one picture and one text box">
    <p:spTree>
      <p:nvGrpSpPr>
        <p:cNvPr id="1" name=""/>
        <p:cNvGrpSpPr/>
        <p:nvPr/>
      </p:nvGrpSpPr>
      <p:grpSpPr>
        <a:xfrm>
          <a:off x="0" y="0"/>
          <a:ext cx="0" cy="0"/>
          <a:chOff x="0" y="0"/>
          <a:chExt cx="0" cy="0"/>
        </a:xfrm>
      </p:grpSpPr>
      <p:sp>
        <p:nvSpPr>
          <p:cNvPr id="19" name="Textplatzhalter 14"/>
          <p:cNvSpPr>
            <a:spLocks noGrp="1"/>
          </p:cNvSpPr>
          <p:nvPr>
            <p:ph type="body" sz="quarter" idx="18"/>
          </p:nvPr>
        </p:nvSpPr>
        <p:spPr bwMode="gray">
          <a:xfrm>
            <a:off x="4643437" y="1592263"/>
            <a:ext cx="3024187" cy="4608511"/>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2" name="Bildplatzhalter 24"/>
          <p:cNvSpPr>
            <a:spLocks noGrp="1"/>
          </p:cNvSpPr>
          <p:nvPr>
            <p:ph type="pic" sz="quarter" idx="19" hasCustomPrompt="1"/>
          </p:nvPr>
        </p:nvSpPr>
        <p:spPr bwMode="gray">
          <a:xfrm>
            <a:off x="1476375" y="1592263"/>
            <a:ext cx="3024188" cy="4608511"/>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8" name="Title 7"/>
          <p:cNvSpPr>
            <a:spLocks noGrp="1"/>
          </p:cNvSpPr>
          <p:nvPr>
            <p:ph type="title"/>
          </p:nvPr>
        </p:nvSpPr>
        <p:spPr bwMode="gray"/>
        <p:txBody>
          <a:bodyPr/>
          <a:lstStyle/>
          <a:p>
            <a:r>
              <a:rPr lang="en-US" noProof="0" smtClean="0"/>
              <a:t>Click to edit Master title style</a:t>
            </a:r>
            <a:endParaRPr lang="en-US" noProof="0"/>
          </a:p>
        </p:txBody>
      </p:sp>
      <p:sp>
        <p:nvSpPr>
          <p:cNvPr id="1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2323864239"/>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slide two pictures besides text">
    <p:spTree>
      <p:nvGrpSpPr>
        <p:cNvPr id="1" name=""/>
        <p:cNvGrpSpPr/>
        <p:nvPr/>
      </p:nvGrpSpPr>
      <p:grpSpPr>
        <a:xfrm>
          <a:off x="0" y="0"/>
          <a:ext cx="0" cy="0"/>
          <a:chOff x="0" y="0"/>
          <a:chExt cx="0" cy="0"/>
        </a:xfrm>
      </p:grpSpPr>
      <p:sp>
        <p:nvSpPr>
          <p:cNvPr id="21" name="Textplatzhalter 14"/>
          <p:cNvSpPr>
            <a:spLocks noGrp="1"/>
          </p:cNvSpPr>
          <p:nvPr>
            <p:ph type="body" sz="quarter" idx="18"/>
          </p:nvPr>
        </p:nvSpPr>
        <p:spPr bwMode="gray">
          <a:xfrm>
            <a:off x="4643437" y="1592263"/>
            <a:ext cx="3024187" cy="4608511"/>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2" name="Bildplatzhalter 24"/>
          <p:cNvSpPr>
            <a:spLocks noGrp="1"/>
          </p:cNvSpPr>
          <p:nvPr>
            <p:ph type="pic" sz="quarter" idx="19" hasCustomPrompt="1"/>
          </p:nvPr>
        </p:nvSpPr>
        <p:spPr bwMode="gray">
          <a:xfrm>
            <a:off x="1476375" y="1592262"/>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3" name="Bildplatzhalter 24"/>
          <p:cNvSpPr>
            <a:spLocks noGrp="1"/>
          </p:cNvSpPr>
          <p:nvPr>
            <p:ph type="pic" sz="quarter" idx="20" hasCustomPrompt="1"/>
          </p:nvPr>
        </p:nvSpPr>
        <p:spPr bwMode="gray">
          <a:xfrm>
            <a:off x="1476375" y="3968750"/>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Title 8"/>
          <p:cNvSpPr>
            <a:spLocks noGrp="1"/>
          </p:cNvSpPr>
          <p:nvPr>
            <p:ph type="title"/>
          </p:nvPr>
        </p:nvSpPr>
        <p:spPr bwMode="gray"/>
        <p:txBody>
          <a:bodyPr/>
          <a:lstStyle/>
          <a:p>
            <a:r>
              <a:rPr lang="en-US" noProof="0" smtClean="0"/>
              <a:t>Click to edit Master title style</a:t>
            </a:r>
            <a:endParaRPr lang="en-US" noProof="0"/>
          </a:p>
        </p:txBody>
      </p:sp>
      <p:sp>
        <p:nvSpPr>
          <p:cNvPr id="11"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4293570633"/>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slide three pictures besides text">
    <p:spTree>
      <p:nvGrpSpPr>
        <p:cNvPr id="1" name=""/>
        <p:cNvGrpSpPr/>
        <p:nvPr/>
      </p:nvGrpSpPr>
      <p:grpSpPr>
        <a:xfrm>
          <a:off x="0" y="0"/>
          <a:ext cx="0" cy="0"/>
          <a:chOff x="0" y="0"/>
          <a:chExt cx="0" cy="0"/>
        </a:xfrm>
      </p:grpSpPr>
      <p:sp>
        <p:nvSpPr>
          <p:cNvPr id="21" name="Textplatzhalter 14"/>
          <p:cNvSpPr>
            <a:spLocks noGrp="1"/>
          </p:cNvSpPr>
          <p:nvPr>
            <p:ph type="body" sz="quarter" idx="18"/>
          </p:nvPr>
        </p:nvSpPr>
        <p:spPr bwMode="gray">
          <a:xfrm>
            <a:off x="4643437" y="1592263"/>
            <a:ext cx="3024187" cy="4608511"/>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2" name="Bildplatzhalter 24"/>
          <p:cNvSpPr>
            <a:spLocks noGrp="1"/>
          </p:cNvSpPr>
          <p:nvPr>
            <p:ph type="pic" sz="quarter" idx="19" hasCustomPrompt="1"/>
          </p:nvPr>
        </p:nvSpPr>
        <p:spPr bwMode="gray">
          <a:xfrm>
            <a:off x="1476375" y="1592262"/>
            <a:ext cx="3024188" cy="1440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3" name="Bildplatzhalter 24"/>
          <p:cNvSpPr>
            <a:spLocks noGrp="1"/>
          </p:cNvSpPr>
          <p:nvPr>
            <p:ph type="pic" sz="quarter" idx="20" hasCustomPrompt="1"/>
          </p:nvPr>
        </p:nvSpPr>
        <p:spPr bwMode="gray">
          <a:xfrm>
            <a:off x="1476375" y="3176518"/>
            <a:ext cx="3024188" cy="1440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Bildplatzhalter 24"/>
          <p:cNvSpPr>
            <a:spLocks noGrp="1"/>
          </p:cNvSpPr>
          <p:nvPr>
            <p:ph type="pic" sz="quarter" idx="21" hasCustomPrompt="1"/>
          </p:nvPr>
        </p:nvSpPr>
        <p:spPr bwMode="gray">
          <a:xfrm>
            <a:off x="1476375" y="4760775"/>
            <a:ext cx="3024188" cy="1440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0" name="Title 9"/>
          <p:cNvSpPr>
            <a:spLocks noGrp="1"/>
          </p:cNvSpPr>
          <p:nvPr>
            <p:ph type="title"/>
          </p:nvPr>
        </p:nvSpPr>
        <p:spPr bwMode="gray"/>
        <p:txBody>
          <a:bodyPr/>
          <a:lstStyle/>
          <a:p>
            <a:r>
              <a:rPr lang="en-US" noProof="0" smtClean="0"/>
              <a:t>Click to edit Master title style</a:t>
            </a:r>
            <a:endParaRPr lang="en-US" noProof="0"/>
          </a:p>
        </p:txBody>
      </p:sp>
      <p:sp>
        <p:nvSpPr>
          <p:cNvPr id="13"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1135826446"/>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slide three pictures">
    <p:spTree>
      <p:nvGrpSpPr>
        <p:cNvPr id="1" name=""/>
        <p:cNvGrpSpPr/>
        <p:nvPr/>
      </p:nvGrpSpPr>
      <p:grpSpPr>
        <a:xfrm>
          <a:off x="0" y="0"/>
          <a:ext cx="0" cy="0"/>
          <a:chOff x="0" y="0"/>
          <a:chExt cx="0" cy="0"/>
        </a:xfrm>
      </p:grpSpPr>
      <p:sp>
        <p:nvSpPr>
          <p:cNvPr id="22" name="Bildplatzhalter 24"/>
          <p:cNvSpPr>
            <a:spLocks noGrp="1"/>
          </p:cNvSpPr>
          <p:nvPr>
            <p:ph type="pic" sz="quarter" idx="19" hasCustomPrompt="1"/>
          </p:nvPr>
        </p:nvSpPr>
        <p:spPr bwMode="gray">
          <a:xfrm>
            <a:off x="1476375" y="1592261"/>
            <a:ext cx="3024188" cy="2232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3" name="Bildplatzhalter 24"/>
          <p:cNvSpPr>
            <a:spLocks noGrp="1"/>
          </p:cNvSpPr>
          <p:nvPr>
            <p:ph type="pic" sz="quarter" idx="20" hasCustomPrompt="1"/>
          </p:nvPr>
        </p:nvSpPr>
        <p:spPr bwMode="gray">
          <a:xfrm>
            <a:off x="1476375" y="3968774"/>
            <a:ext cx="3024188" cy="2232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Bildplatzhalter 24"/>
          <p:cNvSpPr>
            <a:spLocks noGrp="1"/>
          </p:cNvSpPr>
          <p:nvPr>
            <p:ph type="pic" sz="quarter" idx="21" hasCustomPrompt="1"/>
          </p:nvPr>
        </p:nvSpPr>
        <p:spPr bwMode="gray">
          <a:xfrm>
            <a:off x="4643438" y="1592261"/>
            <a:ext cx="3024188" cy="4608514"/>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0" name="Title 9"/>
          <p:cNvSpPr>
            <a:spLocks noGrp="1"/>
          </p:cNvSpPr>
          <p:nvPr>
            <p:ph type="title"/>
          </p:nvPr>
        </p:nvSpPr>
        <p:spPr bwMode="gray"/>
        <p:txBody>
          <a:bodyPr/>
          <a:lstStyle/>
          <a:p>
            <a:r>
              <a:rPr lang="en-US" noProof="0" smtClean="0"/>
              <a:t>Click to edit Master title style</a:t>
            </a:r>
            <a:endParaRPr lang="en-US" noProof="0"/>
          </a:p>
        </p:txBody>
      </p:sp>
      <p:sp>
        <p:nvSpPr>
          <p:cNvPr id="12"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644218600"/>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slide one picture above text">
    <p:spTree>
      <p:nvGrpSpPr>
        <p:cNvPr id="1" name=""/>
        <p:cNvGrpSpPr/>
        <p:nvPr/>
      </p:nvGrpSpPr>
      <p:grpSpPr>
        <a:xfrm>
          <a:off x="0" y="0"/>
          <a:ext cx="0" cy="0"/>
          <a:chOff x="0" y="0"/>
          <a:chExt cx="0" cy="0"/>
        </a:xfrm>
      </p:grpSpPr>
      <p:sp>
        <p:nvSpPr>
          <p:cNvPr id="23" name="Textplatzhalter 14"/>
          <p:cNvSpPr>
            <a:spLocks noGrp="1"/>
          </p:cNvSpPr>
          <p:nvPr>
            <p:ph type="body" sz="quarter" idx="17"/>
          </p:nvPr>
        </p:nvSpPr>
        <p:spPr bwMode="gray">
          <a:xfrm>
            <a:off x="1476375" y="3968749"/>
            <a:ext cx="6191250" cy="2232025"/>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5" name="Bildplatzhalter 24"/>
          <p:cNvSpPr>
            <a:spLocks noGrp="1"/>
          </p:cNvSpPr>
          <p:nvPr>
            <p:ph type="pic" sz="quarter" idx="18" hasCustomPrompt="1"/>
          </p:nvPr>
        </p:nvSpPr>
        <p:spPr bwMode="gray">
          <a:xfrm>
            <a:off x="1476375" y="1592263"/>
            <a:ext cx="619125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Title 8"/>
          <p:cNvSpPr>
            <a:spLocks noGrp="1"/>
          </p:cNvSpPr>
          <p:nvPr>
            <p:ph type="title"/>
          </p:nvPr>
        </p:nvSpPr>
        <p:spPr bwMode="gray"/>
        <p:txBody>
          <a:bodyPr/>
          <a:lstStyle/>
          <a:p>
            <a:r>
              <a:rPr lang="en-US" noProof="0" smtClean="0"/>
              <a:t>Click to edit Master title style</a:t>
            </a:r>
            <a:endParaRPr lang="en-US" noProof="0"/>
          </a:p>
        </p:txBody>
      </p:sp>
      <p:sp>
        <p:nvSpPr>
          <p:cNvPr id="1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185323558"/>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slide two pictures above text">
    <p:spTree>
      <p:nvGrpSpPr>
        <p:cNvPr id="1" name=""/>
        <p:cNvGrpSpPr/>
        <p:nvPr/>
      </p:nvGrpSpPr>
      <p:grpSpPr>
        <a:xfrm>
          <a:off x="0" y="0"/>
          <a:ext cx="0" cy="0"/>
          <a:chOff x="0" y="0"/>
          <a:chExt cx="0" cy="0"/>
        </a:xfrm>
      </p:grpSpPr>
      <p:sp>
        <p:nvSpPr>
          <p:cNvPr id="23" name="Textplatzhalter 14"/>
          <p:cNvSpPr>
            <a:spLocks noGrp="1"/>
          </p:cNvSpPr>
          <p:nvPr>
            <p:ph type="body" sz="quarter" idx="17"/>
          </p:nvPr>
        </p:nvSpPr>
        <p:spPr bwMode="gray">
          <a:xfrm>
            <a:off x="1476375" y="3968749"/>
            <a:ext cx="6191250" cy="2232025"/>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4" name="Bildplatzhalter 24"/>
          <p:cNvSpPr>
            <a:spLocks noGrp="1"/>
          </p:cNvSpPr>
          <p:nvPr>
            <p:ph type="pic" sz="quarter" idx="18" hasCustomPrompt="1"/>
          </p:nvPr>
        </p:nvSpPr>
        <p:spPr bwMode="gray">
          <a:xfrm>
            <a:off x="4643437" y="1592263"/>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5" name="Bildplatzhalter 24"/>
          <p:cNvSpPr>
            <a:spLocks noGrp="1"/>
          </p:cNvSpPr>
          <p:nvPr>
            <p:ph type="pic" sz="quarter" idx="19" hasCustomPrompt="1"/>
          </p:nvPr>
        </p:nvSpPr>
        <p:spPr bwMode="gray">
          <a:xfrm>
            <a:off x="1476375" y="1592263"/>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Title 8"/>
          <p:cNvSpPr>
            <a:spLocks noGrp="1"/>
          </p:cNvSpPr>
          <p:nvPr>
            <p:ph type="title"/>
          </p:nvPr>
        </p:nvSpPr>
        <p:spPr bwMode="gray"/>
        <p:txBody>
          <a:bodyPr/>
          <a:lstStyle/>
          <a:p>
            <a:r>
              <a:rPr lang="en-US" noProof="0" smtClean="0"/>
              <a:t>Click to edit Master title style</a:t>
            </a:r>
            <a:endParaRPr lang="en-US" noProof="0"/>
          </a:p>
        </p:txBody>
      </p:sp>
      <p:sp>
        <p:nvSpPr>
          <p:cNvPr id="11"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2361003478"/>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slide three pictures above text">
    <p:spTree>
      <p:nvGrpSpPr>
        <p:cNvPr id="1" name=""/>
        <p:cNvGrpSpPr/>
        <p:nvPr/>
      </p:nvGrpSpPr>
      <p:grpSpPr>
        <a:xfrm>
          <a:off x="0" y="0"/>
          <a:ext cx="0" cy="0"/>
          <a:chOff x="0" y="0"/>
          <a:chExt cx="0" cy="0"/>
        </a:xfrm>
      </p:grpSpPr>
      <p:sp>
        <p:nvSpPr>
          <p:cNvPr id="26" name="Bildplatzhalter 24"/>
          <p:cNvSpPr>
            <a:spLocks noGrp="1"/>
          </p:cNvSpPr>
          <p:nvPr>
            <p:ph type="pic" sz="quarter" idx="18" hasCustomPrompt="1"/>
          </p:nvPr>
        </p:nvSpPr>
        <p:spPr bwMode="gray">
          <a:xfrm>
            <a:off x="1476375" y="1592263"/>
            <a:ext cx="1976399"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7" name="Bildplatzhalter 24"/>
          <p:cNvSpPr>
            <a:spLocks noGrp="1"/>
          </p:cNvSpPr>
          <p:nvPr>
            <p:ph type="pic" sz="quarter" idx="19" hasCustomPrompt="1"/>
          </p:nvPr>
        </p:nvSpPr>
        <p:spPr bwMode="gray">
          <a:xfrm>
            <a:off x="3583800" y="1592263"/>
            <a:ext cx="1976399"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8" name="Bildplatzhalter 24"/>
          <p:cNvSpPr>
            <a:spLocks noGrp="1"/>
          </p:cNvSpPr>
          <p:nvPr>
            <p:ph type="pic" sz="quarter" idx="20" hasCustomPrompt="1"/>
          </p:nvPr>
        </p:nvSpPr>
        <p:spPr bwMode="gray">
          <a:xfrm>
            <a:off x="5691225" y="1592263"/>
            <a:ext cx="1976399"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5" name="Textplatzhalter 14"/>
          <p:cNvSpPr>
            <a:spLocks noGrp="1"/>
          </p:cNvSpPr>
          <p:nvPr>
            <p:ph type="body" sz="quarter" idx="17"/>
          </p:nvPr>
        </p:nvSpPr>
        <p:spPr bwMode="gray">
          <a:xfrm>
            <a:off x="1476375" y="3968749"/>
            <a:ext cx="6191250" cy="2232025"/>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10" name="Title 9"/>
          <p:cNvSpPr>
            <a:spLocks noGrp="1"/>
          </p:cNvSpPr>
          <p:nvPr>
            <p:ph type="title"/>
          </p:nvPr>
        </p:nvSpPr>
        <p:spPr bwMode="gray"/>
        <p:txBody>
          <a:bodyPr/>
          <a:lstStyle/>
          <a:p>
            <a:r>
              <a:rPr lang="en-US" noProof="0" smtClean="0"/>
              <a:t>Click to edit Master title style</a:t>
            </a:r>
            <a:endParaRPr lang="en-US" noProof="0"/>
          </a:p>
        </p:txBody>
      </p:sp>
      <p:sp>
        <p:nvSpPr>
          <p:cNvPr id="12"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443906798"/>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slide four pictures">
    <p:spTree>
      <p:nvGrpSpPr>
        <p:cNvPr id="1" name=""/>
        <p:cNvGrpSpPr/>
        <p:nvPr/>
      </p:nvGrpSpPr>
      <p:grpSpPr>
        <a:xfrm>
          <a:off x="0" y="0"/>
          <a:ext cx="0" cy="0"/>
          <a:chOff x="0" y="0"/>
          <a:chExt cx="0" cy="0"/>
        </a:xfrm>
      </p:grpSpPr>
      <p:sp>
        <p:nvSpPr>
          <p:cNvPr id="23" name="Bildplatzhalter 24"/>
          <p:cNvSpPr>
            <a:spLocks noGrp="1"/>
          </p:cNvSpPr>
          <p:nvPr>
            <p:ph type="pic" sz="quarter" idx="19" hasCustomPrompt="1"/>
          </p:nvPr>
        </p:nvSpPr>
        <p:spPr bwMode="gray">
          <a:xfrm>
            <a:off x="1476375" y="1592263"/>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4" name="Bildplatzhalter 24"/>
          <p:cNvSpPr>
            <a:spLocks noGrp="1"/>
          </p:cNvSpPr>
          <p:nvPr>
            <p:ph type="pic" sz="quarter" idx="20" hasCustomPrompt="1"/>
          </p:nvPr>
        </p:nvSpPr>
        <p:spPr bwMode="gray">
          <a:xfrm>
            <a:off x="4643437" y="1592263"/>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5" name="Bildplatzhalter 24"/>
          <p:cNvSpPr>
            <a:spLocks noGrp="1"/>
          </p:cNvSpPr>
          <p:nvPr>
            <p:ph type="pic" sz="quarter" idx="21" hasCustomPrompt="1"/>
          </p:nvPr>
        </p:nvSpPr>
        <p:spPr bwMode="gray">
          <a:xfrm>
            <a:off x="1476375" y="3968750"/>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6" name="Bildplatzhalter 24"/>
          <p:cNvSpPr>
            <a:spLocks noGrp="1"/>
          </p:cNvSpPr>
          <p:nvPr>
            <p:ph type="pic" sz="quarter" idx="22" hasCustomPrompt="1"/>
          </p:nvPr>
        </p:nvSpPr>
        <p:spPr bwMode="gray">
          <a:xfrm>
            <a:off x="4643437" y="3968750"/>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0" name="Title 9"/>
          <p:cNvSpPr>
            <a:spLocks noGrp="1"/>
          </p:cNvSpPr>
          <p:nvPr>
            <p:ph type="title"/>
          </p:nvPr>
        </p:nvSpPr>
        <p:spPr bwMode="gray"/>
        <p:txBody>
          <a:bodyPr/>
          <a:lstStyle/>
          <a:p>
            <a:r>
              <a:rPr lang="en-US" noProof="0" smtClean="0"/>
              <a:t>Click to edit Master title style</a:t>
            </a:r>
            <a:endParaRPr lang="en-US" noProof="0"/>
          </a:p>
        </p:txBody>
      </p:sp>
      <p:sp>
        <p:nvSpPr>
          <p:cNvPr id="12"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68546423"/>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slide six pictures">
    <p:spTree>
      <p:nvGrpSpPr>
        <p:cNvPr id="1" name=""/>
        <p:cNvGrpSpPr/>
        <p:nvPr/>
      </p:nvGrpSpPr>
      <p:grpSpPr>
        <a:xfrm>
          <a:off x="0" y="0"/>
          <a:ext cx="0" cy="0"/>
          <a:chOff x="0" y="0"/>
          <a:chExt cx="0" cy="0"/>
        </a:xfrm>
      </p:grpSpPr>
      <p:sp>
        <p:nvSpPr>
          <p:cNvPr id="23" name="Bildplatzhalter 24"/>
          <p:cNvSpPr>
            <a:spLocks noGrp="1"/>
          </p:cNvSpPr>
          <p:nvPr>
            <p:ph type="pic" sz="quarter" idx="19" hasCustomPrompt="1"/>
          </p:nvPr>
        </p:nvSpPr>
        <p:spPr bwMode="gray">
          <a:xfrm>
            <a:off x="1476375" y="1592263"/>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4" name="Bildplatzhalter 24"/>
          <p:cNvSpPr>
            <a:spLocks noGrp="1"/>
          </p:cNvSpPr>
          <p:nvPr>
            <p:ph type="pic" sz="quarter" idx="20" hasCustomPrompt="1"/>
          </p:nvPr>
        </p:nvSpPr>
        <p:spPr bwMode="gray">
          <a:xfrm>
            <a:off x="3583801" y="1592263"/>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5" name="Bildplatzhalter 24"/>
          <p:cNvSpPr>
            <a:spLocks noGrp="1"/>
          </p:cNvSpPr>
          <p:nvPr>
            <p:ph type="pic" sz="quarter" idx="21" hasCustomPrompt="1"/>
          </p:nvPr>
        </p:nvSpPr>
        <p:spPr bwMode="gray">
          <a:xfrm>
            <a:off x="5691226" y="1592263"/>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6" name="Bildplatzhalter 24"/>
          <p:cNvSpPr>
            <a:spLocks noGrp="1"/>
          </p:cNvSpPr>
          <p:nvPr>
            <p:ph type="pic" sz="quarter" idx="22" hasCustomPrompt="1"/>
          </p:nvPr>
        </p:nvSpPr>
        <p:spPr bwMode="gray">
          <a:xfrm>
            <a:off x="5691226" y="3968750"/>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0" name="Bildplatzhalter 24"/>
          <p:cNvSpPr>
            <a:spLocks noGrp="1"/>
          </p:cNvSpPr>
          <p:nvPr>
            <p:ph type="pic" sz="quarter" idx="23" hasCustomPrompt="1"/>
          </p:nvPr>
        </p:nvSpPr>
        <p:spPr bwMode="gray">
          <a:xfrm>
            <a:off x="3583801" y="3968750"/>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1" name="Bildplatzhalter 24"/>
          <p:cNvSpPr>
            <a:spLocks noGrp="1"/>
          </p:cNvSpPr>
          <p:nvPr>
            <p:ph type="pic" sz="quarter" idx="24" hasCustomPrompt="1"/>
          </p:nvPr>
        </p:nvSpPr>
        <p:spPr bwMode="gray">
          <a:xfrm>
            <a:off x="1476375" y="3968750"/>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3" name="Title 12"/>
          <p:cNvSpPr>
            <a:spLocks noGrp="1"/>
          </p:cNvSpPr>
          <p:nvPr>
            <p:ph type="title"/>
          </p:nvPr>
        </p:nvSpPr>
        <p:spPr bwMode="gray"/>
        <p:txBody>
          <a:bodyPr/>
          <a:lstStyle/>
          <a:p>
            <a:r>
              <a:rPr lang="en-US" noProof="0" smtClean="0"/>
              <a:t>Click to edit Master title style</a:t>
            </a:r>
            <a:endParaRPr lang="en-US" noProof="0"/>
          </a:p>
        </p:txBody>
      </p:sp>
      <p:sp>
        <p:nvSpPr>
          <p:cNvPr id="15"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337157050"/>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slide one picture">
    <p:spTree>
      <p:nvGrpSpPr>
        <p:cNvPr id="1" name=""/>
        <p:cNvGrpSpPr/>
        <p:nvPr/>
      </p:nvGrpSpPr>
      <p:grpSpPr>
        <a:xfrm>
          <a:off x="0" y="0"/>
          <a:ext cx="0" cy="0"/>
          <a:chOff x="0" y="0"/>
          <a:chExt cx="0" cy="0"/>
        </a:xfrm>
      </p:grpSpPr>
      <p:sp>
        <p:nvSpPr>
          <p:cNvPr id="14" name="Bildplatzhalter 24"/>
          <p:cNvSpPr>
            <a:spLocks noGrp="1"/>
          </p:cNvSpPr>
          <p:nvPr>
            <p:ph type="pic" sz="quarter" idx="22" hasCustomPrompt="1"/>
          </p:nvPr>
        </p:nvSpPr>
        <p:spPr bwMode="gray">
          <a:xfrm>
            <a:off x="215900" y="1592263"/>
            <a:ext cx="8712200" cy="4608512"/>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6" name="Title 5"/>
          <p:cNvSpPr>
            <a:spLocks noGrp="1"/>
          </p:cNvSpPr>
          <p:nvPr>
            <p:ph type="title"/>
          </p:nvPr>
        </p:nvSpPr>
        <p:spPr bwMode="gray"/>
        <p:txBody>
          <a:bodyPr/>
          <a:lstStyle/>
          <a:p>
            <a:r>
              <a:rPr lang="en-US" noProof="0" smtClean="0"/>
              <a:t>Click to edit Master title style</a:t>
            </a:r>
            <a:endParaRPr lang="en-US" noProof="0"/>
          </a:p>
        </p:txBody>
      </p:sp>
      <p:sp>
        <p:nvSpPr>
          <p:cNvPr id="9"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1673349109"/>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slide bar graph">
    <p:spTree>
      <p:nvGrpSpPr>
        <p:cNvPr id="1" name=""/>
        <p:cNvGrpSpPr/>
        <p:nvPr/>
      </p:nvGrpSpPr>
      <p:grpSpPr>
        <a:xfrm>
          <a:off x="0" y="0"/>
          <a:ext cx="0" cy="0"/>
          <a:chOff x="0" y="0"/>
          <a:chExt cx="0" cy="0"/>
        </a:xfrm>
      </p:grpSpPr>
      <p:sp>
        <p:nvSpPr>
          <p:cNvPr id="14" name="Textplatzhalter 7"/>
          <p:cNvSpPr>
            <a:spLocks noGrp="1"/>
          </p:cNvSpPr>
          <p:nvPr>
            <p:ph type="body" sz="quarter" idx="12" hasCustomPrompt="1"/>
          </p:nvPr>
        </p:nvSpPr>
        <p:spPr bwMode="gray">
          <a:xfrm>
            <a:off x="1476375" y="1581149"/>
            <a:ext cx="7451725" cy="581025"/>
          </a:xfrm>
        </p:spPr>
        <p:txBody>
          <a:bodyPr>
            <a:normAutofit/>
          </a:bodyPr>
          <a:lstStyle>
            <a:lvl1pPr marL="179388" marR="0" indent="-179388" algn="l" defTabSz="914400" rtl="0" eaLnBrk="1" fontAlgn="auto" latinLnBrk="0" hangingPunct="1">
              <a:lnSpc>
                <a:spcPct val="100000"/>
              </a:lnSpc>
              <a:spcBef>
                <a:spcPts val="0"/>
              </a:spcBef>
              <a:spcAft>
                <a:spcPts val="0"/>
              </a:spcAft>
              <a:buClr>
                <a:schemeClr val="accent1"/>
              </a:buClr>
              <a:buSzTx/>
              <a:buFont typeface="Wingdings" pitchFamily="2" charset="2"/>
              <a:buNone/>
              <a:tabLst/>
              <a:defRPr sz="1400" b="1"/>
            </a:lvl1pPr>
          </a:lstStyle>
          <a:p>
            <a:pPr lvl="0"/>
            <a:r>
              <a:rPr lang="en-US" noProof="0" smtClean="0"/>
              <a:t>Click to insert graphic title</a:t>
            </a:r>
          </a:p>
        </p:txBody>
      </p:sp>
      <p:sp>
        <p:nvSpPr>
          <p:cNvPr id="16" name="Diagrammplatzhalter 15"/>
          <p:cNvSpPr>
            <a:spLocks noGrp="1"/>
          </p:cNvSpPr>
          <p:nvPr>
            <p:ph type="chart" sz="quarter" idx="18"/>
          </p:nvPr>
        </p:nvSpPr>
        <p:spPr bwMode="gray">
          <a:xfrm>
            <a:off x="1476375" y="2162175"/>
            <a:ext cx="7451725" cy="4038600"/>
          </a:xfrm>
        </p:spPr>
        <p:txBody>
          <a:bodyPr tIns="576000" anchor="ctr" anchorCtr="0"/>
          <a:lstStyle>
            <a:lvl1pPr algn="ctr">
              <a:buNone/>
              <a:defRPr sz="1000" b="0"/>
            </a:lvl1pPr>
          </a:lstStyle>
          <a:p>
            <a:endParaRPr lang="en-US" noProof="0"/>
          </a:p>
        </p:txBody>
      </p:sp>
      <p:sp>
        <p:nvSpPr>
          <p:cNvPr id="9" name="Title 8"/>
          <p:cNvSpPr>
            <a:spLocks noGrp="1"/>
          </p:cNvSpPr>
          <p:nvPr>
            <p:ph type="title"/>
          </p:nvPr>
        </p:nvSpPr>
        <p:spPr bwMode="gray"/>
        <p:txBody>
          <a:bodyPr/>
          <a:lstStyle/>
          <a:p>
            <a:r>
              <a:rPr lang="en-US" noProof="0" smtClean="0"/>
              <a:t>Click to edit Master title style</a:t>
            </a:r>
            <a:endParaRPr lang="en-US" noProof="0"/>
          </a:p>
        </p:txBody>
      </p:sp>
      <p:sp>
        <p:nvSpPr>
          <p:cNvPr id="1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4103483172"/>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5" name="Title 4"/>
          <p:cNvSpPr>
            <a:spLocks noGrp="1"/>
          </p:cNvSpPr>
          <p:nvPr>
            <p:ph type="title"/>
          </p:nvPr>
        </p:nvSpPr>
        <p:spPr bwMode="gray"/>
        <p:txBody>
          <a:bodyPr/>
          <a:lstStyle/>
          <a:p>
            <a:r>
              <a:rPr lang="en-US" noProof="0" smtClean="0"/>
              <a:t>Click to edit Master title style</a:t>
            </a:r>
            <a:endParaRPr lang="en-US" noProof="0"/>
          </a:p>
        </p:txBody>
      </p:sp>
      <p:sp>
        <p:nvSpPr>
          <p:cNvPr id="8"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3467384714"/>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2" name="Rectangle 3"/>
          <p:cNvSpPr>
            <a:spLocks noChangeArrowheads="1"/>
          </p:cNvSpPr>
          <p:nvPr/>
        </p:nvSpPr>
        <p:spPr bwMode="gray">
          <a:xfrm>
            <a:off x="0" y="0"/>
            <a:ext cx="9144000" cy="6858000"/>
          </a:xfrm>
          <a:prstGeom prst="rect">
            <a:avLst/>
          </a:prstGeom>
          <a:noFill/>
          <a:ln w="9525" algn="ctr">
            <a:noFill/>
            <a:miter lim="800000"/>
            <a:headEnd/>
            <a:tailEnd/>
          </a:ln>
          <a:effectLst/>
        </p:spPr>
        <p:txBody>
          <a:bodyPr wrap="none" lIns="0" tIns="0" rIns="0" bIns="0" anchor="ctr"/>
          <a:lstStyle/>
          <a:p>
            <a:pPr fontAlgn="auto">
              <a:spcBef>
                <a:spcPts val="0"/>
              </a:spcBef>
              <a:spcAft>
                <a:spcPts val="0"/>
              </a:spcAft>
              <a:defRPr/>
            </a:pPr>
            <a:endParaRPr lang="en-US" noProof="0">
              <a:latin typeface="+mn-lt"/>
            </a:endParaRPr>
          </a:p>
        </p:txBody>
      </p:sp>
      <p:sp>
        <p:nvSpPr>
          <p:cNvPr id="5" name="Rectangle 3"/>
          <p:cNvSpPr>
            <a:spLocks noChangeArrowheads="1"/>
          </p:cNvSpPr>
          <p:nvPr/>
        </p:nvSpPr>
        <p:spPr bwMode="gray">
          <a:xfrm>
            <a:off x="0" y="0"/>
            <a:ext cx="9144000" cy="6858000"/>
          </a:xfrm>
          <a:prstGeom prst="rect">
            <a:avLst/>
          </a:prstGeom>
          <a:noFill/>
          <a:ln w="9525" algn="ctr">
            <a:noFill/>
            <a:miter lim="800000"/>
            <a:headEnd/>
            <a:tailEnd/>
          </a:ln>
          <a:effectLst/>
        </p:spPr>
        <p:txBody>
          <a:bodyPr wrap="none" lIns="0" tIns="0" rIns="0" bIns="0" anchor="ctr"/>
          <a:lstStyle/>
          <a:p>
            <a:pPr fontAlgn="auto">
              <a:spcBef>
                <a:spcPts val="0"/>
              </a:spcBef>
              <a:spcAft>
                <a:spcPts val="0"/>
              </a:spcAft>
              <a:defRPr/>
            </a:pPr>
            <a:endParaRPr lang="en-US" noProof="0">
              <a:latin typeface="+mn-lt"/>
            </a:endParaRPr>
          </a:p>
        </p:txBody>
      </p:sp>
      <p:grpSp>
        <p:nvGrpSpPr>
          <p:cNvPr id="8" name="Group 275"/>
          <p:cNvGrpSpPr>
            <a:grpSpLocks/>
          </p:cNvGrpSpPr>
          <p:nvPr userDrawn="1"/>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4"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5" name="Group 282"/>
          <p:cNvGrpSpPr>
            <a:grpSpLocks/>
          </p:cNvGrpSpPr>
          <p:nvPr userDrawn="1"/>
        </p:nvGrpSpPr>
        <p:grpSpPr bwMode="gray">
          <a:xfrm>
            <a:off x="215900" y="6992938"/>
            <a:ext cx="8709025" cy="71437"/>
            <a:chOff x="136" y="4346"/>
            <a:chExt cx="5486" cy="113"/>
          </a:xfrm>
        </p:grpSpPr>
        <p:sp>
          <p:nvSpPr>
            <p:cNvPr id="16"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8"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9"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3" name="Group 290"/>
          <p:cNvGrpSpPr>
            <a:grpSpLocks/>
          </p:cNvGrpSpPr>
          <p:nvPr userDrawn="1"/>
        </p:nvGrpSpPr>
        <p:grpSpPr bwMode="gray">
          <a:xfrm>
            <a:off x="215900" y="-171450"/>
            <a:ext cx="8709025" cy="71437"/>
            <a:chOff x="136" y="4346"/>
            <a:chExt cx="5486" cy="113"/>
          </a:xfrm>
        </p:grpSpPr>
        <p:sp>
          <p:nvSpPr>
            <p:cNvPr id="24"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6"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7"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1" name="Group 298"/>
          <p:cNvGrpSpPr>
            <a:grpSpLocks/>
          </p:cNvGrpSpPr>
          <p:nvPr userDrawn="1"/>
        </p:nvGrpSpPr>
        <p:grpSpPr bwMode="gray">
          <a:xfrm>
            <a:off x="9288463" y="225425"/>
            <a:ext cx="71437" cy="5972175"/>
            <a:chOff x="-152" y="142"/>
            <a:chExt cx="113" cy="3762"/>
          </a:xfrm>
        </p:grpSpPr>
        <p:sp>
          <p:nvSpPr>
            <p:cNvPr id="32"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3"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4"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5"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1" name="Picture 4" descr="ABB1ClaimL_rgb300_100mmLIGHT Copy"/>
          <p:cNvPicPr>
            <a:picLocks noChangeAspect="1" noChangeArrowheads="1"/>
          </p:cNvPicPr>
          <p:nvPr userDrawn="1"/>
        </p:nvPicPr>
        <p:blipFill>
          <a:blip r:embed="rId2"/>
          <a:srcRect/>
          <a:stretch>
            <a:fillRect/>
          </a:stretch>
        </p:blipFill>
        <p:spPr bwMode="gray">
          <a:xfrm>
            <a:off x="582613" y="2635250"/>
            <a:ext cx="7986713" cy="1179513"/>
          </a:xfrm>
          <a:prstGeom prst="rect">
            <a:avLst/>
          </a:prstGeom>
          <a:noFill/>
        </p:spPr>
      </p:pic>
    </p:spTree>
    <p:extLst>
      <p:ext uri="{BB962C8B-B14F-4D97-AF65-F5344CB8AC3E}">
        <p14:creationId xmlns:p14="http://schemas.microsoft.com/office/powerpoint/2010/main" val="2800540388"/>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slide default with picture">
    <p:spTree>
      <p:nvGrpSpPr>
        <p:cNvPr id="1" name=""/>
        <p:cNvGrpSpPr/>
        <p:nvPr/>
      </p:nvGrpSpPr>
      <p:grpSpPr>
        <a:xfrm>
          <a:off x="0" y="0"/>
          <a:ext cx="0" cy="0"/>
          <a:chOff x="0" y="0"/>
          <a:chExt cx="0" cy="0"/>
        </a:xfrm>
      </p:grpSpPr>
      <p:sp>
        <p:nvSpPr>
          <p:cNvPr id="5" name="Rechteck 7"/>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14" name="Titel 1"/>
          <p:cNvSpPr>
            <a:spLocks noGrp="1"/>
          </p:cNvSpPr>
          <p:nvPr>
            <p:ph type="ctrTitle"/>
          </p:nvPr>
        </p:nvSpPr>
        <p:spPr bwMode="gray">
          <a:xfrm>
            <a:off x="215900" y="4181485"/>
            <a:ext cx="8712200" cy="2019289"/>
          </a:xfrm>
        </p:spPr>
        <p:txBody>
          <a:bodyPr lIns="144000" tIns="0" rIns="0">
            <a:normAutofit/>
          </a:bodyPr>
          <a:lstStyle>
            <a:lvl1pPr marL="0" marR="0" indent="0" algn="l" defTabSz="914400" rtl="0" eaLnBrk="1" fontAlgn="auto" latinLnBrk="0" hangingPunct="1">
              <a:lnSpc>
                <a:spcPct val="90000"/>
              </a:lnSpc>
              <a:spcBef>
                <a:spcPct val="0"/>
              </a:spcBef>
              <a:spcAft>
                <a:spcPts val="0"/>
              </a:spcAft>
              <a:buClrTx/>
              <a:buSzTx/>
              <a:buFontTx/>
              <a:buNone/>
              <a:tabLst/>
              <a:defRPr sz="4000">
                <a:solidFill>
                  <a:schemeClr val="accent2"/>
                </a:solidFill>
                <a:latin typeface="Arial" pitchFamily="34" charset="0"/>
                <a:cs typeface="Arial" pitchFamily="34" charset="0"/>
              </a:defRPr>
            </a:lvl1pPr>
          </a:lstStyle>
          <a:p>
            <a:r>
              <a:rPr lang="en-US" noProof="0" dirty="0" smtClean="0"/>
              <a:t>Click to edit Master title style</a:t>
            </a:r>
          </a:p>
        </p:txBody>
      </p:sp>
      <p:sp>
        <p:nvSpPr>
          <p:cNvPr id="15" name="Untertitel 2"/>
          <p:cNvSpPr>
            <a:spLocks noGrp="1"/>
          </p:cNvSpPr>
          <p:nvPr>
            <p:ph type="subTitle" idx="1"/>
          </p:nvPr>
        </p:nvSpPr>
        <p:spPr bwMode="gray">
          <a:xfrm>
            <a:off x="215900" y="3968750"/>
            <a:ext cx="8712200" cy="216000"/>
          </a:xfrm>
        </p:spPr>
        <p:txBody>
          <a:bodyPr lIns="144000" rtlCol="0">
            <a:noAutofit/>
          </a:bodyPr>
          <a:lstStyle>
            <a:lvl1pPr marL="0" marR="0" indent="0" algn="l" defTabSz="914400" rtl="0" eaLnBrk="1" fontAlgn="base" latinLnBrk="0" hangingPunct="1">
              <a:lnSpc>
                <a:spcPct val="100000"/>
              </a:lnSpc>
              <a:spcBef>
                <a:spcPct val="0"/>
              </a:spcBef>
              <a:spcAft>
                <a:spcPct val="0"/>
              </a:spcAft>
              <a:buClr>
                <a:schemeClr val="tx2"/>
              </a:buClr>
              <a:buSzPct val="70000"/>
              <a:buFont typeface="Wingdings" pitchFamily="2" charset="2"/>
              <a:buNone/>
              <a:tabLst/>
              <a:defRPr lang="de-DE" sz="1000" b="1" smtClean="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endParaRPr lang="en-US" noProof="0" dirty="0" smtClean="0"/>
          </a:p>
        </p:txBody>
      </p:sp>
      <p:grpSp>
        <p:nvGrpSpPr>
          <p:cNvPr id="8" name="Group 275"/>
          <p:cNvGrpSpPr>
            <a:grpSpLocks/>
          </p:cNvGrpSpPr>
          <p:nvPr userDrawn="1"/>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8" name="Group 282"/>
          <p:cNvGrpSpPr>
            <a:grpSpLocks/>
          </p:cNvGrpSpPr>
          <p:nvPr userDrawn="1"/>
        </p:nvGrpSpPr>
        <p:grpSpPr bwMode="gray">
          <a:xfrm>
            <a:off x="215900" y="6992938"/>
            <a:ext cx="8709025" cy="71437"/>
            <a:chOff x="136" y="4346"/>
            <a:chExt cx="5486" cy="113"/>
          </a:xfrm>
        </p:grpSpPr>
        <p:sp>
          <p:nvSpPr>
            <p:cNvPr id="19"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4"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6" name="Group 290"/>
          <p:cNvGrpSpPr>
            <a:grpSpLocks/>
          </p:cNvGrpSpPr>
          <p:nvPr userDrawn="1"/>
        </p:nvGrpSpPr>
        <p:grpSpPr bwMode="gray">
          <a:xfrm>
            <a:off x="215900" y="-171450"/>
            <a:ext cx="8709025" cy="71437"/>
            <a:chOff x="136" y="4346"/>
            <a:chExt cx="5486" cy="113"/>
          </a:xfrm>
        </p:grpSpPr>
        <p:sp>
          <p:nvSpPr>
            <p:cNvPr id="27"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2"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3"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4" name="Group 298"/>
          <p:cNvGrpSpPr>
            <a:grpSpLocks/>
          </p:cNvGrpSpPr>
          <p:nvPr userDrawn="1"/>
        </p:nvGrpSpPr>
        <p:grpSpPr bwMode="gray">
          <a:xfrm>
            <a:off x="9288463" y="225425"/>
            <a:ext cx="71437" cy="5972175"/>
            <a:chOff x="-152" y="142"/>
            <a:chExt cx="113" cy="3762"/>
          </a:xfrm>
        </p:grpSpPr>
        <p:sp>
          <p:nvSpPr>
            <p:cNvPr id="35"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9"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40"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4" name="Picture 3" descr="ABB2logo RGB"/>
          <p:cNvPicPr>
            <a:picLocks noChangeAspect="1" noChangeArrowheads="1"/>
          </p:cNvPicPr>
          <p:nvPr userDrawn="1"/>
        </p:nvPicPr>
        <p:blipFill>
          <a:blip r:embed="rId2" cstate="print"/>
          <a:srcRect/>
          <a:stretch>
            <a:fillRect/>
          </a:stretch>
        </p:blipFill>
        <p:spPr bwMode="gray">
          <a:xfrm>
            <a:off x="7121525" y="6392863"/>
            <a:ext cx="1795463" cy="252412"/>
          </a:xfrm>
          <a:prstGeom prst="rect">
            <a:avLst/>
          </a:prstGeom>
          <a:noFill/>
          <a:ln w="9525">
            <a:noFill/>
            <a:miter lim="800000"/>
            <a:headEnd/>
            <a:tailEnd/>
          </a:ln>
        </p:spPr>
      </p:pic>
      <p:sp>
        <p:nvSpPr>
          <p:cNvPr id="2" name="Rectangle 3"/>
          <p:cNvSpPr>
            <a:spLocks noChangeArrowheads="1"/>
          </p:cNvSpPr>
          <p:nvPr userDrawn="1"/>
        </p:nvSpPr>
        <p:spPr bwMode="gray">
          <a:xfrm>
            <a:off x="215900" y="5984875"/>
            <a:ext cx="4110038"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200" tIns="0" rIns="0" bIns="14400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smtClean="0">
                <a:ln>
                  <a:noFill/>
                </a:ln>
                <a:solidFill>
                  <a:srgbClr val="FFFFFF"/>
                </a:solidFill>
                <a:effectLst/>
                <a:latin typeface="Arial" pitchFamily="34" charset="0"/>
              </a:rPr>
              <a:t>Please enable your speakers or headphones.</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42" name="Picture 38" descr="PPT_TEMP_orange"/>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gray">
          <a:xfrm>
            <a:off x="215900" y="225425"/>
            <a:ext cx="8712200" cy="359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6" name="Fußzeilenplatzhalter 1">
            <a:hlinkClick r:id="rId4"/>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41"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extLst>
      <p:ext uri="{BB962C8B-B14F-4D97-AF65-F5344CB8AC3E}">
        <p14:creationId xmlns:p14="http://schemas.microsoft.com/office/powerpoint/2010/main" val="1367200471"/>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default">
    <p:spTree>
      <p:nvGrpSpPr>
        <p:cNvPr id="1" name=""/>
        <p:cNvGrpSpPr/>
        <p:nvPr/>
      </p:nvGrpSpPr>
      <p:grpSpPr>
        <a:xfrm>
          <a:off x="0" y="0"/>
          <a:ext cx="0" cy="0"/>
          <a:chOff x="0" y="0"/>
          <a:chExt cx="0" cy="0"/>
        </a:xfrm>
      </p:grpSpPr>
      <p:sp>
        <p:nvSpPr>
          <p:cNvPr id="5" name="Rechteck 7"/>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14" name="Titel 1"/>
          <p:cNvSpPr>
            <a:spLocks noGrp="1"/>
          </p:cNvSpPr>
          <p:nvPr>
            <p:ph type="ctrTitle"/>
          </p:nvPr>
        </p:nvSpPr>
        <p:spPr bwMode="gray">
          <a:xfrm>
            <a:off x="215900" y="4181485"/>
            <a:ext cx="8712200" cy="2019289"/>
          </a:xfrm>
        </p:spPr>
        <p:txBody>
          <a:bodyPr lIns="144000" tIns="0" rIns="0">
            <a:normAutofit/>
          </a:bodyPr>
          <a:lstStyle>
            <a:lvl1pPr marL="0" marR="0" indent="0" algn="l" defTabSz="914400" rtl="0" eaLnBrk="1" fontAlgn="auto" latinLnBrk="0" hangingPunct="1">
              <a:lnSpc>
                <a:spcPct val="90000"/>
              </a:lnSpc>
              <a:spcBef>
                <a:spcPct val="0"/>
              </a:spcBef>
              <a:spcAft>
                <a:spcPts val="0"/>
              </a:spcAft>
              <a:buClrTx/>
              <a:buSzTx/>
              <a:buFontTx/>
              <a:buNone/>
              <a:tabLst/>
              <a:defRPr sz="4000">
                <a:solidFill>
                  <a:schemeClr val="accent2"/>
                </a:solidFill>
                <a:latin typeface="Arial" pitchFamily="34" charset="0"/>
                <a:cs typeface="Arial" pitchFamily="34" charset="0"/>
              </a:defRPr>
            </a:lvl1pPr>
          </a:lstStyle>
          <a:p>
            <a:r>
              <a:rPr lang="en-US" noProof="0" dirty="0" smtClean="0"/>
              <a:t>Click to edit Master title style</a:t>
            </a:r>
          </a:p>
        </p:txBody>
      </p:sp>
      <p:sp>
        <p:nvSpPr>
          <p:cNvPr id="15" name="Untertitel 2"/>
          <p:cNvSpPr>
            <a:spLocks noGrp="1"/>
          </p:cNvSpPr>
          <p:nvPr>
            <p:ph type="subTitle" idx="1"/>
          </p:nvPr>
        </p:nvSpPr>
        <p:spPr bwMode="gray">
          <a:xfrm>
            <a:off x="215900" y="3968750"/>
            <a:ext cx="8712200" cy="216000"/>
          </a:xfrm>
        </p:spPr>
        <p:txBody>
          <a:bodyPr lIns="144000" rtlCol="0">
            <a:noAutofit/>
          </a:bodyPr>
          <a:lstStyle>
            <a:lvl1pPr marL="0" marR="0" indent="0" algn="l" defTabSz="914400" rtl="0" eaLnBrk="1" fontAlgn="base" latinLnBrk="0" hangingPunct="1">
              <a:lnSpc>
                <a:spcPct val="100000"/>
              </a:lnSpc>
              <a:spcBef>
                <a:spcPct val="0"/>
              </a:spcBef>
              <a:spcAft>
                <a:spcPct val="0"/>
              </a:spcAft>
              <a:buClr>
                <a:schemeClr val="tx2"/>
              </a:buClr>
              <a:buSzPct val="70000"/>
              <a:buFont typeface="Wingdings" pitchFamily="2" charset="2"/>
              <a:buNone/>
              <a:tabLst/>
              <a:defRPr lang="de-DE" sz="1000" b="1" smtClean="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endParaRPr lang="en-US" noProof="0" dirty="0" smtClean="0"/>
          </a:p>
        </p:txBody>
      </p:sp>
      <p:grpSp>
        <p:nvGrpSpPr>
          <p:cNvPr id="8" name="Group 275"/>
          <p:cNvGrpSpPr>
            <a:grpSpLocks/>
          </p:cNvGrpSpPr>
          <p:nvPr userDrawn="1"/>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8" name="Group 282"/>
          <p:cNvGrpSpPr>
            <a:grpSpLocks/>
          </p:cNvGrpSpPr>
          <p:nvPr userDrawn="1"/>
        </p:nvGrpSpPr>
        <p:grpSpPr bwMode="gray">
          <a:xfrm>
            <a:off x="215900" y="6992938"/>
            <a:ext cx="8709025" cy="71437"/>
            <a:chOff x="136" y="4346"/>
            <a:chExt cx="5486" cy="113"/>
          </a:xfrm>
        </p:grpSpPr>
        <p:sp>
          <p:nvSpPr>
            <p:cNvPr id="19"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4"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6" name="Group 290"/>
          <p:cNvGrpSpPr>
            <a:grpSpLocks/>
          </p:cNvGrpSpPr>
          <p:nvPr userDrawn="1"/>
        </p:nvGrpSpPr>
        <p:grpSpPr bwMode="gray">
          <a:xfrm>
            <a:off x="215900" y="-171450"/>
            <a:ext cx="8709025" cy="71437"/>
            <a:chOff x="136" y="4346"/>
            <a:chExt cx="5486" cy="113"/>
          </a:xfrm>
        </p:grpSpPr>
        <p:sp>
          <p:nvSpPr>
            <p:cNvPr id="27"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2"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3"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4" name="Group 298"/>
          <p:cNvGrpSpPr>
            <a:grpSpLocks/>
          </p:cNvGrpSpPr>
          <p:nvPr userDrawn="1"/>
        </p:nvGrpSpPr>
        <p:grpSpPr bwMode="gray">
          <a:xfrm>
            <a:off x="9288463" y="225425"/>
            <a:ext cx="71437" cy="5972175"/>
            <a:chOff x="-152" y="142"/>
            <a:chExt cx="113" cy="3762"/>
          </a:xfrm>
        </p:grpSpPr>
        <p:sp>
          <p:nvSpPr>
            <p:cNvPr id="35"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9"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40"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4" name="Picture 3" descr="ABB2logo RGB"/>
          <p:cNvPicPr>
            <a:picLocks noChangeAspect="1" noChangeArrowheads="1"/>
          </p:cNvPicPr>
          <p:nvPr userDrawn="1"/>
        </p:nvPicPr>
        <p:blipFill>
          <a:blip r:embed="rId2" cstate="print"/>
          <a:srcRect/>
          <a:stretch>
            <a:fillRect/>
          </a:stretch>
        </p:blipFill>
        <p:spPr bwMode="gray">
          <a:xfrm>
            <a:off x="7121525" y="6392863"/>
            <a:ext cx="1795463" cy="252412"/>
          </a:xfrm>
          <a:prstGeom prst="rect">
            <a:avLst/>
          </a:prstGeom>
          <a:noFill/>
          <a:ln w="9525">
            <a:noFill/>
            <a:miter lim="800000"/>
            <a:headEnd/>
            <a:tailEnd/>
          </a:ln>
        </p:spPr>
      </p:pic>
      <p:sp>
        <p:nvSpPr>
          <p:cNvPr id="2" name="Rectangle 3"/>
          <p:cNvSpPr>
            <a:spLocks noChangeArrowheads="1"/>
          </p:cNvSpPr>
          <p:nvPr userDrawn="1"/>
        </p:nvSpPr>
        <p:spPr bwMode="gray">
          <a:xfrm>
            <a:off x="215900" y="5984875"/>
            <a:ext cx="4110038"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200" tIns="0" rIns="0" bIns="14400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smtClean="0">
                <a:ln>
                  <a:noFill/>
                </a:ln>
                <a:solidFill>
                  <a:srgbClr val="FFFFFF"/>
                </a:solidFill>
                <a:effectLst/>
                <a:latin typeface="Arial" pitchFamily="34" charset="0"/>
              </a:rPr>
              <a:t>Please enable your speakers or headphones.</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45" name="Bildplatzhalter 9"/>
          <p:cNvSpPr>
            <a:spLocks noGrp="1"/>
          </p:cNvSpPr>
          <p:nvPr>
            <p:ph type="pic" sz="quarter" idx="13"/>
          </p:nvPr>
        </p:nvSpPr>
        <p:spPr bwMode="gray">
          <a:xfrm>
            <a:off x="214314" y="225426"/>
            <a:ext cx="8702674" cy="3598862"/>
          </a:xfrm>
        </p:spPr>
        <p:txBody>
          <a:bodyPr rtlCol="0">
            <a:normAutofit/>
          </a:bodyPr>
          <a:lstStyle>
            <a:lvl1pPr>
              <a:buNone/>
              <a:defRPr/>
            </a:lvl1pPr>
          </a:lstStyle>
          <a:p>
            <a:pPr lvl="0"/>
            <a:r>
              <a:rPr lang="en-US" noProof="0" smtClean="0"/>
              <a:t>Bild durch Klicken auf Symbol hinzufügen</a:t>
            </a:r>
            <a:endParaRPr lang="en-US" noProof="0"/>
          </a:p>
        </p:txBody>
      </p:sp>
      <p:sp>
        <p:nvSpPr>
          <p:cNvPr id="43"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6" name="Fußzeilenplatzhalter 1">
            <a:hlinkClick r:id="rId3"/>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41"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extLst>
      <p:ext uri="{BB962C8B-B14F-4D97-AF65-F5344CB8AC3E}">
        <p14:creationId xmlns:p14="http://schemas.microsoft.com/office/powerpoint/2010/main" val="636729275"/>
      </p:ext>
    </p:extLst>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without picture">
    <p:spTree>
      <p:nvGrpSpPr>
        <p:cNvPr id="1" name=""/>
        <p:cNvGrpSpPr/>
        <p:nvPr/>
      </p:nvGrpSpPr>
      <p:grpSpPr>
        <a:xfrm>
          <a:off x="0" y="0"/>
          <a:ext cx="0" cy="0"/>
          <a:chOff x="0" y="0"/>
          <a:chExt cx="0" cy="0"/>
        </a:xfrm>
      </p:grpSpPr>
      <p:sp>
        <p:nvSpPr>
          <p:cNvPr id="5" name="Rechteck 7"/>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14" name="Titel 1"/>
          <p:cNvSpPr>
            <a:spLocks noGrp="1"/>
          </p:cNvSpPr>
          <p:nvPr>
            <p:ph type="ctrTitle"/>
          </p:nvPr>
        </p:nvSpPr>
        <p:spPr bwMode="gray">
          <a:xfrm>
            <a:off x="215900" y="225425"/>
            <a:ext cx="8712200" cy="5037707"/>
          </a:xfrm>
        </p:spPr>
        <p:txBody>
          <a:bodyPr lIns="144000" tIns="144000" rIns="0">
            <a:normAutofit/>
          </a:bodyPr>
          <a:lstStyle>
            <a:lvl1pPr marL="0" marR="0" indent="0" algn="l" defTabSz="914400" rtl="0" eaLnBrk="1" fontAlgn="auto" latinLnBrk="0" hangingPunct="1">
              <a:lnSpc>
                <a:spcPct val="90000"/>
              </a:lnSpc>
              <a:spcBef>
                <a:spcPct val="0"/>
              </a:spcBef>
              <a:spcAft>
                <a:spcPts val="0"/>
              </a:spcAft>
              <a:buClrTx/>
              <a:buSzTx/>
              <a:buFontTx/>
              <a:buNone/>
              <a:tabLst/>
              <a:defRPr sz="5400">
                <a:solidFill>
                  <a:schemeClr val="accent2"/>
                </a:solidFill>
                <a:latin typeface="Arial" pitchFamily="34" charset="0"/>
                <a:cs typeface="Arial" pitchFamily="34" charset="0"/>
              </a:defRPr>
            </a:lvl1pPr>
          </a:lstStyle>
          <a:p>
            <a:r>
              <a:rPr lang="en-US" noProof="0" dirty="0" smtClean="0"/>
              <a:t>Click to edit Master title style</a:t>
            </a:r>
          </a:p>
        </p:txBody>
      </p:sp>
      <p:sp>
        <p:nvSpPr>
          <p:cNvPr id="15" name="Untertitel 2"/>
          <p:cNvSpPr>
            <a:spLocks noGrp="1"/>
          </p:cNvSpPr>
          <p:nvPr>
            <p:ph type="subTitle" idx="1"/>
          </p:nvPr>
        </p:nvSpPr>
        <p:spPr bwMode="gray">
          <a:xfrm>
            <a:off x="215900" y="5263132"/>
            <a:ext cx="8712200" cy="216000"/>
          </a:xfrm>
        </p:spPr>
        <p:txBody>
          <a:bodyPr lIns="144000" rtlCol="0">
            <a:noAutofit/>
          </a:bodyPr>
          <a:lstStyle>
            <a:lvl1pPr marL="0" marR="0" indent="0" algn="l" defTabSz="914400" rtl="0" eaLnBrk="1" fontAlgn="base" latinLnBrk="0" hangingPunct="1">
              <a:lnSpc>
                <a:spcPct val="100000"/>
              </a:lnSpc>
              <a:spcBef>
                <a:spcPct val="0"/>
              </a:spcBef>
              <a:spcAft>
                <a:spcPct val="0"/>
              </a:spcAft>
              <a:buClr>
                <a:schemeClr val="tx2"/>
              </a:buClr>
              <a:buSzPct val="70000"/>
              <a:buFont typeface="Wingdings" pitchFamily="2" charset="2"/>
              <a:buNone/>
              <a:tabLst/>
              <a:defRPr lang="de-DE" sz="1200" b="1" smtClean="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endParaRPr lang="en-US" noProof="0" dirty="0" smtClean="0"/>
          </a:p>
        </p:txBody>
      </p:sp>
      <p:grpSp>
        <p:nvGrpSpPr>
          <p:cNvPr id="8" name="Group 275"/>
          <p:cNvGrpSpPr>
            <a:grpSpLocks/>
          </p:cNvGrpSpPr>
          <p:nvPr userDrawn="1"/>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8" name="Group 282"/>
          <p:cNvGrpSpPr>
            <a:grpSpLocks/>
          </p:cNvGrpSpPr>
          <p:nvPr userDrawn="1"/>
        </p:nvGrpSpPr>
        <p:grpSpPr bwMode="gray">
          <a:xfrm>
            <a:off x="215900" y="6992938"/>
            <a:ext cx="8709025" cy="71437"/>
            <a:chOff x="136" y="4346"/>
            <a:chExt cx="5486" cy="113"/>
          </a:xfrm>
        </p:grpSpPr>
        <p:sp>
          <p:nvSpPr>
            <p:cNvPr id="19"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4"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6" name="Group 290"/>
          <p:cNvGrpSpPr>
            <a:grpSpLocks/>
          </p:cNvGrpSpPr>
          <p:nvPr userDrawn="1"/>
        </p:nvGrpSpPr>
        <p:grpSpPr bwMode="gray">
          <a:xfrm>
            <a:off x="215900" y="-171450"/>
            <a:ext cx="8709025" cy="71437"/>
            <a:chOff x="136" y="4346"/>
            <a:chExt cx="5486" cy="113"/>
          </a:xfrm>
        </p:grpSpPr>
        <p:sp>
          <p:nvSpPr>
            <p:cNvPr id="27"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2"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3"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4" name="Group 298"/>
          <p:cNvGrpSpPr>
            <a:grpSpLocks/>
          </p:cNvGrpSpPr>
          <p:nvPr userDrawn="1"/>
        </p:nvGrpSpPr>
        <p:grpSpPr bwMode="gray">
          <a:xfrm>
            <a:off x="9288463" y="225425"/>
            <a:ext cx="71437" cy="5972175"/>
            <a:chOff x="-152" y="142"/>
            <a:chExt cx="113" cy="3762"/>
          </a:xfrm>
        </p:grpSpPr>
        <p:sp>
          <p:nvSpPr>
            <p:cNvPr id="35"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9"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40"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4" name="Picture 3" descr="ABB2logo RGB"/>
          <p:cNvPicPr>
            <a:picLocks noChangeAspect="1" noChangeArrowheads="1"/>
          </p:cNvPicPr>
          <p:nvPr userDrawn="1"/>
        </p:nvPicPr>
        <p:blipFill>
          <a:blip r:embed="rId2" cstate="print"/>
          <a:srcRect/>
          <a:stretch>
            <a:fillRect/>
          </a:stretch>
        </p:blipFill>
        <p:spPr bwMode="gray">
          <a:xfrm>
            <a:off x="7121525" y="6392863"/>
            <a:ext cx="1795463" cy="252412"/>
          </a:xfrm>
          <a:prstGeom prst="rect">
            <a:avLst/>
          </a:prstGeom>
          <a:noFill/>
          <a:ln w="9525">
            <a:noFill/>
            <a:miter lim="800000"/>
            <a:headEnd/>
            <a:tailEnd/>
          </a:ln>
        </p:spPr>
      </p:pic>
      <p:sp>
        <p:nvSpPr>
          <p:cNvPr id="43"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5" name="Fußzeilenplatzhalter 1">
            <a:hlinkClick r:id="rId3"/>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41"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extLst>
      <p:ext uri="{BB962C8B-B14F-4D97-AF65-F5344CB8AC3E}">
        <p14:creationId xmlns:p14="http://schemas.microsoft.com/office/powerpoint/2010/main" val="662286798"/>
      </p:ext>
    </p:extLst>
  </p:cSld>
  <p:clrMapOvr>
    <a:masterClrMapping/>
  </p:clrMapOvr>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ivider slide with picture">
    <p:spTree>
      <p:nvGrpSpPr>
        <p:cNvPr id="1" name=""/>
        <p:cNvGrpSpPr/>
        <p:nvPr/>
      </p:nvGrpSpPr>
      <p:grpSpPr>
        <a:xfrm>
          <a:off x="0" y="0"/>
          <a:ext cx="0" cy="0"/>
          <a:chOff x="0" y="0"/>
          <a:chExt cx="0" cy="0"/>
        </a:xfrm>
      </p:grpSpPr>
      <p:sp>
        <p:nvSpPr>
          <p:cNvPr id="5" name="Rechteck 5"/>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4" name="Bildplatzhalter 9"/>
          <p:cNvSpPr>
            <a:spLocks noGrp="1"/>
          </p:cNvSpPr>
          <p:nvPr>
            <p:ph type="pic" sz="quarter" idx="12"/>
          </p:nvPr>
        </p:nvSpPr>
        <p:spPr bwMode="gray">
          <a:xfrm>
            <a:off x="214313" y="225425"/>
            <a:ext cx="8713787" cy="3598863"/>
          </a:xfrm>
        </p:spPr>
        <p:txBody>
          <a:bodyPr rtlCol="0">
            <a:normAutofit/>
          </a:bodyPr>
          <a:lstStyle>
            <a:lvl1pPr>
              <a:buNone/>
              <a:defRPr/>
            </a:lvl1pPr>
          </a:lstStyle>
          <a:p>
            <a:pPr lvl="0"/>
            <a:r>
              <a:rPr lang="en-US" noProof="0" smtClean="0"/>
              <a:t>Bild durch Klicken auf Symbol hinzufügen</a:t>
            </a:r>
            <a:endParaRPr lang="en-US" noProof="0"/>
          </a:p>
        </p:txBody>
      </p:sp>
      <p:sp>
        <p:nvSpPr>
          <p:cNvPr id="7" name="Titel 1"/>
          <p:cNvSpPr>
            <a:spLocks noGrp="1"/>
          </p:cNvSpPr>
          <p:nvPr>
            <p:ph type="ctrTitle"/>
          </p:nvPr>
        </p:nvSpPr>
        <p:spPr bwMode="gray">
          <a:xfrm>
            <a:off x="215900" y="4181485"/>
            <a:ext cx="8712200" cy="2019289"/>
          </a:xfrm>
        </p:spPr>
        <p:txBody>
          <a:bodyPr lIns="144000" tIns="0" rIns="0">
            <a:normAutofit/>
          </a:bodyPr>
          <a:lstStyle>
            <a:lvl1pPr marL="0" marR="0" indent="0" algn="l" defTabSz="914400" rtl="0" eaLnBrk="1" fontAlgn="auto" latinLnBrk="0" hangingPunct="1">
              <a:lnSpc>
                <a:spcPct val="90000"/>
              </a:lnSpc>
              <a:spcBef>
                <a:spcPct val="0"/>
              </a:spcBef>
              <a:spcAft>
                <a:spcPts val="0"/>
              </a:spcAft>
              <a:buClrTx/>
              <a:buSzTx/>
              <a:buFontTx/>
              <a:buNone/>
              <a:tabLst/>
              <a:defRPr sz="4000">
                <a:solidFill>
                  <a:schemeClr val="accent2"/>
                </a:solidFill>
                <a:latin typeface="Arial" pitchFamily="34" charset="0"/>
                <a:cs typeface="Arial" pitchFamily="34" charset="0"/>
              </a:defRPr>
            </a:lvl1pPr>
          </a:lstStyle>
          <a:p>
            <a:r>
              <a:rPr lang="en-US" noProof="0" dirty="0" smtClean="0"/>
              <a:t>Click to edit Master title style</a:t>
            </a:r>
          </a:p>
        </p:txBody>
      </p:sp>
      <p:grpSp>
        <p:nvGrpSpPr>
          <p:cNvPr id="8" name="Group 275"/>
          <p:cNvGrpSpPr>
            <a:grpSpLocks/>
          </p:cNvGrpSpPr>
          <p:nvPr userDrawn="1"/>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4"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5"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6" name="Group 282"/>
          <p:cNvGrpSpPr>
            <a:grpSpLocks/>
          </p:cNvGrpSpPr>
          <p:nvPr userDrawn="1"/>
        </p:nvGrpSpPr>
        <p:grpSpPr bwMode="gray">
          <a:xfrm>
            <a:off x="215900" y="6992938"/>
            <a:ext cx="8709025" cy="71437"/>
            <a:chOff x="136" y="4346"/>
            <a:chExt cx="5486" cy="113"/>
          </a:xfrm>
        </p:grpSpPr>
        <p:sp>
          <p:nvSpPr>
            <p:cNvPr id="17"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8"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9"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4" name="Group 290"/>
          <p:cNvGrpSpPr>
            <a:grpSpLocks/>
          </p:cNvGrpSpPr>
          <p:nvPr userDrawn="1"/>
        </p:nvGrpSpPr>
        <p:grpSpPr bwMode="gray">
          <a:xfrm>
            <a:off x="215900" y="-171450"/>
            <a:ext cx="8709025" cy="71437"/>
            <a:chOff x="136" y="4346"/>
            <a:chExt cx="5486" cy="113"/>
          </a:xfrm>
        </p:grpSpPr>
        <p:sp>
          <p:nvSpPr>
            <p:cNvPr id="25"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6"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7"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2" name="Group 298"/>
          <p:cNvGrpSpPr>
            <a:grpSpLocks/>
          </p:cNvGrpSpPr>
          <p:nvPr userDrawn="1"/>
        </p:nvGrpSpPr>
        <p:grpSpPr bwMode="gray">
          <a:xfrm>
            <a:off x="9288463" y="225425"/>
            <a:ext cx="71437" cy="5972175"/>
            <a:chOff x="-152" y="142"/>
            <a:chExt cx="113" cy="3762"/>
          </a:xfrm>
        </p:grpSpPr>
        <p:sp>
          <p:nvSpPr>
            <p:cNvPr id="33"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4"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5"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2" name="Picture 3" descr="ABB2logo RGB"/>
          <p:cNvPicPr>
            <a:picLocks noChangeAspect="1" noChangeArrowheads="1"/>
          </p:cNvPicPr>
          <p:nvPr userDrawn="1"/>
        </p:nvPicPr>
        <p:blipFill>
          <a:blip r:embed="rId2" cstate="print"/>
          <a:srcRect l="62511"/>
          <a:stretch>
            <a:fillRect/>
          </a:stretch>
        </p:blipFill>
        <p:spPr bwMode="gray">
          <a:xfrm>
            <a:off x="8243888" y="6392863"/>
            <a:ext cx="673100" cy="252412"/>
          </a:xfrm>
          <a:prstGeom prst="rect">
            <a:avLst/>
          </a:prstGeom>
          <a:noFill/>
          <a:ln w="9525">
            <a:noFill/>
            <a:miter lim="800000"/>
            <a:headEnd/>
            <a:tailEnd/>
          </a:ln>
        </p:spPr>
      </p:pic>
      <p:sp>
        <p:nvSpPr>
          <p:cNvPr id="41"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3" name="Fußzeilenplatzhalter 1">
            <a:hlinkClick r:id="rId3"/>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39"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extLst>
      <p:ext uri="{BB962C8B-B14F-4D97-AF65-F5344CB8AC3E}">
        <p14:creationId xmlns:p14="http://schemas.microsoft.com/office/powerpoint/2010/main" val="2793504984"/>
      </p:ext>
    </p:extLst>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ivider slide without picture">
    <p:spTree>
      <p:nvGrpSpPr>
        <p:cNvPr id="1" name=""/>
        <p:cNvGrpSpPr/>
        <p:nvPr/>
      </p:nvGrpSpPr>
      <p:grpSpPr>
        <a:xfrm>
          <a:off x="0" y="0"/>
          <a:ext cx="0" cy="0"/>
          <a:chOff x="0" y="0"/>
          <a:chExt cx="0" cy="0"/>
        </a:xfrm>
      </p:grpSpPr>
      <p:sp>
        <p:nvSpPr>
          <p:cNvPr id="3" name="Rechteck 2"/>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4" name="Titel 1"/>
          <p:cNvSpPr>
            <a:spLocks noGrp="1"/>
          </p:cNvSpPr>
          <p:nvPr>
            <p:ph type="title"/>
          </p:nvPr>
        </p:nvSpPr>
        <p:spPr bwMode="gray">
          <a:xfrm>
            <a:off x="215900" y="225424"/>
            <a:ext cx="8712200" cy="5975351"/>
          </a:xfrm>
        </p:spPr>
        <p:txBody>
          <a:bodyPr lIns="144000" tIns="144000" rIns="0" rtlCol="0">
            <a:normAutofit/>
          </a:bodyPr>
          <a:lstStyle>
            <a:lvl1pPr algn="l" defTabSz="914400" rtl="0" eaLnBrk="1" latinLnBrk="0" hangingPunct="1">
              <a:spcBef>
                <a:spcPct val="0"/>
              </a:spcBef>
              <a:buNone/>
              <a:defRPr lang="de-DE" sz="5400" kern="1200" dirty="0" smtClean="0">
                <a:solidFill>
                  <a:schemeClr val="accent2"/>
                </a:solidFill>
                <a:latin typeface="Arial" pitchFamily="34" charset="0"/>
                <a:ea typeface="+mj-ea"/>
                <a:cs typeface="Arial" pitchFamily="34" charset="0"/>
              </a:defRPr>
            </a:lvl1pPr>
          </a:lstStyle>
          <a:p>
            <a:r>
              <a:rPr lang="en-US" noProof="0" dirty="0" smtClean="0"/>
              <a:t>Click to edit Master title style</a:t>
            </a:r>
            <a:endParaRPr lang="en-US" noProof="0" dirty="0"/>
          </a:p>
        </p:txBody>
      </p:sp>
      <p:grpSp>
        <p:nvGrpSpPr>
          <p:cNvPr id="6" name="Group 275"/>
          <p:cNvGrpSpPr>
            <a:grpSpLocks/>
          </p:cNvGrpSpPr>
          <p:nvPr userDrawn="1"/>
        </p:nvGrpSpPr>
        <p:grpSpPr bwMode="gray">
          <a:xfrm>
            <a:off x="-215900" y="225425"/>
            <a:ext cx="71437" cy="5972175"/>
            <a:chOff x="-152" y="142"/>
            <a:chExt cx="113" cy="3762"/>
          </a:xfrm>
        </p:grpSpPr>
        <p:sp>
          <p:nvSpPr>
            <p:cNvPr id="7"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8"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9"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3" name="Group 282"/>
          <p:cNvGrpSpPr>
            <a:grpSpLocks/>
          </p:cNvGrpSpPr>
          <p:nvPr userDrawn="1"/>
        </p:nvGrpSpPr>
        <p:grpSpPr bwMode="gray">
          <a:xfrm>
            <a:off x="215900" y="6992938"/>
            <a:ext cx="8709025" cy="71437"/>
            <a:chOff x="136" y="4346"/>
            <a:chExt cx="5486" cy="113"/>
          </a:xfrm>
        </p:grpSpPr>
        <p:sp>
          <p:nvSpPr>
            <p:cNvPr id="14"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5"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6"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8"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9"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1" name="Group 290"/>
          <p:cNvGrpSpPr>
            <a:grpSpLocks/>
          </p:cNvGrpSpPr>
          <p:nvPr userDrawn="1"/>
        </p:nvGrpSpPr>
        <p:grpSpPr bwMode="gray">
          <a:xfrm>
            <a:off x="215900" y="-171450"/>
            <a:ext cx="8709025" cy="71437"/>
            <a:chOff x="136" y="4346"/>
            <a:chExt cx="5486" cy="113"/>
          </a:xfrm>
        </p:grpSpPr>
        <p:sp>
          <p:nvSpPr>
            <p:cNvPr id="22"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4"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6"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7"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9" name="Group 298"/>
          <p:cNvGrpSpPr>
            <a:grpSpLocks/>
          </p:cNvGrpSpPr>
          <p:nvPr userDrawn="1"/>
        </p:nvGrpSpPr>
        <p:grpSpPr bwMode="gray">
          <a:xfrm>
            <a:off x="9288463" y="225425"/>
            <a:ext cx="71437" cy="5972175"/>
            <a:chOff x="-152" y="142"/>
            <a:chExt cx="113" cy="3762"/>
          </a:xfrm>
        </p:grpSpPr>
        <p:sp>
          <p:nvSpPr>
            <p:cNvPr id="30"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1"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2"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3"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4"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5"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39" name="Picture 3" descr="ABB2logo RGB"/>
          <p:cNvPicPr>
            <a:picLocks noChangeAspect="1" noChangeArrowheads="1"/>
          </p:cNvPicPr>
          <p:nvPr userDrawn="1"/>
        </p:nvPicPr>
        <p:blipFill>
          <a:blip r:embed="rId2" cstate="print"/>
          <a:srcRect l="62511"/>
          <a:stretch>
            <a:fillRect/>
          </a:stretch>
        </p:blipFill>
        <p:spPr bwMode="gray">
          <a:xfrm>
            <a:off x="8243888" y="6392863"/>
            <a:ext cx="673100" cy="252412"/>
          </a:xfrm>
          <a:prstGeom prst="rect">
            <a:avLst/>
          </a:prstGeom>
          <a:noFill/>
          <a:ln w="9525">
            <a:noFill/>
            <a:miter lim="800000"/>
            <a:headEnd/>
            <a:tailEnd/>
          </a:ln>
        </p:spPr>
      </p:pic>
      <p:sp>
        <p:nvSpPr>
          <p:cNvPr id="4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1" name="Fußzeilenplatzhalter 1">
            <a:hlinkClick r:id="rId3"/>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38"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extLst>
      <p:ext uri="{BB962C8B-B14F-4D97-AF65-F5344CB8AC3E}">
        <p14:creationId xmlns:p14="http://schemas.microsoft.com/office/powerpoint/2010/main" val="3835765788"/>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slide default">
    <p:spTree>
      <p:nvGrpSpPr>
        <p:cNvPr id="1" name=""/>
        <p:cNvGrpSpPr/>
        <p:nvPr/>
      </p:nvGrpSpPr>
      <p:grpSpPr>
        <a:xfrm>
          <a:off x="0" y="0"/>
          <a:ext cx="0" cy="0"/>
          <a:chOff x="0" y="0"/>
          <a:chExt cx="0" cy="0"/>
        </a:xfrm>
      </p:grpSpPr>
      <p:sp>
        <p:nvSpPr>
          <p:cNvPr id="8" name="Textplatzhalter 14"/>
          <p:cNvSpPr>
            <a:spLocks noGrp="1"/>
          </p:cNvSpPr>
          <p:nvPr>
            <p:ph type="body" sz="quarter" idx="15"/>
          </p:nvPr>
        </p:nvSpPr>
        <p:spPr bwMode="gray">
          <a:xfrm>
            <a:off x="1476375" y="1592263"/>
            <a:ext cx="6191250" cy="4608512"/>
          </a:xfrm>
        </p:spPr>
        <p:txBody>
          <a:bodyPr/>
          <a:lstStyle/>
          <a:p>
            <a:pPr lvl="0"/>
            <a:r>
              <a:rPr lang="en-US" noProof="0" dirty="0" err="1" smtClean="0"/>
              <a:t>Textmasterformate</a:t>
            </a:r>
            <a:r>
              <a:rPr lang="en-US" noProof="0" dirty="0" smtClean="0"/>
              <a:t> </a:t>
            </a:r>
            <a:r>
              <a:rPr lang="en-US" noProof="0" dirty="0" err="1" smtClean="0"/>
              <a:t>durch</a:t>
            </a:r>
            <a:r>
              <a:rPr lang="en-US" noProof="0" dirty="0" smtClean="0"/>
              <a:t> </a:t>
            </a:r>
            <a:r>
              <a:rPr lang="en-US" noProof="0" dirty="0" err="1" smtClean="0"/>
              <a:t>Klicken</a:t>
            </a:r>
            <a:r>
              <a:rPr lang="en-US" noProof="0" dirty="0" smtClean="0"/>
              <a:t> </a:t>
            </a:r>
            <a:r>
              <a:rPr lang="en-US" noProof="0" dirty="0" err="1" smtClean="0"/>
              <a:t>bearbeiten</a:t>
            </a:r>
            <a:endParaRPr lang="en-US" noProof="0" dirty="0" smtClean="0"/>
          </a:p>
          <a:p>
            <a:pPr lvl="1"/>
            <a:r>
              <a:rPr lang="en-US" noProof="0" dirty="0" err="1" smtClean="0"/>
              <a:t>Zweite</a:t>
            </a:r>
            <a:r>
              <a:rPr lang="en-US" noProof="0" dirty="0" smtClean="0"/>
              <a:t> </a:t>
            </a:r>
            <a:r>
              <a:rPr lang="en-US" noProof="0" dirty="0" err="1" smtClean="0"/>
              <a:t>Ebene</a:t>
            </a:r>
            <a:endParaRPr lang="en-US" noProof="0" dirty="0" smtClean="0"/>
          </a:p>
          <a:p>
            <a:pPr lvl="2"/>
            <a:r>
              <a:rPr lang="en-US" noProof="0" dirty="0" err="1" smtClean="0"/>
              <a:t>Dritte</a:t>
            </a:r>
            <a:r>
              <a:rPr lang="en-US" noProof="0" dirty="0" smtClean="0"/>
              <a:t> </a:t>
            </a:r>
            <a:r>
              <a:rPr lang="en-US" noProof="0" dirty="0" err="1" smtClean="0"/>
              <a:t>Ebene</a:t>
            </a:r>
            <a:endParaRPr lang="en-US" noProof="0" dirty="0" smtClean="0"/>
          </a:p>
          <a:p>
            <a:pPr lvl="3"/>
            <a:r>
              <a:rPr lang="en-US" noProof="0" dirty="0" err="1" smtClean="0"/>
              <a:t>Vierte</a:t>
            </a:r>
            <a:r>
              <a:rPr lang="en-US" noProof="0" dirty="0" smtClean="0"/>
              <a:t> </a:t>
            </a:r>
            <a:r>
              <a:rPr lang="en-US" noProof="0" dirty="0" err="1" smtClean="0"/>
              <a:t>Ebene</a:t>
            </a:r>
            <a:endParaRPr lang="en-US" noProof="0" dirty="0" smtClean="0"/>
          </a:p>
          <a:p>
            <a:pPr lvl="4"/>
            <a:r>
              <a:rPr lang="en-US" noProof="0" dirty="0" err="1" smtClean="0"/>
              <a:t>Fünfte</a:t>
            </a:r>
            <a:r>
              <a:rPr lang="en-US" noProof="0" dirty="0" smtClean="0"/>
              <a:t> </a:t>
            </a:r>
            <a:r>
              <a:rPr lang="en-US" noProof="0" dirty="0" err="1" smtClean="0"/>
              <a:t>Ebene</a:t>
            </a:r>
            <a:endParaRPr lang="en-US" noProof="0" dirty="0"/>
          </a:p>
        </p:txBody>
      </p:sp>
      <p:sp>
        <p:nvSpPr>
          <p:cNvPr id="14" name="Title 13"/>
          <p:cNvSpPr>
            <a:spLocks noGrp="1"/>
          </p:cNvSpPr>
          <p:nvPr>
            <p:ph type="title"/>
          </p:nvPr>
        </p:nvSpPr>
        <p:spPr bwMode="gray"/>
        <p:txBody>
          <a:bodyPr/>
          <a:lstStyle/>
          <a:p>
            <a:r>
              <a:rPr lang="en-US" noProof="0" smtClean="0"/>
              <a:t>Click to edit Master title style</a:t>
            </a:r>
            <a:endParaRPr lang="en-US" noProof="0"/>
          </a:p>
        </p:txBody>
      </p:sp>
      <p:sp>
        <p:nvSpPr>
          <p:cNvPr id="9"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2010412849"/>
      </p:ext>
    </p:extLst>
  </p:cSld>
  <p:clrMapOvr>
    <a:masterClrMapping/>
  </p:clrMapOvr>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slide small picture and text box">
    <p:spTree>
      <p:nvGrpSpPr>
        <p:cNvPr id="1" name=""/>
        <p:cNvGrpSpPr/>
        <p:nvPr/>
      </p:nvGrpSpPr>
      <p:grpSpPr>
        <a:xfrm>
          <a:off x="0" y="0"/>
          <a:ext cx="0" cy="0"/>
          <a:chOff x="0" y="0"/>
          <a:chExt cx="0" cy="0"/>
        </a:xfrm>
      </p:grpSpPr>
      <p:sp>
        <p:nvSpPr>
          <p:cNvPr id="19" name="Textplatzhalter 14"/>
          <p:cNvSpPr>
            <a:spLocks noGrp="1"/>
          </p:cNvSpPr>
          <p:nvPr>
            <p:ph type="body" sz="quarter" idx="18"/>
          </p:nvPr>
        </p:nvSpPr>
        <p:spPr bwMode="gray">
          <a:xfrm>
            <a:off x="1476375" y="1592263"/>
            <a:ext cx="6191249" cy="4608511"/>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2" name="Bildplatzhalter 24"/>
          <p:cNvSpPr>
            <a:spLocks noGrp="1"/>
          </p:cNvSpPr>
          <p:nvPr>
            <p:ph type="pic" sz="quarter" idx="19" hasCustomPrompt="1"/>
          </p:nvPr>
        </p:nvSpPr>
        <p:spPr bwMode="gray">
          <a:xfrm>
            <a:off x="208757" y="1592263"/>
            <a:ext cx="1119980" cy="4608511"/>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8" name="Title 7"/>
          <p:cNvSpPr>
            <a:spLocks noGrp="1"/>
          </p:cNvSpPr>
          <p:nvPr>
            <p:ph type="title"/>
          </p:nvPr>
        </p:nvSpPr>
        <p:spPr bwMode="gray"/>
        <p:txBody>
          <a:bodyPr/>
          <a:lstStyle/>
          <a:p>
            <a:r>
              <a:rPr lang="en-US" noProof="0" smtClean="0"/>
              <a:t>Click to edit Master title style</a:t>
            </a:r>
            <a:endParaRPr lang="en-US" noProof="0"/>
          </a:p>
        </p:txBody>
      </p:sp>
      <p:sp>
        <p:nvSpPr>
          <p:cNvPr id="1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164379615"/>
      </p:ext>
    </p:extLst>
  </p:cSld>
  <p:clrMapOvr>
    <a:masterClrMapping/>
  </p:clrMapOvr>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slide one picture and one text box">
    <p:spTree>
      <p:nvGrpSpPr>
        <p:cNvPr id="1" name=""/>
        <p:cNvGrpSpPr/>
        <p:nvPr/>
      </p:nvGrpSpPr>
      <p:grpSpPr>
        <a:xfrm>
          <a:off x="0" y="0"/>
          <a:ext cx="0" cy="0"/>
          <a:chOff x="0" y="0"/>
          <a:chExt cx="0" cy="0"/>
        </a:xfrm>
      </p:grpSpPr>
      <p:sp>
        <p:nvSpPr>
          <p:cNvPr id="19" name="Textplatzhalter 14"/>
          <p:cNvSpPr>
            <a:spLocks noGrp="1"/>
          </p:cNvSpPr>
          <p:nvPr>
            <p:ph type="body" sz="quarter" idx="18"/>
          </p:nvPr>
        </p:nvSpPr>
        <p:spPr bwMode="gray">
          <a:xfrm>
            <a:off x="4643437" y="1592263"/>
            <a:ext cx="3024187" cy="4608511"/>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2" name="Bildplatzhalter 24"/>
          <p:cNvSpPr>
            <a:spLocks noGrp="1"/>
          </p:cNvSpPr>
          <p:nvPr>
            <p:ph type="pic" sz="quarter" idx="19" hasCustomPrompt="1"/>
          </p:nvPr>
        </p:nvSpPr>
        <p:spPr bwMode="gray">
          <a:xfrm>
            <a:off x="1476375" y="1592263"/>
            <a:ext cx="3024188" cy="4608511"/>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8" name="Title 7"/>
          <p:cNvSpPr>
            <a:spLocks noGrp="1"/>
          </p:cNvSpPr>
          <p:nvPr>
            <p:ph type="title"/>
          </p:nvPr>
        </p:nvSpPr>
        <p:spPr bwMode="gray"/>
        <p:txBody>
          <a:bodyPr/>
          <a:lstStyle/>
          <a:p>
            <a:r>
              <a:rPr lang="en-US" noProof="0" smtClean="0"/>
              <a:t>Click to edit Master title style</a:t>
            </a:r>
            <a:endParaRPr lang="en-US" noProof="0"/>
          </a:p>
        </p:txBody>
      </p:sp>
      <p:sp>
        <p:nvSpPr>
          <p:cNvPr id="1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3373545907"/>
      </p:ext>
    </p:extLst>
  </p:cSld>
  <p:clrMapOvr>
    <a:masterClrMapping/>
  </p:clrMapOvr>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slide two pictures besides text">
    <p:spTree>
      <p:nvGrpSpPr>
        <p:cNvPr id="1" name=""/>
        <p:cNvGrpSpPr/>
        <p:nvPr/>
      </p:nvGrpSpPr>
      <p:grpSpPr>
        <a:xfrm>
          <a:off x="0" y="0"/>
          <a:ext cx="0" cy="0"/>
          <a:chOff x="0" y="0"/>
          <a:chExt cx="0" cy="0"/>
        </a:xfrm>
      </p:grpSpPr>
      <p:sp>
        <p:nvSpPr>
          <p:cNvPr id="21" name="Textplatzhalter 14"/>
          <p:cNvSpPr>
            <a:spLocks noGrp="1"/>
          </p:cNvSpPr>
          <p:nvPr>
            <p:ph type="body" sz="quarter" idx="18"/>
          </p:nvPr>
        </p:nvSpPr>
        <p:spPr bwMode="gray">
          <a:xfrm>
            <a:off x="4643437" y="1592263"/>
            <a:ext cx="3024187" cy="4608511"/>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2" name="Bildplatzhalter 24"/>
          <p:cNvSpPr>
            <a:spLocks noGrp="1"/>
          </p:cNvSpPr>
          <p:nvPr>
            <p:ph type="pic" sz="quarter" idx="19" hasCustomPrompt="1"/>
          </p:nvPr>
        </p:nvSpPr>
        <p:spPr bwMode="gray">
          <a:xfrm>
            <a:off x="1476375" y="1592262"/>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3" name="Bildplatzhalter 24"/>
          <p:cNvSpPr>
            <a:spLocks noGrp="1"/>
          </p:cNvSpPr>
          <p:nvPr>
            <p:ph type="pic" sz="quarter" idx="20" hasCustomPrompt="1"/>
          </p:nvPr>
        </p:nvSpPr>
        <p:spPr bwMode="gray">
          <a:xfrm>
            <a:off x="1476375" y="3968750"/>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Title 8"/>
          <p:cNvSpPr>
            <a:spLocks noGrp="1"/>
          </p:cNvSpPr>
          <p:nvPr>
            <p:ph type="title"/>
          </p:nvPr>
        </p:nvSpPr>
        <p:spPr bwMode="gray"/>
        <p:txBody>
          <a:bodyPr/>
          <a:lstStyle/>
          <a:p>
            <a:r>
              <a:rPr lang="en-US" noProof="0" smtClean="0"/>
              <a:t>Click to edit Master title style</a:t>
            </a:r>
            <a:endParaRPr lang="en-US" noProof="0"/>
          </a:p>
        </p:txBody>
      </p:sp>
      <p:sp>
        <p:nvSpPr>
          <p:cNvPr id="11"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3855311455"/>
      </p:ext>
    </p:extLst>
  </p:cSld>
  <p:clrMapOvr>
    <a:masterClrMapping/>
  </p:clrMapOvr>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slide three pictures besides text">
    <p:spTree>
      <p:nvGrpSpPr>
        <p:cNvPr id="1" name=""/>
        <p:cNvGrpSpPr/>
        <p:nvPr/>
      </p:nvGrpSpPr>
      <p:grpSpPr>
        <a:xfrm>
          <a:off x="0" y="0"/>
          <a:ext cx="0" cy="0"/>
          <a:chOff x="0" y="0"/>
          <a:chExt cx="0" cy="0"/>
        </a:xfrm>
      </p:grpSpPr>
      <p:sp>
        <p:nvSpPr>
          <p:cNvPr id="21" name="Textplatzhalter 14"/>
          <p:cNvSpPr>
            <a:spLocks noGrp="1"/>
          </p:cNvSpPr>
          <p:nvPr>
            <p:ph type="body" sz="quarter" idx="18"/>
          </p:nvPr>
        </p:nvSpPr>
        <p:spPr bwMode="gray">
          <a:xfrm>
            <a:off x="4643437" y="1592263"/>
            <a:ext cx="3024187" cy="4608511"/>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2" name="Bildplatzhalter 24"/>
          <p:cNvSpPr>
            <a:spLocks noGrp="1"/>
          </p:cNvSpPr>
          <p:nvPr>
            <p:ph type="pic" sz="quarter" idx="19" hasCustomPrompt="1"/>
          </p:nvPr>
        </p:nvSpPr>
        <p:spPr bwMode="gray">
          <a:xfrm>
            <a:off x="1476375" y="1592262"/>
            <a:ext cx="3024188" cy="1440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3" name="Bildplatzhalter 24"/>
          <p:cNvSpPr>
            <a:spLocks noGrp="1"/>
          </p:cNvSpPr>
          <p:nvPr>
            <p:ph type="pic" sz="quarter" idx="20" hasCustomPrompt="1"/>
          </p:nvPr>
        </p:nvSpPr>
        <p:spPr bwMode="gray">
          <a:xfrm>
            <a:off x="1476375" y="3176518"/>
            <a:ext cx="3024188" cy="1440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Bildplatzhalter 24"/>
          <p:cNvSpPr>
            <a:spLocks noGrp="1"/>
          </p:cNvSpPr>
          <p:nvPr>
            <p:ph type="pic" sz="quarter" idx="21" hasCustomPrompt="1"/>
          </p:nvPr>
        </p:nvSpPr>
        <p:spPr bwMode="gray">
          <a:xfrm>
            <a:off x="1476375" y="4760775"/>
            <a:ext cx="3024188" cy="1440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0" name="Title 9"/>
          <p:cNvSpPr>
            <a:spLocks noGrp="1"/>
          </p:cNvSpPr>
          <p:nvPr>
            <p:ph type="title"/>
          </p:nvPr>
        </p:nvSpPr>
        <p:spPr bwMode="gray"/>
        <p:txBody>
          <a:bodyPr/>
          <a:lstStyle/>
          <a:p>
            <a:r>
              <a:rPr lang="en-US" noProof="0" smtClean="0"/>
              <a:t>Click to edit Master title style</a:t>
            </a:r>
            <a:endParaRPr lang="en-US" noProof="0"/>
          </a:p>
        </p:txBody>
      </p:sp>
      <p:sp>
        <p:nvSpPr>
          <p:cNvPr id="13"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2975485339"/>
      </p:ext>
    </p:extLst>
  </p:cSld>
  <p:clrMapOvr>
    <a:masterClrMapping/>
  </p:clrMapOvr>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slide three pictures">
    <p:spTree>
      <p:nvGrpSpPr>
        <p:cNvPr id="1" name=""/>
        <p:cNvGrpSpPr/>
        <p:nvPr/>
      </p:nvGrpSpPr>
      <p:grpSpPr>
        <a:xfrm>
          <a:off x="0" y="0"/>
          <a:ext cx="0" cy="0"/>
          <a:chOff x="0" y="0"/>
          <a:chExt cx="0" cy="0"/>
        </a:xfrm>
      </p:grpSpPr>
      <p:sp>
        <p:nvSpPr>
          <p:cNvPr id="22" name="Bildplatzhalter 24"/>
          <p:cNvSpPr>
            <a:spLocks noGrp="1"/>
          </p:cNvSpPr>
          <p:nvPr>
            <p:ph type="pic" sz="quarter" idx="19" hasCustomPrompt="1"/>
          </p:nvPr>
        </p:nvSpPr>
        <p:spPr bwMode="gray">
          <a:xfrm>
            <a:off x="1476375" y="1592261"/>
            <a:ext cx="3024188" cy="2232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3" name="Bildplatzhalter 24"/>
          <p:cNvSpPr>
            <a:spLocks noGrp="1"/>
          </p:cNvSpPr>
          <p:nvPr>
            <p:ph type="pic" sz="quarter" idx="20" hasCustomPrompt="1"/>
          </p:nvPr>
        </p:nvSpPr>
        <p:spPr bwMode="gray">
          <a:xfrm>
            <a:off x="1476375" y="3968774"/>
            <a:ext cx="3024188" cy="2232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Bildplatzhalter 24"/>
          <p:cNvSpPr>
            <a:spLocks noGrp="1"/>
          </p:cNvSpPr>
          <p:nvPr>
            <p:ph type="pic" sz="quarter" idx="21" hasCustomPrompt="1"/>
          </p:nvPr>
        </p:nvSpPr>
        <p:spPr bwMode="gray">
          <a:xfrm>
            <a:off x="4643438" y="1592261"/>
            <a:ext cx="3024188" cy="4608514"/>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0" name="Title 9"/>
          <p:cNvSpPr>
            <a:spLocks noGrp="1"/>
          </p:cNvSpPr>
          <p:nvPr>
            <p:ph type="title"/>
          </p:nvPr>
        </p:nvSpPr>
        <p:spPr bwMode="gray"/>
        <p:txBody>
          <a:bodyPr/>
          <a:lstStyle/>
          <a:p>
            <a:r>
              <a:rPr lang="en-US" noProof="0" smtClean="0"/>
              <a:t>Click to edit Master title style</a:t>
            </a:r>
            <a:endParaRPr lang="en-US" noProof="0"/>
          </a:p>
        </p:txBody>
      </p:sp>
      <p:sp>
        <p:nvSpPr>
          <p:cNvPr id="12"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2225548785"/>
      </p:ext>
    </p:extLst>
  </p:cSld>
  <p:clrMapOvr>
    <a:masterClrMapping/>
  </p:clrMapOvr>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slide one picture above text">
    <p:spTree>
      <p:nvGrpSpPr>
        <p:cNvPr id="1" name=""/>
        <p:cNvGrpSpPr/>
        <p:nvPr/>
      </p:nvGrpSpPr>
      <p:grpSpPr>
        <a:xfrm>
          <a:off x="0" y="0"/>
          <a:ext cx="0" cy="0"/>
          <a:chOff x="0" y="0"/>
          <a:chExt cx="0" cy="0"/>
        </a:xfrm>
      </p:grpSpPr>
      <p:sp>
        <p:nvSpPr>
          <p:cNvPr id="23" name="Textplatzhalter 14"/>
          <p:cNvSpPr>
            <a:spLocks noGrp="1"/>
          </p:cNvSpPr>
          <p:nvPr>
            <p:ph type="body" sz="quarter" idx="17"/>
          </p:nvPr>
        </p:nvSpPr>
        <p:spPr bwMode="gray">
          <a:xfrm>
            <a:off x="1476375" y="3968749"/>
            <a:ext cx="6191250" cy="2232025"/>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5" name="Bildplatzhalter 24"/>
          <p:cNvSpPr>
            <a:spLocks noGrp="1"/>
          </p:cNvSpPr>
          <p:nvPr>
            <p:ph type="pic" sz="quarter" idx="18" hasCustomPrompt="1"/>
          </p:nvPr>
        </p:nvSpPr>
        <p:spPr bwMode="gray">
          <a:xfrm>
            <a:off x="1476375" y="1592263"/>
            <a:ext cx="619125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Title 8"/>
          <p:cNvSpPr>
            <a:spLocks noGrp="1"/>
          </p:cNvSpPr>
          <p:nvPr>
            <p:ph type="title"/>
          </p:nvPr>
        </p:nvSpPr>
        <p:spPr bwMode="gray"/>
        <p:txBody>
          <a:bodyPr/>
          <a:lstStyle/>
          <a:p>
            <a:r>
              <a:rPr lang="en-US" noProof="0" smtClean="0"/>
              <a:t>Click to edit Master title style</a:t>
            </a:r>
            <a:endParaRPr lang="en-US" noProof="0"/>
          </a:p>
        </p:txBody>
      </p:sp>
      <p:sp>
        <p:nvSpPr>
          <p:cNvPr id="1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3351778538"/>
      </p:ext>
    </p:extLst>
  </p:cSld>
  <p:clrMapOvr>
    <a:masterClrMapping/>
  </p:clrMapOvr>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slide two pictures above text">
    <p:spTree>
      <p:nvGrpSpPr>
        <p:cNvPr id="1" name=""/>
        <p:cNvGrpSpPr/>
        <p:nvPr/>
      </p:nvGrpSpPr>
      <p:grpSpPr>
        <a:xfrm>
          <a:off x="0" y="0"/>
          <a:ext cx="0" cy="0"/>
          <a:chOff x="0" y="0"/>
          <a:chExt cx="0" cy="0"/>
        </a:xfrm>
      </p:grpSpPr>
      <p:sp>
        <p:nvSpPr>
          <p:cNvPr id="23" name="Textplatzhalter 14"/>
          <p:cNvSpPr>
            <a:spLocks noGrp="1"/>
          </p:cNvSpPr>
          <p:nvPr>
            <p:ph type="body" sz="quarter" idx="17"/>
          </p:nvPr>
        </p:nvSpPr>
        <p:spPr bwMode="gray">
          <a:xfrm>
            <a:off x="1476375" y="3968749"/>
            <a:ext cx="6191250" cy="2232025"/>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4" name="Bildplatzhalter 24"/>
          <p:cNvSpPr>
            <a:spLocks noGrp="1"/>
          </p:cNvSpPr>
          <p:nvPr>
            <p:ph type="pic" sz="quarter" idx="18" hasCustomPrompt="1"/>
          </p:nvPr>
        </p:nvSpPr>
        <p:spPr bwMode="gray">
          <a:xfrm>
            <a:off x="4643437" y="1592263"/>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5" name="Bildplatzhalter 24"/>
          <p:cNvSpPr>
            <a:spLocks noGrp="1"/>
          </p:cNvSpPr>
          <p:nvPr>
            <p:ph type="pic" sz="quarter" idx="19" hasCustomPrompt="1"/>
          </p:nvPr>
        </p:nvSpPr>
        <p:spPr bwMode="gray">
          <a:xfrm>
            <a:off x="1476375" y="1592263"/>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Title 8"/>
          <p:cNvSpPr>
            <a:spLocks noGrp="1"/>
          </p:cNvSpPr>
          <p:nvPr>
            <p:ph type="title"/>
          </p:nvPr>
        </p:nvSpPr>
        <p:spPr bwMode="gray"/>
        <p:txBody>
          <a:bodyPr/>
          <a:lstStyle/>
          <a:p>
            <a:r>
              <a:rPr lang="en-US" noProof="0" smtClean="0"/>
              <a:t>Click to edit Master title style</a:t>
            </a:r>
            <a:endParaRPr lang="en-US" noProof="0"/>
          </a:p>
        </p:txBody>
      </p:sp>
      <p:sp>
        <p:nvSpPr>
          <p:cNvPr id="11"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544633397"/>
      </p:ext>
    </p:extLst>
  </p:cSld>
  <p:clrMapOvr>
    <a:masterClrMapping/>
  </p:clrMapOvr>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slide three pictures above text">
    <p:spTree>
      <p:nvGrpSpPr>
        <p:cNvPr id="1" name=""/>
        <p:cNvGrpSpPr/>
        <p:nvPr/>
      </p:nvGrpSpPr>
      <p:grpSpPr>
        <a:xfrm>
          <a:off x="0" y="0"/>
          <a:ext cx="0" cy="0"/>
          <a:chOff x="0" y="0"/>
          <a:chExt cx="0" cy="0"/>
        </a:xfrm>
      </p:grpSpPr>
      <p:sp>
        <p:nvSpPr>
          <p:cNvPr id="26" name="Bildplatzhalter 24"/>
          <p:cNvSpPr>
            <a:spLocks noGrp="1"/>
          </p:cNvSpPr>
          <p:nvPr>
            <p:ph type="pic" sz="quarter" idx="18" hasCustomPrompt="1"/>
          </p:nvPr>
        </p:nvSpPr>
        <p:spPr bwMode="gray">
          <a:xfrm>
            <a:off x="1476375" y="1592263"/>
            <a:ext cx="1976399"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7" name="Bildplatzhalter 24"/>
          <p:cNvSpPr>
            <a:spLocks noGrp="1"/>
          </p:cNvSpPr>
          <p:nvPr>
            <p:ph type="pic" sz="quarter" idx="19" hasCustomPrompt="1"/>
          </p:nvPr>
        </p:nvSpPr>
        <p:spPr bwMode="gray">
          <a:xfrm>
            <a:off x="3583800" y="1592263"/>
            <a:ext cx="1976399"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8" name="Bildplatzhalter 24"/>
          <p:cNvSpPr>
            <a:spLocks noGrp="1"/>
          </p:cNvSpPr>
          <p:nvPr>
            <p:ph type="pic" sz="quarter" idx="20" hasCustomPrompt="1"/>
          </p:nvPr>
        </p:nvSpPr>
        <p:spPr bwMode="gray">
          <a:xfrm>
            <a:off x="5691225" y="1592263"/>
            <a:ext cx="1976399"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5" name="Textplatzhalter 14"/>
          <p:cNvSpPr>
            <a:spLocks noGrp="1"/>
          </p:cNvSpPr>
          <p:nvPr>
            <p:ph type="body" sz="quarter" idx="17"/>
          </p:nvPr>
        </p:nvSpPr>
        <p:spPr bwMode="gray">
          <a:xfrm>
            <a:off x="1476375" y="3968749"/>
            <a:ext cx="6191250" cy="2232025"/>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10" name="Title 9"/>
          <p:cNvSpPr>
            <a:spLocks noGrp="1"/>
          </p:cNvSpPr>
          <p:nvPr>
            <p:ph type="title"/>
          </p:nvPr>
        </p:nvSpPr>
        <p:spPr bwMode="gray"/>
        <p:txBody>
          <a:bodyPr/>
          <a:lstStyle/>
          <a:p>
            <a:r>
              <a:rPr lang="en-US" noProof="0" smtClean="0"/>
              <a:t>Click to edit Master title style</a:t>
            </a:r>
            <a:endParaRPr lang="en-US" noProof="0"/>
          </a:p>
        </p:txBody>
      </p:sp>
      <p:sp>
        <p:nvSpPr>
          <p:cNvPr id="12"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341574564"/>
      </p:ext>
    </p:extLst>
  </p:cSld>
  <p:clrMapOvr>
    <a:masterClrMapping/>
  </p:clrMapOvr>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slide four pictures">
    <p:spTree>
      <p:nvGrpSpPr>
        <p:cNvPr id="1" name=""/>
        <p:cNvGrpSpPr/>
        <p:nvPr/>
      </p:nvGrpSpPr>
      <p:grpSpPr>
        <a:xfrm>
          <a:off x="0" y="0"/>
          <a:ext cx="0" cy="0"/>
          <a:chOff x="0" y="0"/>
          <a:chExt cx="0" cy="0"/>
        </a:xfrm>
      </p:grpSpPr>
      <p:sp>
        <p:nvSpPr>
          <p:cNvPr id="23" name="Bildplatzhalter 24"/>
          <p:cNvSpPr>
            <a:spLocks noGrp="1"/>
          </p:cNvSpPr>
          <p:nvPr>
            <p:ph type="pic" sz="quarter" idx="19" hasCustomPrompt="1"/>
          </p:nvPr>
        </p:nvSpPr>
        <p:spPr bwMode="gray">
          <a:xfrm>
            <a:off x="1476375" y="1592263"/>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4" name="Bildplatzhalter 24"/>
          <p:cNvSpPr>
            <a:spLocks noGrp="1"/>
          </p:cNvSpPr>
          <p:nvPr>
            <p:ph type="pic" sz="quarter" idx="20" hasCustomPrompt="1"/>
          </p:nvPr>
        </p:nvSpPr>
        <p:spPr bwMode="gray">
          <a:xfrm>
            <a:off x="4643437" y="1592263"/>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5" name="Bildplatzhalter 24"/>
          <p:cNvSpPr>
            <a:spLocks noGrp="1"/>
          </p:cNvSpPr>
          <p:nvPr>
            <p:ph type="pic" sz="quarter" idx="21" hasCustomPrompt="1"/>
          </p:nvPr>
        </p:nvSpPr>
        <p:spPr bwMode="gray">
          <a:xfrm>
            <a:off x="1476375" y="3968750"/>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6" name="Bildplatzhalter 24"/>
          <p:cNvSpPr>
            <a:spLocks noGrp="1"/>
          </p:cNvSpPr>
          <p:nvPr>
            <p:ph type="pic" sz="quarter" idx="22" hasCustomPrompt="1"/>
          </p:nvPr>
        </p:nvSpPr>
        <p:spPr bwMode="gray">
          <a:xfrm>
            <a:off x="4643437" y="3968750"/>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0" name="Title 9"/>
          <p:cNvSpPr>
            <a:spLocks noGrp="1"/>
          </p:cNvSpPr>
          <p:nvPr>
            <p:ph type="title"/>
          </p:nvPr>
        </p:nvSpPr>
        <p:spPr bwMode="gray"/>
        <p:txBody>
          <a:bodyPr/>
          <a:lstStyle/>
          <a:p>
            <a:r>
              <a:rPr lang="en-US" noProof="0" smtClean="0"/>
              <a:t>Click to edit Master title style</a:t>
            </a:r>
            <a:endParaRPr lang="en-US" noProof="0"/>
          </a:p>
        </p:txBody>
      </p:sp>
      <p:sp>
        <p:nvSpPr>
          <p:cNvPr id="12"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1420544560"/>
      </p:ext>
    </p:extLst>
  </p:cSld>
  <p:clrMapOvr>
    <a:masterClrMapping/>
  </p:clrMapOvr>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slide six pictures">
    <p:spTree>
      <p:nvGrpSpPr>
        <p:cNvPr id="1" name=""/>
        <p:cNvGrpSpPr/>
        <p:nvPr/>
      </p:nvGrpSpPr>
      <p:grpSpPr>
        <a:xfrm>
          <a:off x="0" y="0"/>
          <a:ext cx="0" cy="0"/>
          <a:chOff x="0" y="0"/>
          <a:chExt cx="0" cy="0"/>
        </a:xfrm>
      </p:grpSpPr>
      <p:sp>
        <p:nvSpPr>
          <p:cNvPr id="23" name="Bildplatzhalter 24"/>
          <p:cNvSpPr>
            <a:spLocks noGrp="1"/>
          </p:cNvSpPr>
          <p:nvPr>
            <p:ph type="pic" sz="quarter" idx="19" hasCustomPrompt="1"/>
          </p:nvPr>
        </p:nvSpPr>
        <p:spPr bwMode="gray">
          <a:xfrm>
            <a:off x="1476375" y="1592263"/>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4" name="Bildplatzhalter 24"/>
          <p:cNvSpPr>
            <a:spLocks noGrp="1"/>
          </p:cNvSpPr>
          <p:nvPr>
            <p:ph type="pic" sz="quarter" idx="20" hasCustomPrompt="1"/>
          </p:nvPr>
        </p:nvSpPr>
        <p:spPr bwMode="gray">
          <a:xfrm>
            <a:off x="3583801" y="1592263"/>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5" name="Bildplatzhalter 24"/>
          <p:cNvSpPr>
            <a:spLocks noGrp="1"/>
          </p:cNvSpPr>
          <p:nvPr>
            <p:ph type="pic" sz="quarter" idx="21" hasCustomPrompt="1"/>
          </p:nvPr>
        </p:nvSpPr>
        <p:spPr bwMode="gray">
          <a:xfrm>
            <a:off x="5691226" y="1592263"/>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6" name="Bildplatzhalter 24"/>
          <p:cNvSpPr>
            <a:spLocks noGrp="1"/>
          </p:cNvSpPr>
          <p:nvPr>
            <p:ph type="pic" sz="quarter" idx="22" hasCustomPrompt="1"/>
          </p:nvPr>
        </p:nvSpPr>
        <p:spPr bwMode="gray">
          <a:xfrm>
            <a:off x="5691226" y="3968750"/>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0" name="Bildplatzhalter 24"/>
          <p:cNvSpPr>
            <a:spLocks noGrp="1"/>
          </p:cNvSpPr>
          <p:nvPr>
            <p:ph type="pic" sz="quarter" idx="23" hasCustomPrompt="1"/>
          </p:nvPr>
        </p:nvSpPr>
        <p:spPr bwMode="gray">
          <a:xfrm>
            <a:off x="3583801" y="3968750"/>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1" name="Bildplatzhalter 24"/>
          <p:cNvSpPr>
            <a:spLocks noGrp="1"/>
          </p:cNvSpPr>
          <p:nvPr>
            <p:ph type="pic" sz="quarter" idx="24" hasCustomPrompt="1"/>
          </p:nvPr>
        </p:nvSpPr>
        <p:spPr bwMode="gray">
          <a:xfrm>
            <a:off x="1476375" y="3968750"/>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3" name="Title 12"/>
          <p:cNvSpPr>
            <a:spLocks noGrp="1"/>
          </p:cNvSpPr>
          <p:nvPr>
            <p:ph type="title"/>
          </p:nvPr>
        </p:nvSpPr>
        <p:spPr bwMode="gray"/>
        <p:txBody>
          <a:bodyPr/>
          <a:lstStyle/>
          <a:p>
            <a:r>
              <a:rPr lang="en-US" noProof="0" smtClean="0"/>
              <a:t>Click to edit Master title style</a:t>
            </a:r>
            <a:endParaRPr lang="en-US" noProof="0"/>
          </a:p>
        </p:txBody>
      </p:sp>
      <p:sp>
        <p:nvSpPr>
          <p:cNvPr id="15"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1480264681"/>
      </p:ext>
    </p:extLst>
  </p:cSld>
  <p:clrMapOvr>
    <a:masterClrMapping/>
  </p:clrMapOvr>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slide one picture">
    <p:spTree>
      <p:nvGrpSpPr>
        <p:cNvPr id="1" name=""/>
        <p:cNvGrpSpPr/>
        <p:nvPr/>
      </p:nvGrpSpPr>
      <p:grpSpPr>
        <a:xfrm>
          <a:off x="0" y="0"/>
          <a:ext cx="0" cy="0"/>
          <a:chOff x="0" y="0"/>
          <a:chExt cx="0" cy="0"/>
        </a:xfrm>
      </p:grpSpPr>
      <p:sp>
        <p:nvSpPr>
          <p:cNvPr id="14" name="Bildplatzhalter 24"/>
          <p:cNvSpPr>
            <a:spLocks noGrp="1"/>
          </p:cNvSpPr>
          <p:nvPr>
            <p:ph type="pic" sz="quarter" idx="22" hasCustomPrompt="1"/>
          </p:nvPr>
        </p:nvSpPr>
        <p:spPr bwMode="gray">
          <a:xfrm>
            <a:off x="215900" y="1592263"/>
            <a:ext cx="8712200" cy="4608512"/>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6" name="Title 5"/>
          <p:cNvSpPr>
            <a:spLocks noGrp="1"/>
          </p:cNvSpPr>
          <p:nvPr>
            <p:ph type="title"/>
          </p:nvPr>
        </p:nvSpPr>
        <p:spPr bwMode="gray"/>
        <p:txBody>
          <a:bodyPr/>
          <a:lstStyle/>
          <a:p>
            <a:r>
              <a:rPr lang="en-US" noProof="0" smtClean="0"/>
              <a:t>Click to edit Master title style</a:t>
            </a:r>
            <a:endParaRPr lang="en-US" noProof="0"/>
          </a:p>
        </p:txBody>
      </p:sp>
      <p:sp>
        <p:nvSpPr>
          <p:cNvPr id="9"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862395679"/>
      </p:ext>
    </p:extLst>
  </p:cSld>
  <p:clrMapOvr>
    <a:masterClrMapping/>
  </p:clrMapOvr>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slide bar graph">
    <p:spTree>
      <p:nvGrpSpPr>
        <p:cNvPr id="1" name=""/>
        <p:cNvGrpSpPr/>
        <p:nvPr/>
      </p:nvGrpSpPr>
      <p:grpSpPr>
        <a:xfrm>
          <a:off x="0" y="0"/>
          <a:ext cx="0" cy="0"/>
          <a:chOff x="0" y="0"/>
          <a:chExt cx="0" cy="0"/>
        </a:xfrm>
      </p:grpSpPr>
      <p:sp>
        <p:nvSpPr>
          <p:cNvPr id="14" name="Textplatzhalter 7"/>
          <p:cNvSpPr>
            <a:spLocks noGrp="1"/>
          </p:cNvSpPr>
          <p:nvPr>
            <p:ph type="body" sz="quarter" idx="12" hasCustomPrompt="1"/>
          </p:nvPr>
        </p:nvSpPr>
        <p:spPr bwMode="gray">
          <a:xfrm>
            <a:off x="1476375" y="1581149"/>
            <a:ext cx="7451725" cy="581025"/>
          </a:xfrm>
        </p:spPr>
        <p:txBody>
          <a:bodyPr>
            <a:normAutofit/>
          </a:bodyPr>
          <a:lstStyle>
            <a:lvl1pPr marL="179388" marR="0" indent="-179388" algn="l" defTabSz="914400" rtl="0" eaLnBrk="1" fontAlgn="auto" latinLnBrk="0" hangingPunct="1">
              <a:lnSpc>
                <a:spcPct val="100000"/>
              </a:lnSpc>
              <a:spcBef>
                <a:spcPts val="0"/>
              </a:spcBef>
              <a:spcAft>
                <a:spcPts val="0"/>
              </a:spcAft>
              <a:buClr>
                <a:schemeClr val="accent1"/>
              </a:buClr>
              <a:buSzTx/>
              <a:buFont typeface="Wingdings" pitchFamily="2" charset="2"/>
              <a:buNone/>
              <a:tabLst/>
              <a:defRPr sz="1400" b="1"/>
            </a:lvl1pPr>
          </a:lstStyle>
          <a:p>
            <a:pPr lvl="0"/>
            <a:r>
              <a:rPr lang="en-US" noProof="0" smtClean="0"/>
              <a:t>Click to insert graphic title</a:t>
            </a:r>
          </a:p>
        </p:txBody>
      </p:sp>
      <p:sp>
        <p:nvSpPr>
          <p:cNvPr id="16" name="Diagrammplatzhalter 15"/>
          <p:cNvSpPr>
            <a:spLocks noGrp="1"/>
          </p:cNvSpPr>
          <p:nvPr>
            <p:ph type="chart" sz="quarter" idx="18"/>
          </p:nvPr>
        </p:nvSpPr>
        <p:spPr bwMode="gray">
          <a:xfrm>
            <a:off x="1476375" y="2162175"/>
            <a:ext cx="7451725" cy="4038600"/>
          </a:xfrm>
        </p:spPr>
        <p:txBody>
          <a:bodyPr tIns="576000" anchor="ctr" anchorCtr="0"/>
          <a:lstStyle>
            <a:lvl1pPr algn="ctr">
              <a:buNone/>
              <a:defRPr sz="1000" b="0"/>
            </a:lvl1pPr>
          </a:lstStyle>
          <a:p>
            <a:endParaRPr lang="en-US" noProof="0"/>
          </a:p>
        </p:txBody>
      </p:sp>
      <p:sp>
        <p:nvSpPr>
          <p:cNvPr id="9" name="Title 8"/>
          <p:cNvSpPr>
            <a:spLocks noGrp="1"/>
          </p:cNvSpPr>
          <p:nvPr>
            <p:ph type="title"/>
          </p:nvPr>
        </p:nvSpPr>
        <p:spPr bwMode="gray"/>
        <p:txBody>
          <a:bodyPr/>
          <a:lstStyle/>
          <a:p>
            <a:r>
              <a:rPr lang="en-US" noProof="0" smtClean="0"/>
              <a:t>Click to edit Master title style</a:t>
            </a:r>
            <a:endParaRPr lang="en-US" noProof="0"/>
          </a:p>
        </p:txBody>
      </p:sp>
      <p:sp>
        <p:nvSpPr>
          <p:cNvPr id="1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3517579537"/>
      </p:ext>
    </p:extLst>
  </p:cSld>
  <p:clrMapOvr>
    <a:masterClrMapping/>
  </p:clrMapOvr>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5" name="Title 4"/>
          <p:cNvSpPr>
            <a:spLocks noGrp="1"/>
          </p:cNvSpPr>
          <p:nvPr>
            <p:ph type="title"/>
          </p:nvPr>
        </p:nvSpPr>
        <p:spPr bwMode="gray"/>
        <p:txBody>
          <a:bodyPr/>
          <a:lstStyle/>
          <a:p>
            <a:r>
              <a:rPr lang="en-US" noProof="0" smtClean="0"/>
              <a:t>Click to edit Master title style</a:t>
            </a:r>
            <a:endParaRPr lang="en-US" noProof="0"/>
          </a:p>
        </p:txBody>
      </p:sp>
      <p:sp>
        <p:nvSpPr>
          <p:cNvPr id="8"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3529701778"/>
      </p:ext>
    </p:extLst>
  </p:cSld>
  <p:clrMapOvr>
    <a:masterClrMapping/>
  </p:clrMapOvr>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2" name="Rectangle 3"/>
          <p:cNvSpPr>
            <a:spLocks noChangeArrowheads="1"/>
          </p:cNvSpPr>
          <p:nvPr/>
        </p:nvSpPr>
        <p:spPr bwMode="gray">
          <a:xfrm>
            <a:off x="0" y="0"/>
            <a:ext cx="9144000" cy="6858000"/>
          </a:xfrm>
          <a:prstGeom prst="rect">
            <a:avLst/>
          </a:prstGeom>
          <a:noFill/>
          <a:ln w="9525" algn="ctr">
            <a:noFill/>
            <a:miter lim="800000"/>
            <a:headEnd/>
            <a:tailEnd/>
          </a:ln>
          <a:effectLst/>
        </p:spPr>
        <p:txBody>
          <a:bodyPr wrap="none" lIns="0" tIns="0" rIns="0" bIns="0" anchor="ctr"/>
          <a:lstStyle/>
          <a:p>
            <a:pPr fontAlgn="auto">
              <a:spcBef>
                <a:spcPts val="0"/>
              </a:spcBef>
              <a:spcAft>
                <a:spcPts val="0"/>
              </a:spcAft>
              <a:defRPr/>
            </a:pPr>
            <a:endParaRPr lang="en-US" noProof="0">
              <a:latin typeface="+mn-lt"/>
            </a:endParaRPr>
          </a:p>
        </p:txBody>
      </p:sp>
      <p:sp>
        <p:nvSpPr>
          <p:cNvPr id="5" name="Rectangle 3"/>
          <p:cNvSpPr>
            <a:spLocks noChangeArrowheads="1"/>
          </p:cNvSpPr>
          <p:nvPr/>
        </p:nvSpPr>
        <p:spPr bwMode="gray">
          <a:xfrm>
            <a:off x="0" y="0"/>
            <a:ext cx="9144000" cy="6858000"/>
          </a:xfrm>
          <a:prstGeom prst="rect">
            <a:avLst/>
          </a:prstGeom>
          <a:noFill/>
          <a:ln w="9525" algn="ctr">
            <a:noFill/>
            <a:miter lim="800000"/>
            <a:headEnd/>
            <a:tailEnd/>
          </a:ln>
          <a:effectLst/>
        </p:spPr>
        <p:txBody>
          <a:bodyPr wrap="none" lIns="0" tIns="0" rIns="0" bIns="0" anchor="ctr"/>
          <a:lstStyle/>
          <a:p>
            <a:pPr fontAlgn="auto">
              <a:spcBef>
                <a:spcPts val="0"/>
              </a:spcBef>
              <a:spcAft>
                <a:spcPts val="0"/>
              </a:spcAft>
              <a:defRPr/>
            </a:pPr>
            <a:endParaRPr lang="en-US" noProof="0">
              <a:latin typeface="+mn-lt"/>
            </a:endParaRPr>
          </a:p>
        </p:txBody>
      </p:sp>
      <p:grpSp>
        <p:nvGrpSpPr>
          <p:cNvPr id="8" name="Group 275"/>
          <p:cNvGrpSpPr>
            <a:grpSpLocks/>
          </p:cNvGrpSpPr>
          <p:nvPr userDrawn="1"/>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4"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5" name="Group 282"/>
          <p:cNvGrpSpPr>
            <a:grpSpLocks/>
          </p:cNvGrpSpPr>
          <p:nvPr userDrawn="1"/>
        </p:nvGrpSpPr>
        <p:grpSpPr bwMode="gray">
          <a:xfrm>
            <a:off x="215900" y="6992938"/>
            <a:ext cx="8709025" cy="71437"/>
            <a:chOff x="136" y="4346"/>
            <a:chExt cx="5486" cy="113"/>
          </a:xfrm>
        </p:grpSpPr>
        <p:sp>
          <p:nvSpPr>
            <p:cNvPr id="16"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8"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9"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3" name="Group 290"/>
          <p:cNvGrpSpPr>
            <a:grpSpLocks/>
          </p:cNvGrpSpPr>
          <p:nvPr userDrawn="1"/>
        </p:nvGrpSpPr>
        <p:grpSpPr bwMode="gray">
          <a:xfrm>
            <a:off x="215900" y="-171450"/>
            <a:ext cx="8709025" cy="71437"/>
            <a:chOff x="136" y="4346"/>
            <a:chExt cx="5486" cy="113"/>
          </a:xfrm>
        </p:grpSpPr>
        <p:sp>
          <p:nvSpPr>
            <p:cNvPr id="24"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6"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7"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1" name="Group 298"/>
          <p:cNvGrpSpPr>
            <a:grpSpLocks/>
          </p:cNvGrpSpPr>
          <p:nvPr userDrawn="1"/>
        </p:nvGrpSpPr>
        <p:grpSpPr bwMode="gray">
          <a:xfrm>
            <a:off x="9288463" y="225425"/>
            <a:ext cx="71437" cy="5972175"/>
            <a:chOff x="-152" y="142"/>
            <a:chExt cx="113" cy="3762"/>
          </a:xfrm>
        </p:grpSpPr>
        <p:sp>
          <p:nvSpPr>
            <p:cNvPr id="32"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3"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4"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5"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1" name="Picture 4" descr="ABB1ClaimL_rgb300_100mmLIGHT Copy"/>
          <p:cNvPicPr>
            <a:picLocks noChangeAspect="1" noChangeArrowheads="1"/>
          </p:cNvPicPr>
          <p:nvPr userDrawn="1"/>
        </p:nvPicPr>
        <p:blipFill>
          <a:blip r:embed="rId2"/>
          <a:srcRect/>
          <a:stretch>
            <a:fillRect/>
          </a:stretch>
        </p:blipFill>
        <p:spPr bwMode="gray">
          <a:xfrm>
            <a:off x="582613" y="2635250"/>
            <a:ext cx="7986713" cy="1179513"/>
          </a:xfrm>
          <a:prstGeom prst="rect">
            <a:avLst/>
          </a:prstGeom>
          <a:noFill/>
        </p:spPr>
      </p:pic>
    </p:spTree>
    <p:extLst>
      <p:ext uri="{BB962C8B-B14F-4D97-AF65-F5344CB8AC3E}">
        <p14:creationId xmlns:p14="http://schemas.microsoft.com/office/powerpoint/2010/main" val="2754084238"/>
      </p:ext>
    </p:extLst>
  </p:cSld>
  <p:clrMapOvr>
    <a:masterClrMapping/>
  </p:clrMapOvr>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default with picture">
    <p:spTree>
      <p:nvGrpSpPr>
        <p:cNvPr id="1" name=""/>
        <p:cNvGrpSpPr/>
        <p:nvPr/>
      </p:nvGrpSpPr>
      <p:grpSpPr>
        <a:xfrm>
          <a:off x="0" y="0"/>
          <a:ext cx="0" cy="0"/>
          <a:chOff x="0" y="0"/>
          <a:chExt cx="0" cy="0"/>
        </a:xfrm>
      </p:grpSpPr>
      <p:sp>
        <p:nvSpPr>
          <p:cNvPr id="5" name="Rechteck 7"/>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14" name="Titel 1"/>
          <p:cNvSpPr>
            <a:spLocks noGrp="1"/>
          </p:cNvSpPr>
          <p:nvPr>
            <p:ph type="ctrTitle"/>
          </p:nvPr>
        </p:nvSpPr>
        <p:spPr bwMode="gray">
          <a:xfrm>
            <a:off x="215900" y="4181485"/>
            <a:ext cx="8712200" cy="2019289"/>
          </a:xfrm>
        </p:spPr>
        <p:txBody>
          <a:bodyPr lIns="144000" tIns="0" rIns="0">
            <a:normAutofit/>
          </a:bodyPr>
          <a:lstStyle>
            <a:lvl1pPr marL="0" marR="0" indent="0" algn="l" defTabSz="914400" rtl="0" eaLnBrk="1" fontAlgn="auto" latinLnBrk="0" hangingPunct="1">
              <a:lnSpc>
                <a:spcPct val="90000"/>
              </a:lnSpc>
              <a:spcBef>
                <a:spcPct val="0"/>
              </a:spcBef>
              <a:spcAft>
                <a:spcPts val="0"/>
              </a:spcAft>
              <a:buClrTx/>
              <a:buSzTx/>
              <a:buFontTx/>
              <a:buNone/>
              <a:tabLst/>
              <a:defRPr sz="4000">
                <a:solidFill>
                  <a:schemeClr val="accent2"/>
                </a:solidFill>
                <a:latin typeface="Arial" pitchFamily="34" charset="0"/>
                <a:cs typeface="Arial" pitchFamily="34" charset="0"/>
              </a:defRPr>
            </a:lvl1pPr>
          </a:lstStyle>
          <a:p>
            <a:r>
              <a:rPr lang="en-US" noProof="0" dirty="0" smtClean="0"/>
              <a:t>Click to edit Master title style</a:t>
            </a:r>
          </a:p>
        </p:txBody>
      </p:sp>
      <p:sp>
        <p:nvSpPr>
          <p:cNvPr id="15" name="Untertitel 2"/>
          <p:cNvSpPr>
            <a:spLocks noGrp="1"/>
          </p:cNvSpPr>
          <p:nvPr>
            <p:ph type="subTitle" idx="1"/>
          </p:nvPr>
        </p:nvSpPr>
        <p:spPr bwMode="gray">
          <a:xfrm>
            <a:off x="215900" y="3968750"/>
            <a:ext cx="8712200" cy="216000"/>
          </a:xfrm>
        </p:spPr>
        <p:txBody>
          <a:bodyPr lIns="144000" rtlCol="0">
            <a:noAutofit/>
          </a:bodyPr>
          <a:lstStyle>
            <a:lvl1pPr marL="0" marR="0" indent="0" algn="l" defTabSz="914400" rtl="0" eaLnBrk="1" fontAlgn="base" latinLnBrk="0" hangingPunct="1">
              <a:lnSpc>
                <a:spcPct val="100000"/>
              </a:lnSpc>
              <a:spcBef>
                <a:spcPct val="0"/>
              </a:spcBef>
              <a:spcAft>
                <a:spcPct val="0"/>
              </a:spcAft>
              <a:buClr>
                <a:schemeClr val="tx2"/>
              </a:buClr>
              <a:buSzPct val="70000"/>
              <a:buFont typeface="Wingdings" pitchFamily="2" charset="2"/>
              <a:buNone/>
              <a:tabLst/>
              <a:defRPr lang="de-DE" sz="1000" b="1" smtClean="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endParaRPr lang="en-US" noProof="0" dirty="0" smtClean="0"/>
          </a:p>
        </p:txBody>
      </p:sp>
      <p:grpSp>
        <p:nvGrpSpPr>
          <p:cNvPr id="8" name="Group 275"/>
          <p:cNvGrpSpPr>
            <a:grpSpLocks/>
          </p:cNvGrpSpPr>
          <p:nvPr userDrawn="1"/>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8" name="Group 282"/>
          <p:cNvGrpSpPr>
            <a:grpSpLocks/>
          </p:cNvGrpSpPr>
          <p:nvPr userDrawn="1"/>
        </p:nvGrpSpPr>
        <p:grpSpPr bwMode="gray">
          <a:xfrm>
            <a:off x="215900" y="6992938"/>
            <a:ext cx="8709025" cy="71437"/>
            <a:chOff x="136" y="4346"/>
            <a:chExt cx="5486" cy="113"/>
          </a:xfrm>
        </p:grpSpPr>
        <p:sp>
          <p:nvSpPr>
            <p:cNvPr id="19"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4"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6" name="Group 290"/>
          <p:cNvGrpSpPr>
            <a:grpSpLocks/>
          </p:cNvGrpSpPr>
          <p:nvPr userDrawn="1"/>
        </p:nvGrpSpPr>
        <p:grpSpPr bwMode="gray">
          <a:xfrm>
            <a:off x="215900" y="-171450"/>
            <a:ext cx="8709025" cy="71437"/>
            <a:chOff x="136" y="4346"/>
            <a:chExt cx="5486" cy="113"/>
          </a:xfrm>
        </p:grpSpPr>
        <p:sp>
          <p:nvSpPr>
            <p:cNvPr id="27"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2"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3"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4" name="Group 298"/>
          <p:cNvGrpSpPr>
            <a:grpSpLocks/>
          </p:cNvGrpSpPr>
          <p:nvPr userDrawn="1"/>
        </p:nvGrpSpPr>
        <p:grpSpPr bwMode="gray">
          <a:xfrm>
            <a:off x="9288463" y="225425"/>
            <a:ext cx="71437" cy="5972175"/>
            <a:chOff x="-152" y="142"/>
            <a:chExt cx="113" cy="3762"/>
          </a:xfrm>
        </p:grpSpPr>
        <p:sp>
          <p:nvSpPr>
            <p:cNvPr id="35"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9"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40"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4" name="Picture 3" descr="ABB2logo RGB"/>
          <p:cNvPicPr>
            <a:picLocks noChangeAspect="1" noChangeArrowheads="1"/>
          </p:cNvPicPr>
          <p:nvPr userDrawn="1"/>
        </p:nvPicPr>
        <p:blipFill>
          <a:blip r:embed="rId2" cstate="print"/>
          <a:srcRect/>
          <a:stretch>
            <a:fillRect/>
          </a:stretch>
        </p:blipFill>
        <p:spPr bwMode="gray">
          <a:xfrm>
            <a:off x="7121525" y="6392863"/>
            <a:ext cx="1795463" cy="252412"/>
          </a:xfrm>
          <a:prstGeom prst="rect">
            <a:avLst/>
          </a:prstGeom>
          <a:noFill/>
          <a:ln w="9525">
            <a:noFill/>
            <a:miter lim="800000"/>
            <a:headEnd/>
            <a:tailEnd/>
          </a:ln>
        </p:spPr>
      </p:pic>
      <p:sp>
        <p:nvSpPr>
          <p:cNvPr id="2" name="Rectangle 3"/>
          <p:cNvSpPr>
            <a:spLocks noChangeArrowheads="1"/>
          </p:cNvSpPr>
          <p:nvPr userDrawn="1"/>
        </p:nvSpPr>
        <p:spPr bwMode="gray">
          <a:xfrm>
            <a:off x="215900" y="5984875"/>
            <a:ext cx="4110038"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200" tIns="0" rIns="0" bIns="14400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smtClean="0">
                <a:ln>
                  <a:noFill/>
                </a:ln>
                <a:solidFill>
                  <a:srgbClr val="FFFFFF"/>
                </a:solidFill>
                <a:effectLst/>
                <a:latin typeface="Arial" pitchFamily="34" charset="0"/>
              </a:rPr>
              <a:t>Please enable your speakers or headphones.</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pSp>
        <p:nvGrpSpPr>
          <p:cNvPr id="41" name="Group 30"/>
          <p:cNvGrpSpPr>
            <a:grpSpLocks/>
          </p:cNvGrpSpPr>
          <p:nvPr userDrawn="1"/>
        </p:nvGrpSpPr>
        <p:grpSpPr bwMode="gray">
          <a:xfrm>
            <a:off x="215900" y="250825"/>
            <a:ext cx="8712200" cy="3573463"/>
            <a:chOff x="136" y="158"/>
            <a:chExt cx="5488" cy="2251"/>
          </a:xfrm>
        </p:grpSpPr>
        <p:pic>
          <p:nvPicPr>
            <p:cNvPr id="43" name="Picture 31" descr="2600T family_3"/>
            <p:cNvPicPr>
              <a:picLocks noChangeAspect="1" noChangeArrowheads="1"/>
            </p:cNvPicPr>
            <p:nvPr/>
          </p:nvPicPr>
          <p:blipFill>
            <a:blip r:embed="rId3" cstate="print"/>
            <a:srcRect t="17006" r="-8655"/>
            <a:stretch>
              <a:fillRect/>
            </a:stretch>
          </p:blipFill>
          <p:spPr bwMode="gray">
            <a:xfrm>
              <a:off x="831" y="158"/>
              <a:ext cx="4249" cy="2165"/>
            </a:xfrm>
            <a:prstGeom prst="rect">
              <a:avLst/>
            </a:prstGeom>
            <a:noFill/>
          </p:spPr>
        </p:pic>
        <p:sp>
          <p:nvSpPr>
            <p:cNvPr id="45" name="Rectangle 32"/>
            <p:cNvSpPr>
              <a:spLocks noChangeArrowheads="1"/>
            </p:cNvSpPr>
            <p:nvPr/>
          </p:nvSpPr>
          <p:spPr bwMode="gray">
            <a:xfrm>
              <a:off x="136" y="2095"/>
              <a:ext cx="5488" cy="314"/>
            </a:xfrm>
            <a:prstGeom prst="rect">
              <a:avLst/>
            </a:prstGeom>
            <a:gradFill rotWithShape="1">
              <a:gsLst>
                <a:gs pos="0">
                  <a:srgbClr val="000000">
                    <a:alpha val="0"/>
                  </a:srgbClr>
                </a:gs>
                <a:gs pos="100000">
                  <a:schemeClr val="tx1"/>
                </a:gs>
              </a:gsLst>
              <a:lin ang="5400000" scaled="1"/>
            </a:gradFill>
            <a:ln w="28575" algn="ctr">
              <a:noFill/>
              <a:miter lim="800000"/>
              <a:headEnd/>
              <a:tailEnd/>
            </a:ln>
            <a:effectLst/>
          </p:spPr>
          <p:txBody>
            <a:bodyPr wrap="none" lIns="0" tIns="0" rIns="0" bIns="0" anchor="ctr"/>
            <a:lstStyle/>
            <a:p>
              <a:endParaRPr lang="en-GB"/>
            </a:p>
          </p:txBody>
        </p:sp>
        <p:sp>
          <p:nvSpPr>
            <p:cNvPr id="46" name="Rectangle 33"/>
            <p:cNvSpPr>
              <a:spLocks noChangeArrowheads="1"/>
            </p:cNvSpPr>
            <p:nvPr/>
          </p:nvSpPr>
          <p:spPr bwMode="gray">
            <a:xfrm rot="16881229">
              <a:off x="3452" y="848"/>
              <a:ext cx="2170" cy="850"/>
            </a:xfrm>
            <a:prstGeom prst="rect">
              <a:avLst/>
            </a:prstGeom>
            <a:gradFill rotWithShape="1">
              <a:gsLst>
                <a:gs pos="0">
                  <a:srgbClr val="000000">
                    <a:alpha val="0"/>
                  </a:srgbClr>
                </a:gs>
                <a:gs pos="100000">
                  <a:schemeClr val="tx1"/>
                </a:gs>
              </a:gsLst>
              <a:lin ang="5400000" scaled="1"/>
            </a:gradFill>
            <a:ln w="28575" algn="ctr">
              <a:noFill/>
              <a:miter lim="800000"/>
              <a:headEnd/>
              <a:tailEnd/>
            </a:ln>
            <a:effectLst/>
          </p:spPr>
          <p:txBody>
            <a:bodyPr wrap="none" lIns="0" tIns="0" rIns="0" bIns="0" anchor="ctr"/>
            <a:lstStyle/>
            <a:p>
              <a:endParaRPr lang="en-GB"/>
            </a:p>
          </p:txBody>
        </p:sp>
      </p:grpSp>
      <p:sp>
        <p:nvSpPr>
          <p:cNvPr id="49"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50" name="Fußzeilenplatzhalter 1">
            <a:hlinkClick r:id="rId4"/>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47"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extLst>
      <p:ext uri="{BB962C8B-B14F-4D97-AF65-F5344CB8AC3E}">
        <p14:creationId xmlns:p14="http://schemas.microsoft.com/office/powerpoint/2010/main" val="2067861416"/>
      </p:ext>
    </p:extLst>
  </p:cSld>
  <p:clrMapOvr>
    <a:masterClrMapping/>
  </p:clrMapOvr>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default">
    <p:spTree>
      <p:nvGrpSpPr>
        <p:cNvPr id="1" name=""/>
        <p:cNvGrpSpPr/>
        <p:nvPr/>
      </p:nvGrpSpPr>
      <p:grpSpPr>
        <a:xfrm>
          <a:off x="0" y="0"/>
          <a:ext cx="0" cy="0"/>
          <a:chOff x="0" y="0"/>
          <a:chExt cx="0" cy="0"/>
        </a:xfrm>
      </p:grpSpPr>
      <p:sp>
        <p:nvSpPr>
          <p:cNvPr id="5" name="Rechteck 7"/>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14" name="Titel 1"/>
          <p:cNvSpPr>
            <a:spLocks noGrp="1"/>
          </p:cNvSpPr>
          <p:nvPr>
            <p:ph type="ctrTitle"/>
          </p:nvPr>
        </p:nvSpPr>
        <p:spPr bwMode="gray">
          <a:xfrm>
            <a:off x="215900" y="4181485"/>
            <a:ext cx="8712200" cy="2019289"/>
          </a:xfrm>
        </p:spPr>
        <p:txBody>
          <a:bodyPr lIns="144000" tIns="0" rIns="0">
            <a:normAutofit/>
          </a:bodyPr>
          <a:lstStyle>
            <a:lvl1pPr marL="0" marR="0" indent="0" algn="l" defTabSz="914400" rtl="0" eaLnBrk="1" fontAlgn="auto" latinLnBrk="0" hangingPunct="1">
              <a:lnSpc>
                <a:spcPct val="90000"/>
              </a:lnSpc>
              <a:spcBef>
                <a:spcPct val="0"/>
              </a:spcBef>
              <a:spcAft>
                <a:spcPts val="0"/>
              </a:spcAft>
              <a:buClrTx/>
              <a:buSzTx/>
              <a:buFontTx/>
              <a:buNone/>
              <a:tabLst/>
              <a:defRPr sz="4000">
                <a:solidFill>
                  <a:schemeClr val="accent2"/>
                </a:solidFill>
                <a:latin typeface="Arial" pitchFamily="34" charset="0"/>
                <a:cs typeface="Arial" pitchFamily="34" charset="0"/>
              </a:defRPr>
            </a:lvl1pPr>
          </a:lstStyle>
          <a:p>
            <a:r>
              <a:rPr lang="en-US" noProof="0" dirty="0" smtClean="0"/>
              <a:t>Click to edit Master title style</a:t>
            </a:r>
          </a:p>
        </p:txBody>
      </p:sp>
      <p:sp>
        <p:nvSpPr>
          <p:cNvPr id="15" name="Untertitel 2"/>
          <p:cNvSpPr>
            <a:spLocks noGrp="1"/>
          </p:cNvSpPr>
          <p:nvPr>
            <p:ph type="subTitle" idx="1"/>
          </p:nvPr>
        </p:nvSpPr>
        <p:spPr bwMode="gray">
          <a:xfrm>
            <a:off x="215900" y="3968750"/>
            <a:ext cx="8712200" cy="216000"/>
          </a:xfrm>
        </p:spPr>
        <p:txBody>
          <a:bodyPr lIns="144000" rtlCol="0">
            <a:noAutofit/>
          </a:bodyPr>
          <a:lstStyle>
            <a:lvl1pPr marL="0" marR="0" indent="0" algn="l" defTabSz="914400" rtl="0" eaLnBrk="1" fontAlgn="base" latinLnBrk="0" hangingPunct="1">
              <a:lnSpc>
                <a:spcPct val="100000"/>
              </a:lnSpc>
              <a:spcBef>
                <a:spcPct val="0"/>
              </a:spcBef>
              <a:spcAft>
                <a:spcPct val="0"/>
              </a:spcAft>
              <a:buClr>
                <a:schemeClr val="tx2"/>
              </a:buClr>
              <a:buSzPct val="70000"/>
              <a:buFont typeface="Wingdings" pitchFamily="2" charset="2"/>
              <a:buNone/>
              <a:tabLst/>
              <a:defRPr lang="de-DE" sz="1000" b="1" smtClean="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endParaRPr lang="en-US" noProof="0" dirty="0" smtClean="0"/>
          </a:p>
        </p:txBody>
      </p:sp>
      <p:grpSp>
        <p:nvGrpSpPr>
          <p:cNvPr id="8" name="Group 275"/>
          <p:cNvGrpSpPr>
            <a:grpSpLocks/>
          </p:cNvGrpSpPr>
          <p:nvPr userDrawn="1"/>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8" name="Group 282"/>
          <p:cNvGrpSpPr>
            <a:grpSpLocks/>
          </p:cNvGrpSpPr>
          <p:nvPr userDrawn="1"/>
        </p:nvGrpSpPr>
        <p:grpSpPr bwMode="gray">
          <a:xfrm>
            <a:off x="215900" y="6992938"/>
            <a:ext cx="8709025" cy="71437"/>
            <a:chOff x="136" y="4346"/>
            <a:chExt cx="5486" cy="113"/>
          </a:xfrm>
        </p:grpSpPr>
        <p:sp>
          <p:nvSpPr>
            <p:cNvPr id="19"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4"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6" name="Group 290"/>
          <p:cNvGrpSpPr>
            <a:grpSpLocks/>
          </p:cNvGrpSpPr>
          <p:nvPr userDrawn="1"/>
        </p:nvGrpSpPr>
        <p:grpSpPr bwMode="gray">
          <a:xfrm>
            <a:off x="215900" y="-171450"/>
            <a:ext cx="8709025" cy="71437"/>
            <a:chOff x="136" y="4346"/>
            <a:chExt cx="5486" cy="113"/>
          </a:xfrm>
        </p:grpSpPr>
        <p:sp>
          <p:nvSpPr>
            <p:cNvPr id="27"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2"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3"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4" name="Group 298"/>
          <p:cNvGrpSpPr>
            <a:grpSpLocks/>
          </p:cNvGrpSpPr>
          <p:nvPr userDrawn="1"/>
        </p:nvGrpSpPr>
        <p:grpSpPr bwMode="gray">
          <a:xfrm>
            <a:off x="9288463" y="225425"/>
            <a:ext cx="71437" cy="5972175"/>
            <a:chOff x="-152" y="142"/>
            <a:chExt cx="113" cy="3762"/>
          </a:xfrm>
        </p:grpSpPr>
        <p:sp>
          <p:nvSpPr>
            <p:cNvPr id="35"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9"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40"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4" name="Picture 3" descr="ABB2logo RGB"/>
          <p:cNvPicPr>
            <a:picLocks noChangeAspect="1" noChangeArrowheads="1"/>
          </p:cNvPicPr>
          <p:nvPr userDrawn="1"/>
        </p:nvPicPr>
        <p:blipFill>
          <a:blip r:embed="rId2" cstate="print"/>
          <a:srcRect/>
          <a:stretch>
            <a:fillRect/>
          </a:stretch>
        </p:blipFill>
        <p:spPr bwMode="gray">
          <a:xfrm>
            <a:off x="7121525" y="6392863"/>
            <a:ext cx="1795463" cy="252412"/>
          </a:xfrm>
          <a:prstGeom prst="rect">
            <a:avLst/>
          </a:prstGeom>
          <a:noFill/>
          <a:ln w="9525">
            <a:noFill/>
            <a:miter lim="800000"/>
            <a:headEnd/>
            <a:tailEnd/>
          </a:ln>
        </p:spPr>
      </p:pic>
      <p:sp>
        <p:nvSpPr>
          <p:cNvPr id="2" name="Rectangle 3"/>
          <p:cNvSpPr>
            <a:spLocks noChangeArrowheads="1"/>
          </p:cNvSpPr>
          <p:nvPr userDrawn="1"/>
        </p:nvSpPr>
        <p:spPr bwMode="gray">
          <a:xfrm>
            <a:off x="215900" y="5984875"/>
            <a:ext cx="4110038"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200" tIns="0" rIns="0" bIns="14400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smtClean="0">
                <a:ln>
                  <a:noFill/>
                </a:ln>
                <a:solidFill>
                  <a:srgbClr val="FFFFFF"/>
                </a:solidFill>
                <a:effectLst/>
                <a:latin typeface="Arial" pitchFamily="34" charset="0"/>
              </a:rPr>
              <a:t>Please enable your speakers or headphones.</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45" name="Bildplatzhalter 9"/>
          <p:cNvSpPr>
            <a:spLocks noGrp="1"/>
          </p:cNvSpPr>
          <p:nvPr>
            <p:ph type="pic" sz="quarter" idx="13"/>
          </p:nvPr>
        </p:nvSpPr>
        <p:spPr bwMode="gray">
          <a:xfrm>
            <a:off x="214314" y="225426"/>
            <a:ext cx="8702674" cy="3598862"/>
          </a:xfrm>
        </p:spPr>
        <p:txBody>
          <a:bodyPr rtlCol="0">
            <a:normAutofit/>
          </a:bodyPr>
          <a:lstStyle>
            <a:lvl1pPr>
              <a:buNone/>
              <a:defRPr/>
            </a:lvl1pPr>
          </a:lstStyle>
          <a:p>
            <a:pPr lvl="0"/>
            <a:r>
              <a:rPr lang="en-US" noProof="0" smtClean="0"/>
              <a:t>Bild durch Klicken auf Symbol hinzufügen</a:t>
            </a:r>
            <a:endParaRPr lang="en-US" noProof="0"/>
          </a:p>
        </p:txBody>
      </p:sp>
      <p:sp>
        <p:nvSpPr>
          <p:cNvPr id="43"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6" name="Fußzeilenplatzhalter 1">
            <a:hlinkClick r:id="rId3"/>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41"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extLst>
      <p:ext uri="{BB962C8B-B14F-4D97-AF65-F5344CB8AC3E}">
        <p14:creationId xmlns:p14="http://schemas.microsoft.com/office/powerpoint/2010/main" val="2439580746"/>
      </p:ext>
    </p:extLst>
  </p:cSld>
  <p:clrMapOvr>
    <a:masterClrMapping/>
  </p:clrMapOvr>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without picture">
    <p:spTree>
      <p:nvGrpSpPr>
        <p:cNvPr id="1" name=""/>
        <p:cNvGrpSpPr/>
        <p:nvPr/>
      </p:nvGrpSpPr>
      <p:grpSpPr>
        <a:xfrm>
          <a:off x="0" y="0"/>
          <a:ext cx="0" cy="0"/>
          <a:chOff x="0" y="0"/>
          <a:chExt cx="0" cy="0"/>
        </a:xfrm>
      </p:grpSpPr>
      <p:sp>
        <p:nvSpPr>
          <p:cNvPr id="5" name="Rechteck 7"/>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14" name="Titel 1"/>
          <p:cNvSpPr>
            <a:spLocks noGrp="1"/>
          </p:cNvSpPr>
          <p:nvPr>
            <p:ph type="ctrTitle"/>
          </p:nvPr>
        </p:nvSpPr>
        <p:spPr bwMode="gray">
          <a:xfrm>
            <a:off x="215900" y="225425"/>
            <a:ext cx="8712200" cy="5037707"/>
          </a:xfrm>
        </p:spPr>
        <p:txBody>
          <a:bodyPr lIns="144000" tIns="144000" rIns="0">
            <a:normAutofit/>
          </a:bodyPr>
          <a:lstStyle>
            <a:lvl1pPr marL="0" marR="0" indent="0" algn="l" defTabSz="914400" rtl="0" eaLnBrk="1" fontAlgn="auto" latinLnBrk="0" hangingPunct="1">
              <a:lnSpc>
                <a:spcPct val="90000"/>
              </a:lnSpc>
              <a:spcBef>
                <a:spcPct val="0"/>
              </a:spcBef>
              <a:spcAft>
                <a:spcPts val="0"/>
              </a:spcAft>
              <a:buClrTx/>
              <a:buSzTx/>
              <a:buFontTx/>
              <a:buNone/>
              <a:tabLst/>
              <a:defRPr sz="5400">
                <a:solidFill>
                  <a:schemeClr val="accent2"/>
                </a:solidFill>
                <a:latin typeface="Arial" pitchFamily="34" charset="0"/>
                <a:cs typeface="Arial" pitchFamily="34" charset="0"/>
              </a:defRPr>
            </a:lvl1pPr>
          </a:lstStyle>
          <a:p>
            <a:r>
              <a:rPr lang="en-US" noProof="0" dirty="0" smtClean="0"/>
              <a:t>Click to edit Master title style</a:t>
            </a:r>
          </a:p>
        </p:txBody>
      </p:sp>
      <p:sp>
        <p:nvSpPr>
          <p:cNvPr id="15" name="Untertitel 2"/>
          <p:cNvSpPr>
            <a:spLocks noGrp="1"/>
          </p:cNvSpPr>
          <p:nvPr>
            <p:ph type="subTitle" idx="1"/>
          </p:nvPr>
        </p:nvSpPr>
        <p:spPr bwMode="gray">
          <a:xfrm>
            <a:off x="215900" y="5263132"/>
            <a:ext cx="8712200" cy="216000"/>
          </a:xfrm>
        </p:spPr>
        <p:txBody>
          <a:bodyPr lIns="144000" rtlCol="0">
            <a:noAutofit/>
          </a:bodyPr>
          <a:lstStyle>
            <a:lvl1pPr marL="0" marR="0" indent="0" algn="l" defTabSz="914400" rtl="0" eaLnBrk="1" fontAlgn="base" latinLnBrk="0" hangingPunct="1">
              <a:lnSpc>
                <a:spcPct val="100000"/>
              </a:lnSpc>
              <a:spcBef>
                <a:spcPct val="0"/>
              </a:spcBef>
              <a:spcAft>
                <a:spcPct val="0"/>
              </a:spcAft>
              <a:buClr>
                <a:schemeClr val="tx2"/>
              </a:buClr>
              <a:buSzPct val="70000"/>
              <a:buFont typeface="Wingdings" pitchFamily="2" charset="2"/>
              <a:buNone/>
              <a:tabLst/>
              <a:defRPr lang="de-DE" sz="1200" b="1" smtClean="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endParaRPr lang="en-US" noProof="0" dirty="0" smtClean="0"/>
          </a:p>
        </p:txBody>
      </p:sp>
      <p:grpSp>
        <p:nvGrpSpPr>
          <p:cNvPr id="8" name="Group 275"/>
          <p:cNvGrpSpPr>
            <a:grpSpLocks/>
          </p:cNvGrpSpPr>
          <p:nvPr userDrawn="1"/>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8" name="Group 282"/>
          <p:cNvGrpSpPr>
            <a:grpSpLocks/>
          </p:cNvGrpSpPr>
          <p:nvPr userDrawn="1"/>
        </p:nvGrpSpPr>
        <p:grpSpPr bwMode="gray">
          <a:xfrm>
            <a:off x="215900" y="6992938"/>
            <a:ext cx="8709025" cy="71437"/>
            <a:chOff x="136" y="4346"/>
            <a:chExt cx="5486" cy="113"/>
          </a:xfrm>
        </p:grpSpPr>
        <p:sp>
          <p:nvSpPr>
            <p:cNvPr id="19"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4"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6" name="Group 290"/>
          <p:cNvGrpSpPr>
            <a:grpSpLocks/>
          </p:cNvGrpSpPr>
          <p:nvPr userDrawn="1"/>
        </p:nvGrpSpPr>
        <p:grpSpPr bwMode="gray">
          <a:xfrm>
            <a:off x="215900" y="-171450"/>
            <a:ext cx="8709025" cy="71437"/>
            <a:chOff x="136" y="4346"/>
            <a:chExt cx="5486" cy="113"/>
          </a:xfrm>
        </p:grpSpPr>
        <p:sp>
          <p:nvSpPr>
            <p:cNvPr id="27"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2"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3"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4" name="Group 298"/>
          <p:cNvGrpSpPr>
            <a:grpSpLocks/>
          </p:cNvGrpSpPr>
          <p:nvPr userDrawn="1"/>
        </p:nvGrpSpPr>
        <p:grpSpPr bwMode="gray">
          <a:xfrm>
            <a:off x="9288463" y="225425"/>
            <a:ext cx="71437" cy="5972175"/>
            <a:chOff x="-152" y="142"/>
            <a:chExt cx="113" cy="3762"/>
          </a:xfrm>
        </p:grpSpPr>
        <p:sp>
          <p:nvSpPr>
            <p:cNvPr id="35"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9"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40"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4" name="Picture 3" descr="ABB2logo RGB"/>
          <p:cNvPicPr>
            <a:picLocks noChangeAspect="1" noChangeArrowheads="1"/>
          </p:cNvPicPr>
          <p:nvPr userDrawn="1"/>
        </p:nvPicPr>
        <p:blipFill>
          <a:blip r:embed="rId2" cstate="print"/>
          <a:srcRect/>
          <a:stretch>
            <a:fillRect/>
          </a:stretch>
        </p:blipFill>
        <p:spPr bwMode="gray">
          <a:xfrm>
            <a:off x="7121525" y="6392863"/>
            <a:ext cx="1795463" cy="252412"/>
          </a:xfrm>
          <a:prstGeom prst="rect">
            <a:avLst/>
          </a:prstGeom>
          <a:noFill/>
          <a:ln w="9525">
            <a:noFill/>
            <a:miter lim="800000"/>
            <a:headEnd/>
            <a:tailEnd/>
          </a:ln>
        </p:spPr>
      </p:pic>
      <p:sp>
        <p:nvSpPr>
          <p:cNvPr id="43"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5" name="Fußzeilenplatzhalter 1">
            <a:hlinkClick r:id="rId3"/>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41"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extLst>
      <p:ext uri="{BB962C8B-B14F-4D97-AF65-F5344CB8AC3E}">
        <p14:creationId xmlns:p14="http://schemas.microsoft.com/office/powerpoint/2010/main" val="3261980639"/>
      </p:ext>
    </p:extLst>
  </p:cSld>
  <p:clrMapOvr>
    <a:masterClrMapping/>
  </p:clrMapOvr>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Divider slide with picture">
    <p:spTree>
      <p:nvGrpSpPr>
        <p:cNvPr id="1" name=""/>
        <p:cNvGrpSpPr/>
        <p:nvPr/>
      </p:nvGrpSpPr>
      <p:grpSpPr>
        <a:xfrm>
          <a:off x="0" y="0"/>
          <a:ext cx="0" cy="0"/>
          <a:chOff x="0" y="0"/>
          <a:chExt cx="0" cy="0"/>
        </a:xfrm>
      </p:grpSpPr>
      <p:sp>
        <p:nvSpPr>
          <p:cNvPr id="5" name="Rechteck 5"/>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4" name="Bildplatzhalter 9"/>
          <p:cNvSpPr>
            <a:spLocks noGrp="1"/>
          </p:cNvSpPr>
          <p:nvPr>
            <p:ph type="pic" sz="quarter" idx="12"/>
          </p:nvPr>
        </p:nvSpPr>
        <p:spPr bwMode="gray">
          <a:xfrm>
            <a:off x="214313" y="225425"/>
            <a:ext cx="8713787" cy="3598863"/>
          </a:xfrm>
        </p:spPr>
        <p:txBody>
          <a:bodyPr rtlCol="0">
            <a:normAutofit/>
          </a:bodyPr>
          <a:lstStyle>
            <a:lvl1pPr>
              <a:buNone/>
              <a:defRPr/>
            </a:lvl1pPr>
          </a:lstStyle>
          <a:p>
            <a:pPr lvl="0"/>
            <a:r>
              <a:rPr lang="en-US" noProof="0" smtClean="0"/>
              <a:t>Bild durch Klicken auf Symbol hinzufügen</a:t>
            </a:r>
            <a:endParaRPr lang="en-US" noProof="0"/>
          </a:p>
        </p:txBody>
      </p:sp>
      <p:sp>
        <p:nvSpPr>
          <p:cNvPr id="7" name="Titel 1"/>
          <p:cNvSpPr>
            <a:spLocks noGrp="1"/>
          </p:cNvSpPr>
          <p:nvPr>
            <p:ph type="ctrTitle"/>
          </p:nvPr>
        </p:nvSpPr>
        <p:spPr bwMode="gray">
          <a:xfrm>
            <a:off x="215900" y="4181485"/>
            <a:ext cx="8712200" cy="2019289"/>
          </a:xfrm>
        </p:spPr>
        <p:txBody>
          <a:bodyPr lIns="144000" tIns="0" rIns="0">
            <a:normAutofit/>
          </a:bodyPr>
          <a:lstStyle>
            <a:lvl1pPr marL="0" marR="0" indent="0" algn="l" defTabSz="914400" rtl="0" eaLnBrk="1" fontAlgn="auto" latinLnBrk="0" hangingPunct="1">
              <a:lnSpc>
                <a:spcPct val="90000"/>
              </a:lnSpc>
              <a:spcBef>
                <a:spcPct val="0"/>
              </a:spcBef>
              <a:spcAft>
                <a:spcPts val="0"/>
              </a:spcAft>
              <a:buClrTx/>
              <a:buSzTx/>
              <a:buFontTx/>
              <a:buNone/>
              <a:tabLst/>
              <a:defRPr sz="4000">
                <a:solidFill>
                  <a:schemeClr val="accent2"/>
                </a:solidFill>
                <a:latin typeface="Arial" pitchFamily="34" charset="0"/>
                <a:cs typeface="Arial" pitchFamily="34" charset="0"/>
              </a:defRPr>
            </a:lvl1pPr>
          </a:lstStyle>
          <a:p>
            <a:r>
              <a:rPr lang="en-US" noProof="0" dirty="0" smtClean="0"/>
              <a:t>Click to edit Master title style</a:t>
            </a:r>
          </a:p>
        </p:txBody>
      </p:sp>
      <p:grpSp>
        <p:nvGrpSpPr>
          <p:cNvPr id="8" name="Group 275"/>
          <p:cNvGrpSpPr>
            <a:grpSpLocks/>
          </p:cNvGrpSpPr>
          <p:nvPr userDrawn="1"/>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4"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5"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6" name="Group 282"/>
          <p:cNvGrpSpPr>
            <a:grpSpLocks/>
          </p:cNvGrpSpPr>
          <p:nvPr userDrawn="1"/>
        </p:nvGrpSpPr>
        <p:grpSpPr bwMode="gray">
          <a:xfrm>
            <a:off x="215900" y="6992938"/>
            <a:ext cx="8709025" cy="71437"/>
            <a:chOff x="136" y="4346"/>
            <a:chExt cx="5486" cy="113"/>
          </a:xfrm>
        </p:grpSpPr>
        <p:sp>
          <p:nvSpPr>
            <p:cNvPr id="17"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8"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9"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4" name="Group 290"/>
          <p:cNvGrpSpPr>
            <a:grpSpLocks/>
          </p:cNvGrpSpPr>
          <p:nvPr userDrawn="1"/>
        </p:nvGrpSpPr>
        <p:grpSpPr bwMode="gray">
          <a:xfrm>
            <a:off x="215900" y="-171450"/>
            <a:ext cx="8709025" cy="71437"/>
            <a:chOff x="136" y="4346"/>
            <a:chExt cx="5486" cy="113"/>
          </a:xfrm>
        </p:grpSpPr>
        <p:sp>
          <p:nvSpPr>
            <p:cNvPr id="25"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6"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7"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2" name="Group 298"/>
          <p:cNvGrpSpPr>
            <a:grpSpLocks/>
          </p:cNvGrpSpPr>
          <p:nvPr userDrawn="1"/>
        </p:nvGrpSpPr>
        <p:grpSpPr bwMode="gray">
          <a:xfrm>
            <a:off x="9288463" y="225425"/>
            <a:ext cx="71437" cy="5972175"/>
            <a:chOff x="-152" y="142"/>
            <a:chExt cx="113" cy="3762"/>
          </a:xfrm>
        </p:grpSpPr>
        <p:sp>
          <p:nvSpPr>
            <p:cNvPr id="33"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4"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5"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2" name="Picture 3" descr="ABB2logo RGB"/>
          <p:cNvPicPr>
            <a:picLocks noChangeAspect="1" noChangeArrowheads="1"/>
          </p:cNvPicPr>
          <p:nvPr userDrawn="1"/>
        </p:nvPicPr>
        <p:blipFill>
          <a:blip r:embed="rId2" cstate="print"/>
          <a:srcRect l="62511"/>
          <a:stretch>
            <a:fillRect/>
          </a:stretch>
        </p:blipFill>
        <p:spPr bwMode="gray">
          <a:xfrm>
            <a:off x="8243888" y="6392863"/>
            <a:ext cx="673100" cy="252412"/>
          </a:xfrm>
          <a:prstGeom prst="rect">
            <a:avLst/>
          </a:prstGeom>
          <a:noFill/>
          <a:ln w="9525">
            <a:noFill/>
            <a:miter lim="800000"/>
            <a:headEnd/>
            <a:tailEnd/>
          </a:ln>
        </p:spPr>
      </p:pic>
      <p:sp>
        <p:nvSpPr>
          <p:cNvPr id="41"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3" name="Fußzeilenplatzhalter 1">
            <a:hlinkClick r:id="rId3"/>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39"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extLst>
      <p:ext uri="{BB962C8B-B14F-4D97-AF65-F5344CB8AC3E}">
        <p14:creationId xmlns:p14="http://schemas.microsoft.com/office/powerpoint/2010/main" val="548755671"/>
      </p:ext>
    </p:extLst>
  </p:cSld>
  <p:clrMapOvr>
    <a:masterClrMapping/>
  </p:clrMapOvr>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Divider slide without picture">
    <p:spTree>
      <p:nvGrpSpPr>
        <p:cNvPr id="1" name=""/>
        <p:cNvGrpSpPr/>
        <p:nvPr/>
      </p:nvGrpSpPr>
      <p:grpSpPr>
        <a:xfrm>
          <a:off x="0" y="0"/>
          <a:ext cx="0" cy="0"/>
          <a:chOff x="0" y="0"/>
          <a:chExt cx="0" cy="0"/>
        </a:xfrm>
      </p:grpSpPr>
      <p:sp>
        <p:nvSpPr>
          <p:cNvPr id="3" name="Rechteck 2"/>
          <p:cNvSpPr/>
          <p:nvPr userDrawn="1"/>
        </p:nvSpPr>
        <p:spPr bwMode="gray">
          <a:xfrm>
            <a:off x="215900" y="225425"/>
            <a:ext cx="8712200" cy="5975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noProof="0"/>
          </a:p>
        </p:txBody>
      </p:sp>
      <p:sp>
        <p:nvSpPr>
          <p:cNvPr id="4" name="Titel 1"/>
          <p:cNvSpPr>
            <a:spLocks noGrp="1"/>
          </p:cNvSpPr>
          <p:nvPr>
            <p:ph type="title"/>
          </p:nvPr>
        </p:nvSpPr>
        <p:spPr bwMode="gray">
          <a:xfrm>
            <a:off x="215900" y="225424"/>
            <a:ext cx="8712200" cy="5975351"/>
          </a:xfrm>
        </p:spPr>
        <p:txBody>
          <a:bodyPr lIns="144000" tIns="144000" rIns="0" rtlCol="0">
            <a:normAutofit/>
          </a:bodyPr>
          <a:lstStyle>
            <a:lvl1pPr algn="l" defTabSz="914400" rtl="0" eaLnBrk="1" latinLnBrk="0" hangingPunct="1">
              <a:spcBef>
                <a:spcPct val="0"/>
              </a:spcBef>
              <a:buNone/>
              <a:defRPr lang="de-DE" sz="5400" kern="1200" dirty="0" smtClean="0">
                <a:solidFill>
                  <a:schemeClr val="accent2"/>
                </a:solidFill>
                <a:latin typeface="Arial" pitchFamily="34" charset="0"/>
                <a:ea typeface="+mj-ea"/>
                <a:cs typeface="Arial" pitchFamily="34" charset="0"/>
              </a:defRPr>
            </a:lvl1pPr>
          </a:lstStyle>
          <a:p>
            <a:r>
              <a:rPr lang="en-US" noProof="0" dirty="0" smtClean="0"/>
              <a:t>Click to edit Master title style</a:t>
            </a:r>
            <a:endParaRPr lang="en-US" noProof="0" dirty="0"/>
          </a:p>
        </p:txBody>
      </p:sp>
      <p:grpSp>
        <p:nvGrpSpPr>
          <p:cNvPr id="6" name="Group 275"/>
          <p:cNvGrpSpPr>
            <a:grpSpLocks/>
          </p:cNvGrpSpPr>
          <p:nvPr userDrawn="1"/>
        </p:nvGrpSpPr>
        <p:grpSpPr bwMode="gray">
          <a:xfrm>
            <a:off x="-215900" y="225425"/>
            <a:ext cx="71437" cy="5972175"/>
            <a:chOff x="-152" y="142"/>
            <a:chExt cx="113" cy="3762"/>
          </a:xfrm>
        </p:grpSpPr>
        <p:sp>
          <p:nvSpPr>
            <p:cNvPr id="7"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8"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9"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3" name="Group 282"/>
          <p:cNvGrpSpPr>
            <a:grpSpLocks/>
          </p:cNvGrpSpPr>
          <p:nvPr userDrawn="1"/>
        </p:nvGrpSpPr>
        <p:grpSpPr bwMode="gray">
          <a:xfrm>
            <a:off x="215900" y="6992938"/>
            <a:ext cx="8709025" cy="71437"/>
            <a:chOff x="136" y="4346"/>
            <a:chExt cx="5486" cy="113"/>
          </a:xfrm>
        </p:grpSpPr>
        <p:sp>
          <p:nvSpPr>
            <p:cNvPr id="14"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5"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6"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8"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9"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1" name="Group 290"/>
          <p:cNvGrpSpPr>
            <a:grpSpLocks/>
          </p:cNvGrpSpPr>
          <p:nvPr userDrawn="1"/>
        </p:nvGrpSpPr>
        <p:grpSpPr bwMode="gray">
          <a:xfrm>
            <a:off x="215900" y="-171450"/>
            <a:ext cx="8709025" cy="71437"/>
            <a:chOff x="136" y="4346"/>
            <a:chExt cx="5486" cy="113"/>
          </a:xfrm>
        </p:grpSpPr>
        <p:sp>
          <p:nvSpPr>
            <p:cNvPr id="22"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4"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6"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7"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9" name="Group 298"/>
          <p:cNvGrpSpPr>
            <a:grpSpLocks/>
          </p:cNvGrpSpPr>
          <p:nvPr userDrawn="1"/>
        </p:nvGrpSpPr>
        <p:grpSpPr bwMode="gray">
          <a:xfrm>
            <a:off x="9288463" y="225425"/>
            <a:ext cx="71437" cy="5972175"/>
            <a:chOff x="-152" y="142"/>
            <a:chExt cx="113" cy="3762"/>
          </a:xfrm>
        </p:grpSpPr>
        <p:sp>
          <p:nvSpPr>
            <p:cNvPr id="30"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1"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2"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3"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4"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5"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39" name="Picture 3" descr="ABB2logo RGB"/>
          <p:cNvPicPr>
            <a:picLocks noChangeAspect="1" noChangeArrowheads="1"/>
          </p:cNvPicPr>
          <p:nvPr userDrawn="1"/>
        </p:nvPicPr>
        <p:blipFill>
          <a:blip r:embed="rId2" cstate="print"/>
          <a:srcRect l="62511"/>
          <a:stretch>
            <a:fillRect/>
          </a:stretch>
        </p:blipFill>
        <p:spPr bwMode="gray">
          <a:xfrm>
            <a:off x="8243888" y="6392863"/>
            <a:ext cx="673100" cy="252412"/>
          </a:xfrm>
          <a:prstGeom prst="rect">
            <a:avLst/>
          </a:prstGeom>
          <a:noFill/>
          <a:ln w="9525">
            <a:noFill/>
            <a:miter lim="800000"/>
            <a:headEnd/>
            <a:tailEnd/>
          </a:ln>
        </p:spPr>
      </p:pic>
      <p:sp>
        <p:nvSpPr>
          <p:cNvPr id="4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1" name="Fußzeilenplatzhalter 1">
            <a:hlinkClick r:id="rId3"/>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38"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extLst>
      <p:ext uri="{BB962C8B-B14F-4D97-AF65-F5344CB8AC3E}">
        <p14:creationId xmlns:p14="http://schemas.microsoft.com/office/powerpoint/2010/main" val="1936256788"/>
      </p:ext>
    </p:extLst>
  </p:cSld>
  <p:clrMapOvr>
    <a:masterClrMapping/>
  </p:clrMapOvr>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slide default">
    <p:spTree>
      <p:nvGrpSpPr>
        <p:cNvPr id="1" name=""/>
        <p:cNvGrpSpPr/>
        <p:nvPr/>
      </p:nvGrpSpPr>
      <p:grpSpPr>
        <a:xfrm>
          <a:off x="0" y="0"/>
          <a:ext cx="0" cy="0"/>
          <a:chOff x="0" y="0"/>
          <a:chExt cx="0" cy="0"/>
        </a:xfrm>
      </p:grpSpPr>
      <p:sp>
        <p:nvSpPr>
          <p:cNvPr id="8" name="Textplatzhalter 14"/>
          <p:cNvSpPr>
            <a:spLocks noGrp="1"/>
          </p:cNvSpPr>
          <p:nvPr>
            <p:ph type="body" sz="quarter" idx="15"/>
          </p:nvPr>
        </p:nvSpPr>
        <p:spPr bwMode="gray">
          <a:xfrm>
            <a:off x="1476375" y="1592263"/>
            <a:ext cx="6191250" cy="4608512"/>
          </a:xfrm>
        </p:spPr>
        <p:txBody>
          <a:bodyPr/>
          <a:lstStyle/>
          <a:p>
            <a:pPr lvl="0"/>
            <a:r>
              <a:rPr lang="en-US" noProof="0" dirty="0" err="1" smtClean="0"/>
              <a:t>Textmasterformate</a:t>
            </a:r>
            <a:r>
              <a:rPr lang="en-US" noProof="0" dirty="0" smtClean="0"/>
              <a:t> </a:t>
            </a:r>
            <a:r>
              <a:rPr lang="en-US" noProof="0" dirty="0" err="1" smtClean="0"/>
              <a:t>durch</a:t>
            </a:r>
            <a:r>
              <a:rPr lang="en-US" noProof="0" dirty="0" smtClean="0"/>
              <a:t> </a:t>
            </a:r>
            <a:r>
              <a:rPr lang="en-US" noProof="0" dirty="0" err="1" smtClean="0"/>
              <a:t>Klicken</a:t>
            </a:r>
            <a:r>
              <a:rPr lang="en-US" noProof="0" dirty="0" smtClean="0"/>
              <a:t> </a:t>
            </a:r>
            <a:r>
              <a:rPr lang="en-US" noProof="0" dirty="0" err="1" smtClean="0"/>
              <a:t>bearbeiten</a:t>
            </a:r>
            <a:endParaRPr lang="en-US" noProof="0" dirty="0" smtClean="0"/>
          </a:p>
          <a:p>
            <a:pPr lvl="1"/>
            <a:r>
              <a:rPr lang="en-US" noProof="0" dirty="0" err="1" smtClean="0"/>
              <a:t>Zweite</a:t>
            </a:r>
            <a:r>
              <a:rPr lang="en-US" noProof="0" dirty="0" smtClean="0"/>
              <a:t> </a:t>
            </a:r>
            <a:r>
              <a:rPr lang="en-US" noProof="0" dirty="0" err="1" smtClean="0"/>
              <a:t>Ebene</a:t>
            </a:r>
            <a:endParaRPr lang="en-US" noProof="0" dirty="0" smtClean="0"/>
          </a:p>
          <a:p>
            <a:pPr lvl="2"/>
            <a:r>
              <a:rPr lang="en-US" noProof="0" dirty="0" err="1" smtClean="0"/>
              <a:t>Dritte</a:t>
            </a:r>
            <a:r>
              <a:rPr lang="en-US" noProof="0" dirty="0" smtClean="0"/>
              <a:t> </a:t>
            </a:r>
            <a:r>
              <a:rPr lang="en-US" noProof="0" dirty="0" err="1" smtClean="0"/>
              <a:t>Ebene</a:t>
            </a:r>
            <a:endParaRPr lang="en-US" noProof="0" dirty="0" smtClean="0"/>
          </a:p>
          <a:p>
            <a:pPr lvl="3"/>
            <a:r>
              <a:rPr lang="en-US" noProof="0" dirty="0" err="1" smtClean="0"/>
              <a:t>Vierte</a:t>
            </a:r>
            <a:r>
              <a:rPr lang="en-US" noProof="0" dirty="0" smtClean="0"/>
              <a:t> </a:t>
            </a:r>
            <a:r>
              <a:rPr lang="en-US" noProof="0" dirty="0" err="1" smtClean="0"/>
              <a:t>Ebene</a:t>
            </a:r>
            <a:endParaRPr lang="en-US" noProof="0" dirty="0" smtClean="0"/>
          </a:p>
          <a:p>
            <a:pPr lvl="4"/>
            <a:r>
              <a:rPr lang="en-US" noProof="0" dirty="0" err="1" smtClean="0"/>
              <a:t>Fünfte</a:t>
            </a:r>
            <a:r>
              <a:rPr lang="en-US" noProof="0" dirty="0" smtClean="0"/>
              <a:t> </a:t>
            </a:r>
            <a:r>
              <a:rPr lang="en-US" noProof="0" dirty="0" err="1" smtClean="0"/>
              <a:t>Ebene</a:t>
            </a:r>
            <a:endParaRPr lang="en-US" noProof="0" dirty="0"/>
          </a:p>
        </p:txBody>
      </p:sp>
      <p:sp>
        <p:nvSpPr>
          <p:cNvPr id="14" name="Title 13"/>
          <p:cNvSpPr>
            <a:spLocks noGrp="1"/>
          </p:cNvSpPr>
          <p:nvPr>
            <p:ph type="title"/>
          </p:nvPr>
        </p:nvSpPr>
        <p:spPr bwMode="gray"/>
        <p:txBody>
          <a:bodyPr/>
          <a:lstStyle/>
          <a:p>
            <a:r>
              <a:rPr lang="en-US" noProof="0" smtClean="0"/>
              <a:t>Click to edit Master title style</a:t>
            </a:r>
            <a:endParaRPr lang="en-US" noProof="0"/>
          </a:p>
        </p:txBody>
      </p:sp>
      <p:sp>
        <p:nvSpPr>
          <p:cNvPr id="9"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1341521894"/>
      </p:ext>
    </p:extLst>
  </p:cSld>
  <p:clrMapOvr>
    <a:masterClrMapping/>
  </p:clrMapOvr>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slide small picture and text box">
    <p:spTree>
      <p:nvGrpSpPr>
        <p:cNvPr id="1" name=""/>
        <p:cNvGrpSpPr/>
        <p:nvPr/>
      </p:nvGrpSpPr>
      <p:grpSpPr>
        <a:xfrm>
          <a:off x="0" y="0"/>
          <a:ext cx="0" cy="0"/>
          <a:chOff x="0" y="0"/>
          <a:chExt cx="0" cy="0"/>
        </a:xfrm>
      </p:grpSpPr>
      <p:sp>
        <p:nvSpPr>
          <p:cNvPr id="19" name="Textplatzhalter 14"/>
          <p:cNvSpPr>
            <a:spLocks noGrp="1"/>
          </p:cNvSpPr>
          <p:nvPr>
            <p:ph type="body" sz="quarter" idx="18"/>
          </p:nvPr>
        </p:nvSpPr>
        <p:spPr bwMode="gray">
          <a:xfrm>
            <a:off x="1476375" y="1592263"/>
            <a:ext cx="6191249" cy="4608511"/>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2" name="Bildplatzhalter 24"/>
          <p:cNvSpPr>
            <a:spLocks noGrp="1"/>
          </p:cNvSpPr>
          <p:nvPr>
            <p:ph type="pic" sz="quarter" idx="19" hasCustomPrompt="1"/>
          </p:nvPr>
        </p:nvSpPr>
        <p:spPr bwMode="gray">
          <a:xfrm>
            <a:off x="208757" y="1592263"/>
            <a:ext cx="1119980" cy="4608511"/>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8" name="Title 7"/>
          <p:cNvSpPr>
            <a:spLocks noGrp="1"/>
          </p:cNvSpPr>
          <p:nvPr>
            <p:ph type="title"/>
          </p:nvPr>
        </p:nvSpPr>
        <p:spPr bwMode="gray"/>
        <p:txBody>
          <a:bodyPr/>
          <a:lstStyle/>
          <a:p>
            <a:r>
              <a:rPr lang="en-US" noProof="0" smtClean="0"/>
              <a:t>Click to edit Master title style</a:t>
            </a:r>
            <a:endParaRPr lang="en-US" noProof="0"/>
          </a:p>
        </p:txBody>
      </p:sp>
      <p:sp>
        <p:nvSpPr>
          <p:cNvPr id="1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626158920"/>
      </p:ext>
    </p:extLst>
  </p:cSld>
  <p:clrMapOvr>
    <a:masterClrMapping/>
  </p:clrMapOvr>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slide one picture and one text box">
    <p:spTree>
      <p:nvGrpSpPr>
        <p:cNvPr id="1" name=""/>
        <p:cNvGrpSpPr/>
        <p:nvPr/>
      </p:nvGrpSpPr>
      <p:grpSpPr>
        <a:xfrm>
          <a:off x="0" y="0"/>
          <a:ext cx="0" cy="0"/>
          <a:chOff x="0" y="0"/>
          <a:chExt cx="0" cy="0"/>
        </a:xfrm>
      </p:grpSpPr>
      <p:sp>
        <p:nvSpPr>
          <p:cNvPr id="19" name="Textplatzhalter 14"/>
          <p:cNvSpPr>
            <a:spLocks noGrp="1"/>
          </p:cNvSpPr>
          <p:nvPr>
            <p:ph type="body" sz="quarter" idx="18"/>
          </p:nvPr>
        </p:nvSpPr>
        <p:spPr bwMode="gray">
          <a:xfrm>
            <a:off x="4643437" y="1592263"/>
            <a:ext cx="3024187" cy="4608511"/>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2" name="Bildplatzhalter 24"/>
          <p:cNvSpPr>
            <a:spLocks noGrp="1"/>
          </p:cNvSpPr>
          <p:nvPr>
            <p:ph type="pic" sz="quarter" idx="19" hasCustomPrompt="1"/>
          </p:nvPr>
        </p:nvSpPr>
        <p:spPr bwMode="gray">
          <a:xfrm>
            <a:off x="1476375" y="1592263"/>
            <a:ext cx="3024188" cy="4608511"/>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8" name="Title 7"/>
          <p:cNvSpPr>
            <a:spLocks noGrp="1"/>
          </p:cNvSpPr>
          <p:nvPr>
            <p:ph type="title"/>
          </p:nvPr>
        </p:nvSpPr>
        <p:spPr bwMode="gray"/>
        <p:txBody>
          <a:bodyPr/>
          <a:lstStyle/>
          <a:p>
            <a:r>
              <a:rPr lang="en-US" noProof="0" smtClean="0"/>
              <a:t>Click to edit Master title style</a:t>
            </a:r>
            <a:endParaRPr lang="en-US" noProof="0"/>
          </a:p>
        </p:txBody>
      </p:sp>
      <p:sp>
        <p:nvSpPr>
          <p:cNvPr id="1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3751005404"/>
      </p:ext>
    </p:extLst>
  </p:cSld>
  <p:clrMapOvr>
    <a:masterClrMapping/>
  </p:clrMapOvr>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slide two pictures besides text">
    <p:spTree>
      <p:nvGrpSpPr>
        <p:cNvPr id="1" name=""/>
        <p:cNvGrpSpPr/>
        <p:nvPr/>
      </p:nvGrpSpPr>
      <p:grpSpPr>
        <a:xfrm>
          <a:off x="0" y="0"/>
          <a:ext cx="0" cy="0"/>
          <a:chOff x="0" y="0"/>
          <a:chExt cx="0" cy="0"/>
        </a:xfrm>
      </p:grpSpPr>
      <p:sp>
        <p:nvSpPr>
          <p:cNvPr id="21" name="Textplatzhalter 14"/>
          <p:cNvSpPr>
            <a:spLocks noGrp="1"/>
          </p:cNvSpPr>
          <p:nvPr>
            <p:ph type="body" sz="quarter" idx="18"/>
          </p:nvPr>
        </p:nvSpPr>
        <p:spPr bwMode="gray">
          <a:xfrm>
            <a:off x="4643437" y="1592263"/>
            <a:ext cx="3024187" cy="4608511"/>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2" name="Bildplatzhalter 24"/>
          <p:cNvSpPr>
            <a:spLocks noGrp="1"/>
          </p:cNvSpPr>
          <p:nvPr>
            <p:ph type="pic" sz="quarter" idx="19" hasCustomPrompt="1"/>
          </p:nvPr>
        </p:nvSpPr>
        <p:spPr bwMode="gray">
          <a:xfrm>
            <a:off x="1476375" y="1592262"/>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3" name="Bildplatzhalter 24"/>
          <p:cNvSpPr>
            <a:spLocks noGrp="1"/>
          </p:cNvSpPr>
          <p:nvPr>
            <p:ph type="pic" sz="quarter" idx="20" hasCustomPrompt="1"/>
          </p:nvPr>
        </p:nvSpPr>
        <p:spPr bwMode="gray">
          <a:xfrm>
            <a:off x="1476375" y="3968750"/>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Title 8"/>
          <p:cNvSpPr>
            <a:spLocks noGrp="1"/>
          </p:cNvSpPr>
          <p:nvPr>
            <p:ph type="title"/>
          </p:nvPr>
        </p:nvSpPr>
        <p:spPr bwMode="gray"/>
        <p:txBody>
          <a:bodyPr/>
          <a:lstStyle/>
          <a:p>
            <a:r>
              <a:rPr lang="en-US" noProof="0" smtClean="0"/>
              <a:t>Click to edit Master title style</a:t>
            </a:r>
            <a:endParaRPr lang="en-US" noProof="0"/>
          </a:p>
        </p:txBody>
      </p:sp>
      <p:sp>
        <p:nvSpPr>
          <p:cNvPr id="11"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3709956801"/>
      </p:ext>
    </p:extLst>
  </p:cSld>
  <p:clrMapOvr>
    <a:masterClrMapping/>
  </p:clrMapOvr>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 slide three pictures besides text">
    <p:spTree>
      <p:nvGrpSpPr>
        <p:cNvPr id="1" name=""/>
        <p:cNvGrpSpPr/>
        <p:nvPr/>
      </p:nvGrpSpPr>
      <p:grpSpPr>
        <a:xfrm>
          <a:off x="0" y="0"/>
          <a:ext cx="0" cy="0"/>
          <a:chOff x="0" y="0"/>
          <a:chExt cx="0" cy="0"/>
        </a:xfrm>
      </p:grpSpPr>
      <p:sp>
        <p:nvSpPr>
          <p:cNvPr id="21" name="Textplatzhalter 14"/>
          <p:cNvSpPr>
            <a:spLocks noGrp="1"/>
          </p:cNvSpPr>
          <p:nvPr>
            <p:ph type="body" sz="quarter" idx="18"/>
          </p:nvPr>
        </p:nvSpPr>
        <p:spPr bwMode="gray">
          <a:xfrm>
            <a:off x="4643437" y="1592263"/>
            <a:ext cx="3024187" cy="4608511"/>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2" name="Bildplatzhalter 24"/>
          <p:cNvSpPr>
            <a:spLocks noGrp="1"/>
          </p:cNvSpPr>
          <p:nvPr>
            <p:ph type="pic" sz="quarter" idx="19" hasCustomPrompt="1"/>
          </p:nvPr>
        </p:nvSpPr>
        <p:spPr bwMode="gray">
          <a:xfrm>
            <a:off x="1476375" y="1592262"/>
            <a:ext cx="3024188" cy="1440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3" name="Bildplatzhalter 24"/>
          <p:cNvSpPr>
            <a:spLocks noGrp="1"/>
          </p:cNvSpPr>
          <p:nvPr>
            <p:ph type="pic" sz="quarter" idx="20" hasCustomPrompt="1"/>
          </p:nvPr>
        </p:nvSpPr>
        <p:spPr bwMode="gray">
          <a:xfrm>
            <a:off x="1476375" y="3176518"/>
            <a:ext cx="3024188" cy="1440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Bildplatzhalter 24"/>
          <p:cNvSpPr>
            <a:spLocks noGrp="1"/>
          </p:cNvSpPr>
          <p:nvPr>
            <p:ph type="pic" sz="quarter" idx="21" hasCustomPrompt="1"/>
          </p:nvPr>
        </p:nvSpPr>
        <p:spPr bwMode="gray">
          <a:xfrm>
            <a:off x="1476375" y="4760775"/>
            <a:ext cx="3024188" cy="1440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0" name="Title 9"/>
          <p:cNvSpPr>
            <a:spLocks noGrp="1"/>
          </p:cNvSpPr>
          <p:nvPr>
            <p:ph type="title"/>
          </p:nvPr>
        </p:nvSpPr>
        <p:spPr bwMode="gray"/>
        <p:txBody>
          <a:bodyPr/>
          <a:lstStyle/>
          <a:p>
            <a:r>
              <a:rPr lang="en-US" noProof="0" smtClean="0"/>
              <a:t>Click to edit Master title style</a:t>
            </a:r>
            <a:endParaRPr lang="en-US" noProof="0"/>
          </a:p>
        </p:txBody>
      </p:sp>
      <p:sp>
        <p:nvSpPr>
          <p:cNvPr id="13"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3664360743"/>
      </p:ext>
    </p:extLst>
  </p:cSld>
  <p:clrMapOvr>
    <a:masterClrMapping/>
  </p:clrMapOvr>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 slide three pictures">
    <p:spTree>
      <p:nvGrpSpPr>
        <p:cNvPr id="1" name=""/>
        <p:cNvGrpSpPr/>
        <p:nvPr/>
      </p:nvGrpSpPr>
      <p:grpSpPr>
        <a:xfrm>
          <a:off x="0" y="0"/>
          <a:ext cx="0" cy="0"/>
          <a:chOff x="0" y="0"/>
          <a:chExt cx="0" cy="0"/>
        </a:xfrm>
      </p:grpSpPr>
      <p:sp>
        <p:nvSpPr>
          <p:cNvPr id="22" name="Bildplatzhalter 24"/>
          <p:cNvSpPr>
            <a:spLocks noGrp="1"/>
          </p:cNvSpPr>
          <p:nvPr>
            <p:ph type="pic" sz="quarter" idx="19" hasCustomPrompt="1"/>
          </p:nvPr>
        </p:nvSpPr>
        <p:spPr bwMode="gray">
          <a:xfrm>
            <a:off x="1476375" y="1592261"/>
            <a:ext cx="3024188" cy="2232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3" name="Bildplatzhalter 24"/>
          <p:cNvSpPr>
            <a:spLocks noGrp="1"/>
          </p:cNvSpPr>
          <p:nvPr>
            <p:ph type="pic" sz="quarter" idx="20" hasCustomPrompt="1"/>
          </p:nvPr>
        </p:nvSpPr>
        <p:spPr bwMode="gray">
          <a:xfrm>
            <a:off x="1476375" y="3968774"/>
            <a:ext cx="3024188" cy="2232000"/>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Bildplatzhalter 24"/>
          <p:cNvSpPr>
            <a:spLocks noGrp="1"/>
          </p:cNvSpPr>
          <p:nvPr>
            <p:ph type="pic" sz="quarter" idx="21" hasCustomPrompt="1"/>
          </p:nvPr>
        </p:nvSpPr>
        <p:spPr bwMode="gray">
          <a:xfrm>
            <a:off x="4643438" y="1592261"/>
            <a:ext cx="3024188" cy="4608514"/>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0" name="Title 9"/>
          <p:cNvSpPr>
            <a:spLocks noGrp="1"/>
          </p:cNvSpPr>
          <p:nvPr>
            <p:ph type="title"/>
          </p:nvPr>
        </p:nvSpPr>
        <p:spPr bwMode="gray"/>
        <p:txBody>
          <a:bodyPr/>
          <a:lstStyle/>
          <a:p>
            <a:r>
              <a:rPr lang="en-US" noProof="0" smtClean="0"/>
              <a:t>Click to edit Master title style</a:t>
            </a:r>
            <a:endParaRPr lang="en-US" noProof="0"/>
          </a:p>
        </p:txBody>
      </p:sp>
      <p:sp>
        <p:nvSpPr>
          <p:cNvPr id="12"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3322500850"/>
      </p:ext>
    </p:extLst>
  </p:cSld>
  <p:clrMapOvr>
    <a:masterClrMapping/>
  </p:clrMapOvr>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 slide one picture above text">
    <p:spTree>
      <p:nvGrpSpPr>
        <p:cNvPr id="1" name=""/>
        <p:cNvGrpSpPr/>
        <p:nvPr/>
      </p:nvGrpSpPr>
      <p:grpSpPr>
        <a:xfrm>
          <a:off x="0" y="0"/>
          <a:ext cx="0" cy="0"/>
          <a:chOff x="0" y="0"/>
          <a:chExt cx="0" cy="0"/>
        </a:xfrm>
      </p:grpSpPr>
      <p:sp>
        <p:nvSpPr>
          <p:cNvPr id="23" name="Textplatzhalter 14"/>
          <p:cNvSpPr>
            <a:spLocks noGrp="1"/>
          </p:cNvSpPr>
          <p:nvPr>
            <p:ph type="body" sz="quarter" idx="17"/>
          </p:nvPr>
        </p:nvSpPr>
        <p:spPr bwMode="gray">
          <a:xfrm>
            <a:off x="1476375" y="3968749"/>
            <a:ext cx="6191250" cy="2232025"/>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5" name="Bildplatzhalter 24"/>
          <p:cNvSpPr>
            <a:spLocks noGrp="1"/>
          </p:cNvSpPr>
          <p:nvPr>
            <p:ph type="pic" sz="quarter" idx="18" hasCustomPrompt="1"/>
          </p:nvPr>
        </p:nvSpPr>
        <p:spPr bwMode="gray">
          <a:xfrm>
            <a:off x="1476375" y="1592263"/>
            <a:ext cx="619125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Title 8"/>
          <p:cNvSpPr>
            <a:spLocks noGrp="1"/>
          </p:cNvSpPr>
          <p:nvPr>
            <p:ph type="title"/>
          </p:nvPr>
        </p:nvSpPr>
        <p:spPr bwMode="gray"/>
        <p:txBody>
          <a:bodyPr/>
          <a:lstStyle/>
          <a:p>
            <a:r>
              <a:rPr lang="en-US" noProof="0" smtClean="0"/>
              <a:t>Click to edit Master title style</a:t>
            </a:r>
            <a:endParaRPr lang="en-US" noProof="0"/>
          </a:p>
        </p:txBody>
      </p:sp>
      <p:sp>
        <p:nvSpPr>
          <p:cNvPr id="1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3006665895"/>
      </p:ext>
    </p:extLst>
  </p:cSld>
  <p:clrMapOvr>
    <a:masterClrMapping/>
  </p:clrMapOvr>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 slide two pictures above text">
    <p:spTree>
      <p:nvGrpSpPr>
        <p:cNvPr id="1" name=""/>
        <p:cNvGrpSpPr/>
        <p:nvPr/>
      </p:nvGrpSpPr>
      <p:grpSpPr>
        <a:xfrm>
          <a:off x="0" y="0"/>
          <a:ext cx="0" cy="0"/>
          <a:chOff x="0" y="0"/>
          <a:chExt cx="0" cy="0"/>
        </a:xfrm>
      </p:grpSpPr>
      <p:sp>
        <p:nvSpPr>
          <p:cNvPr id="23" name="Textplatzhalter 14"/>
          <p:cNvSpPr>
            <a:spLocks noGrp="1"/>
          </p:cNvSpPr>
          <p:nvPr>
            <p:ph type="body" sz="quarter" idx="17"/>
          </p:nvPr>
        </p:nvSpPr>
        <p:spPr bwMode="gray">
          <a:xfrm>
            <a:off x="1476375" y="3968749"/>
            <a:ext cx="6191250" cy="2232025"/>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4" name="Bildplatzhalter 24"/>
          <p:cNvSpPr>
            <a:spLocks noGrp="1"/>
          </p:cNvSpPr>
          <p:nvPr>
            <p:ph type="pic" sz="quarter" idx="18" hasCustomPrompt="1"/>
          </p:nvPr>
        </p:nvSpPr>
        <p:spPr bwMode="gray">
          <a:xfrm>
            <a:off x="4643437" y="1592263"/>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5" name="Bildplatzhalter 24"/>
          <p:cNvSpPr>
            <a:spLocks noGrp="1"/>
          </p:cNvSpPr>
          <p:nvPr>
            <p:ph type="pic" sz="quarter" idx="19" hasCustomPrompt="1"/>
          </p:nvPr>
        </p:nvSpPr>
        <p:spPr bwMode="gray">
          <a:xfrm>
            <a:off x="1476375" y="1592263"/>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9" name="Title 8"/>
          <p:cNvSpPr>
            <a:spLocks noGrp="1"/>
          </p:cNvSpPr>
          <p:nvPr>
            <p:ph type="title"/>
          </p:nvPr>
        </p:nvSpPr>
        <p:spPr bwMode="gray"/>
        <p:txBody>
          <a:bodyPr/>
          <a:lstStyle/>
          <a:p>
            <a:r>
              <a:rPr lang="en-US" noProof="0" smtClean="0"/>
              <a:t>Click to edit Master title style</a:t>
            </a:r>
            <a:endParaRPr lang="en-US" noProof="0"/>
          </a:p>
        </p:txBody>
      </p:sp>
      <p:sp>
        <p:nvSpPr>
          <p:cNvPr id="11"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331381745"/>
      </p:ext>
    </p:extLst>
  </p:cSld>
  <p:clrMapOvr>
    <a:masterClrMapping/>
  </p:clrMapOvr>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ntent slide three pictures above text">
    <p:spTree>
      <p:nvGrpSpPr>
        <p:cNvPr id="1" name=""/>
        <p:cNvGrpSpPr/>
        <p:nvPr/>
      </p:nvGrpSpPr>
      <p:grpSpPr>
        <a:xfrm>
          <a:off x="0" y="0"/>
          <a:ext cx="0" cy="0"/>
          <a:chOff x="0" y="0"/>
          <a:chExt cx="0" cy="0"/>
        </a:xfrm>
      </p:grpSpPr>
      <p:sp>
        <p:nvSpPr>
          <p:cNvPr id="26" name="Bildplatzhalter 24"/>
          <p:cNvSpPr>
            <a:spLocks noGrp="1"/>
          </p:cNvSpPr>
          <p:nvPr>
            <p:ph type="pic" sz="quarter" idx="18" hasCustomPrompt="1"/>
          </p:nvPr>
        </p:nvSpPr>
        <p:spPr bwMode="gray">
          <a:xfrm>
            <a:off x="1476375" y="1592263"/>
            <a:ext cx="1976399"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7" name="Bildplatzhalter 24"/>
          <p:cNvSpPr>
            <a:spLocks noGrp="1"/>
          </p:cNvSpPr>
          <p:nvPr>
            <p:ph type="pic" sz="quarter" idx="19" hasCustomPrompt="1"/>
          </p:nvPr>
        </p:nvSpPr>
        <p:spPr bwMode="gray">
          <a:xfrm>
            <a:off x="3583800" y="1592263"/>
            <a:ext cx="1976399"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8" name="Bildplatzhalter 24"/>
          <p:cNvSpPr>
            <a:spLocks noGrp="1"/>
          </p:cNvSpPr>
          <p:nvPr>
            <p:ph type="pic" sz="quarter" idx="20" hasCustomPrompt="1"/>
          </p:nvPr>
        </p:nvSpPr>
        <p:spPr bwMode="gray">
          <a:xfrm>
            <a:off x="5691225" y="1592263"/>
            <a:ext cx="1976399"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5" name="Textplatzhalter 14"/>
          <p:cNvSpPr>
            <a:spLocks noGrp="1"/>
          </p:cNvSpPr>
          <p:nvPr>
            <p:ph type="body" sz="quarter" idx="17"/>
          </p:nvPr>
        </p:nvSpPr>
        <p:spPr bwMode="gray">
          <a:xfrm>
            <a:off x="1476375" y="3968749"/>
            <a:ext cx="6191250" cy="2232025"/>
          </a:xfrm>
        </p:spPr>
        <p:txBody>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10" name="Title 9"/>
          <p:cNvSpPr>
            <a:spLocks noGrp="1"/>
          </p:cNvSpPr>
          <p:nvPr>
            <p:ph type="title"/>
          </p:nvPr>
        </p:nvSpPr>
        <p:spPr bwMode="gray"/>
        <p:txBody>
          <a:bodyPr/>
          <a:lstStyle/>
          <a:p>
            <a:r>
              <a:rPr lang="en-US" noProof="0" smtClean="0"/>
              <a:t>Click to edit Master title style</a:t>
            </a:r>
            <a:endParaRPr lang="en-US" noProof="0"/>
          </a:p>
        </p:txBody>
      </p:sp>
      <p:sp>
        <p:nvSpPr>
          <p:cNvPr id="12"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1959161741"/>
      </p:ext>
    </p:extLst>
  </p:cSld>
  <p:clrMapOvr>
    <a:masterClrMapping/>
  </p:clrMapOvr>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ntent slide four pictures">
    <p:spTree>
      <p:nvGrpSpPr>
        <p:cNvPr id="1" name=""/>
        <p:cNvGrpSpPr/>
        <p:nvPr/>
      </p:nvGrpSpPr>
      <p:grpSpPr>
        <a:xfrm>
          <a:off x="0" y="0"/>
          <a:ext cx="0" cy="0"/>
          <a:chOff x="0" y="0"/>
          <a:chExt cx="0" cy="0"/>
        </a:xfrm>
      </p:grpSpPr>
      <p:sp>
        <p:nvSpPr>
          <p:cNvPr id="23" name="Bildplatzhalter 24"/>
          <p:cNvSpPr>
            <a:spLocks noGrp="1"/>
          </p:cNvSpPr>
          <p:nvPr>
            <p:ph type="pic" sz="quarter" idx="19" hasCustomPrompt="1"/>
          </p:nvPr>
        </p:nvSpPr>
        <p:spPr bwMode="gray">
          <a:xfrm>
            <a:off x="1476375" y="1592263"/>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4" name="Bildplatzhalter 24"/>
          <p:cNvSpPr>
            <a:spLocks noGrp="1"/>
          </p:cNvSpPr>
          <p:nvPr>
            <p:ph type="pic" sz="quarter" idx="20" hasCustomPrompt="1"/>
          </p:nvPr>
        </p:nvSpPr>
        <p:spPr bwMode="gray">
          <a:xfrm>
            <a:off x="4643437" y="1592263"/>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5" name="Bildplatzhalter 24"/>
          <p:cNvSpPr>
            <a:spLocks noGrp="1"/>
          </p:cNvSpPr>
          <p:nvPr>
            <p:ph type="pic" sz="quarter" idx="21" hasCustomPrompt="1"/>
          </p:nvPr>
        </p:nvSpPr>
        <p:spPr bwMode="gray">
          <a:xfrm>
            <a:off x="1476375" y="3968750"/>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6" name="Bildplatzhalter 24"/>
          <p:cNvSpPr>
            <a:spLocks noGrp="1"/>
          </p:cNvSpPr>
          <p:nvPr>
            <p:ph type="pic" sz="quarter" idx="22" hasCustomPrompt="1"/>
          </p:nvPr>
        </p:nvSpPr>
        <p:spPr bwMode="gray">
          <a:xfrm>
            <a:off x="4643437" y="3968750"/>
            <a:ext cx="3024188"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0" name="Title 9"/>
          <p:cNvSpPr>
            <a:spLocks noGrp="1"/>
          </p:cNvSpPr>
          <p:nvPr>
            <p:ph type="title"/>
          </p:nvPr>
        </p:nvSpPr>
        <p:spPr bwMode="gray"/>
        <p:txBody>
          <a:bodyPr/>
          <a:lstStyle/>
          <a:p>
            <a:r>
              <a:rPr lang="en-US" noProof="0" smtClean="0"/>
              <a:t>Click to edit Master title style</a:t>
            </a:r>
            <a:endParaRPr lang="en-US" noProof="0"/>
          </a:p>
        </p:txBody>
      </p:sp>
      <p:sp>
        <p:nvSpPr>
          <p:cNvPr id="12"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948334113"/>
      </p:ext>
    </p:extLst>
  </p:cSld>
  <p:clrMapOvr>
    <a:masterClrMapping/>
  </p:clrMapOvr>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ent slide six pictures">
    <p:spTree>
      <p:nvGrpSpPr>
        <p:cNvPr id="1" name=""/>
        <p:cNvGrpSpPr/>
        <p:nvPr/>
      </p:nvGrpSpPr>
      <p:grpSpPr>
        <a:xfrm>
          <a:off x="0" y="0"/>
          <a:ext cx="0" cy="0"/>
          <a:chOff x="0" y="0"/>
          <a:chExt cx="0" cy="0"/>
        </a:xfrm>
      </p:grpSpPr>
      <p:sp>
        <p:nvSpPr>
          <p:cNvPr id="23" name="Bildplatzhalter 24"/>
          <p:cNvSpPr>
            <a:spLocks noGrp="1"/>
          </p:cNvSpPr>
          <p:nvPr>
            <p:ph type="pic" sz="quarter" idx="19" hasCustomPrompt="1"/>
          </p:nvPr>
        </p:nvSpPr>
        <p:spPr bwMode="gray">
          <a:xfrm>
            <a:off x="1476375" y="1592263"/>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4" name="Bildplatzhalter 24"/>
          <p:cNvSpPr>
            <a:spLocks noGrp="1"/>
          </p:cNvSpPr>
          <p:nvPr>
            <p:ph type="pic" sz="quarter" idx="20" hasCustomPrompt="1"/>
          </p:nvPr>
        </p:nvSpPr>
        <p:spPr bwMode="gray">
          <a:xfrm>
            <a:off x="3583801" y="1592263"/>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5" name="Bildplatzhalter 24"/>
          <p:cNvSpPr>
            <a:spLocks noGrp="1"/>
          </p:cNvSpPr>
          <p:nvPr>
            <p:ph type="pic" sz="quarter" idx="21" hasCustomPrompt="1"/>
          </p:nvPr>
        </p:nvSpPr>
        <p:spPr bwMode="gray">
          <a:xfrm>
            <a:off x="5691226" y="1592263"/>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26" name="Bildplatzhalter 24"/>
          <p:cNvSpPr>
            <a:spLocks noGrp="1"/>
          </p:cNvSpPr>
          <p:nvPr>
            <p:ph type="pic" sz="quarter" idx="22" hasCustomPrompt="1"/>
          </p:nvPr>
        </p:nvSpPr>
        <p:spPr bwMode="gray">
          <a:xfrm>
            <a:off x="5691226" y="3968750"/>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0" name="Bildplatzhalter 24"/>
          <p:cNvSpPr>
            <a:spLocks noGrp="1"/>
          </p:cNvSpPr>
          <p:nvPr>
            <p:ph type="pic" sz="quarter" idx="23" hasCustomPrompt="1"/>
          </p:nvPr>
        </p:nvSpPr>
        <p:spPr bwMode="gray">
          <a:xfrm>
            <a:off x="3583801" y="3968750"/>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1" name="Bildplatzhalter 24"/>
          <p:cNvSpPr>
            <a:spLocks noGrp="1"/>
          </p:cNvSpPr>
          <p:nvPr>
            <p:ph type="pic" sz="quarter" idx="24" hasCustomPrompt="1"/>
          </p:nvPr>
        </p:nvSpPr>
        <p:spPr bwMode="gray">
          <a:xfrm>
            <a:off x="1476375" y="3968750"/>
            <a:ext cx="1976400" cy="2232025"/>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13" name="Title 12"/>
          <p:cNvSpPr>
            <a:spLocks noGrp="1"/>
          </p:cNvSpPr>
          <p:nvPr>
            <p:ph type="title"/>
          </p:nvPr>
        </p:nvSpPr>
        <p:spPr bwMode="gray"/>
        <p:txBody>
          <a:bodyPr/>
          <a:lstStyle/>
          <a:p>
            <a:r>
              <a:rPr lang="en-US" noProof="0" smtClean="0"/>
              <a:t>Click to edit Master title style</a:t>
            </a:r>
            <a:endParaRPr lang="en-US" noProof="0"/>
          </a:p>
        </p:txBody>
      </p:sp>
      <p:sp>
        <p:nvSpPr>
          <p:cNvPr id="15"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1902151235"/>
      </p:ext>
    </p:extLst>
  </p:cSld>
  <p:clrMapOvr>
    <a:masterClrMapping/>
  </p:clrMapOvr>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 slide one picture">
    <p:spTree>
      <p:nvGrpSpPr>
        <p:cNvPr id="1" name=""/>
        <p:cNvGrpSpPr/>
        <p:nvPr/>
      </p:nvGrpSpPr>
      <p:grpSpPr>
        <a:xfrm>
          <a:off x="0" y="0"/>
          <a:ext cx="0" cy="0"/>
          <a:chOff x="0" y="0"/>
          <a:chExt cx="0" cy="0"/>
        </a:xfrm>
      </p:grpSpPr>
      <p:sp>
        <p:nvSpPr>
          <p:cNvPr id="14" name="Bildplatzhalter 24"/>
          <p:cNvSpPr>
            <a:spLocks noGrp="1"/>
          </p:cNvSpPr>
          <p:nvPr>
            <p:ph type="pic" sz="quarter" idx="22" hasCustomPrompt="1"/>
          </p:nvPr>
        </p:nvSpPr>
        <p:spPr bwMode="gray">
          <a:xfrm>
            <a:off x="215900" y="1592263"/>
            <a:ext cx="8712200" cy="4608512"/>
          </a:xfrm>
          <a:solidFill>
            <a:schemeClr val="bg2">
              <a:lumMod val="20000"/>
              <a:lumOff val="80000"/>
            </a:schemeClr>
          </a:solidFill>
        </p:spPr>
        <p:txBody>
          <a:bodyPr/>
          <a:lstStyle>
            <a:lvl1pPr>
              <a:buNone/>
              <a:defRPr baseline="0"/>
            </a:lvl1pPr>
          </a:lstStyle>
          <a:p>
            <a:r>
              <a:rPr lang="en-US" noProof="0" smtClean="0"/>
              <a:t> </a:t>
            </a:r>
            <a:endParaRPr lang="en-US" noProof="0"/>
          </a:p>
        </p:txBody>
      </p:sp>
      <p:sp>
        <p:nvSpPr>
          <p:cNvPr id="6" name="Title 5"/>
          <p:cNvSpPr>
            <a:spLocks noGrp="1"/>
          </p:cNvSpPr>
          <p:nvPr>
            <p:ph type="title"/>
          </p:nvPr>
        </p:nvSpPr>
        <p:spPr bwMode="gray"/>
        <p:txBody>
          <a:bodyPr/>
          <a:lstStyle/>
          <a:p>
            <a:r>
              <a:rPr lang="en-US" noProof="0" smtClean="0"/>
              <a:t>Click to edit Master title style</a:t>
            </a:r>
            <a:endParaRPr lang="en-US" noProof="0"/>
          </a:p>
        </p:txBody>
      </p:sp>
      <p:sp>
        <p:nvSpPr>
          <p:cNvPr id="9"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2024606122"/>
      </p:ext>
    </p:extLst>
  </p:cSld>
  <p:clrMapOvr>
    <a:masterClrMapping/>
  </p:clrMapOvr>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t slide bar graph">
    <p:spTree>
      <p:nvGrpSpPr>
        <p:cNvPr id="1" name=""/>
        <p:cNvGrpSpPr/>
        <p:nvPr/>
      </p:nvGrpSpPr>
      <p:grpSpPr>
        <a:xfrm>
          <a:off x="0" y="0"/>
          <a:ext cx="0" cy="0"/>
          <a:chOff x="0" y="0"/>
          <a:chExt cx="0" cy="0"/>
        </a:xfrm>
      </p:grpSpPr>
      <p:sp>
        <p:nvSpPr>
          <p:cNvPr id="14" name="Textplatzhalter 7"/>
          <p:cNvSpPr>
            <a:spLocks noGrp="1"/>
          </p:cNvSpPr>
          <p:nvPr>
            <p:ph type="body" sz="quarter" idx="12" hasCustomPrompt="1"/>
          </p:nvPr>
        </p:nvSpPr>
        <p:spPr bwMode="gray">
          <a:xfrm>
            <a:off x="1476375" y="1581149"/>
            <a:ext cx="7451725" cy="581025"/>
          </a:xfrm>
        </p:spPr>
        <p:txBody>
          <a:bodyPr>
            <a:normAutofit/>
          </a:bodyPr>
          <a:lstStyle>
            <a:lvl1pPr marL="179388" marR="0" indent="-179388" algn="l" defTabSz="914400" rtl="0" eaLnBrk="1" fontAlgn="auto" latinLnBrk="0" hangingPunct="1">
              <a:lnSpc>
                <a:spcPct val="100000"/>
              </a:lnSpc>
              <a:spcBef>
                <a:spcPts val="0"/>
              </a:spcBef>
              <a:spcAft>
                <a:spcPts val="0"/>
              </a:spcAft>
              <a:buClr>
                <a:schemeClr val="accent1"/>
              </a:buClr>
              <a:buSzTx/>
              <a:buFont typeface="Wingdings" pitchFamily="2" charset="2"/>
              <a:buNone/>
              <a:tabLst/>
              <a:defRPr sz="1400" b="1"/>
            </a:lvl1pPr>
          </a:lstStyle>
          <a:p>
            <a:pPr lvl="0"/>
            <a:r>
              <a:rPr lang="en-US" noProof="0" smtClean="0"/>
              <a:t>Click to insert graphic title</a:t>
            </a:r>
          </a:p>
        </p:txBody>
      </p:sp>
      <p:sp>
        <p:nvSpPr>
          <p:cNvPr id="16" name="Diagrammplatzhalter 15"/>
          <p:cNvSpPr>
            <a:spLocks noGrp="1"/>
          </p:cNvSpPr>
          <p:nvPr>
            <p:ph type="chart" sz="quarter" idx="18"/>
          </p:nvPr>
        </p:nvSpPr>
        <p:spPr bwMode="gray">
          <a:xfrm>
            <a:off x="1476375" y="2162175"/>
            <a:ext cx="7451725" cy="4038600"/>
          </a:xfrm>
        </p:spPr>
        <p:txBody>
          <a:bodyPr tIns="576000" anchor="ctr" anchorCtr="0"/>
          <a:lstStyle>
            <a:lvl1pPr algn="ctr">
              <a:buNone/>
              <a:defRPr sz="1000" b="0"/>
            </a:lvl1pPr>
          </a:lstStyle>
          <a:p>
            <a:endParaRPr lang="en-US" noProof="0"/>
          </a:p>
        </p:txBody>
      </p:sp>
      <p:sp>
        <p:nvSpPr>
          <p:cNvPr id="9" name="Title 8"/>
          <p:cNvSpPr>
            <a:spLocks noGrp="1"/>
          </p:cNvSpPr>
          <p:nvPr>
            <p:ph type="title"/>
          </p:nvPr>
        </p:nvSpPr>
        <p:spPr bwMode="gray"/>
        <p:txBody>
          <a:bodyPr/>
          <a:lstStyle/>
          <a:p>
            <a:r>
              <a:rPr lang="en-US" noProof="0" smtClean="0"/>
              <a:t>Click to edit Master title style</a:t>
            </a:r>
            <a:endParaRPr lang="en-US" noProof="0"/>
          </a:p>
        </p:txBody>
      </p:sp>
      <p:sp>
        <p:nvSpPr>
          <p:cNvPr id="10"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2629042953"/>
      </p:ext>
    </p:extLst>
  </p:cSld>
  <p:clrMapOvr>
    <a:masterClrMapping/>
  </p:clrMapOvr>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5" name="Title 4"/>
          <p:cNvSpPr>
            <a:spLocks noGrp="1"/>
          </p:cNvSpPr>
          <p:nvPr>
            <p:ph type="title"/>
          </p:nvPr>
        </p:nvSpPr>
        <p:spPr bwMode="gray"/>
        <p:txBody>
          <a:bodyPr/>
          <a:lstStyle/>
          <a:p>
            <a:r>
              <a:rPr lang="en-US" noProof="0" smtClean="0"/>
              <a:t>Click to edit Master title style</a:t>
            </a:r>
            <a:endParaRPr lang="en-US" noProof="0"/>
          </a:p>
        </p:txBody>
      </p:sp>
      <p:sp>
        <p:nvSpPr>
          <p:cNvPr id="8"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Tree>
    <p:extLst>
      <p:ext uri="{BB962C8B-B14F-4D97-AF65-F5344CB8AC3E}">
        <p14:creationId xmlns:p14="http://schemas.microsoft.com/office/powerpoint/2010/main" val="2632643231"/>
      </p:ext>
    </p:extLst>
  </p:cSld>
  <p:clrMapOvr>
    <a:masterClrMapping/>
  </p:clrMapOvr>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2" name="Rectangle 3"/>
          <p:cNvSpPr>
            <a:spLocks noChangeArrowheads="1"/>
          </p:cNvSpPr>
          <p:nvPr/>
        </p:nvSpPr>
        <p:spPr bwMode="gray">
          <a:xfrm>
            <a:off x="0" y="0"/>
            <a:ext cx="9144000" cy="6858000"/>
          </a:xfrm>
          <a:prstGeom prst="rect">
            <a:avLst/>
          </a:prstGeom>
          <a:noFill/>
          <a:ln w="9525" algn="ctr">
            <a:noFill/>
            <a:miter lim="800000"/>
            <a:headEnd/>
            <a:tailEnd/>
          </a:ln>
          <a:effectLst/>
        </p:spPr>
        <p:txBody>
          <a:bodyPr wrap="none" lIns="0" tIns="0" rIns="0" bIns="0" anchor="ctr"/>
          <a:lstStyle/>
          <a:p>
            <a:pPr fontAlgn="auto">
              <a:spcBef>
                <a:spcPts val="0"/>
              </a:spcBef>
              <a:spcAft>
                <a:spcPts val="0"/>
              </a:spcAft>
              <a:defRPr/>
            </a:pPr>
            <a:endParaRPr lang="en-US" noProof="0">
              <a:latin typeface="+mn-lt"/>
            </a:endParaRPr>
          </a:p>
        </p:txBody>
      </p:sp>
      <p:sp>
        <p:nvSpPr>
          <p:cNvPr id="5" name="Rectangle 3"/>
          <p:cNvSpPr>
            <a:spLocks noChangeArrowheads="1"/>
          </p:cNvSpPr>
          <p:nvPr/>
        </p:nvSpPr>
        <p:spPr bwMode="gray">
          <a:xfrm>
            <a:off x="0" y="0"/>
            <a:ext cx="9144000" cy="6858000"/>
          </a:xfrm>
          <a:prstGeom prst="rect">
            <a:avLst/>
          </a:prstGeom>
          <a:noFill/>
          <a:ln w="9525" algn="ctr">
            <a:noFill/>
            <a:miter lim="800000"/>
            <a:headEnd/>
            <a:tailEnd/>
          </a:ln>
          <a:effectLst/>
        </p:spPr>
        <p:txBody>
          <a:bodyPr wrap="none" lIns="0" tIns="0" rIns="0" bIns="0" anchor="ctr"/>
          <a:lstStyle/>
          <a:p>
            <a:pPr fontAlgn="auto">
              <a:spcBef>
                <a:spcPts val="0"/>
              </a:spcBef>
              <a:spcAft>
                <a:spcPts val="0"/>
              </a:spcAft>
              <a:defRPr/>
            </a:pPr>
            <a:endParaRPr lang="en-US" noProof="0">
              <a:latin typeface="+mn-lt"/>
            </a:endParaRPr>
          </a:p>
        </p:txBody>
      </p:sp>
      <p:grpSp>
        <p:nvGrpSpPr>
          <p:cNvPr id="8" name="Group 275"/>
          <p:cNvGrpSpPr>
            <a:grpSpLocks/>
          </p:cNvGrpSpPr>
          <p:nvPr userDrawn="1"/>
        </p:nvGrpSpPr>
        <p:grpSpPr bwMode="gray">
          <a:xfrm>
            <a:off x="-215900" y="225425"/>
            <a:ext cx="71437" cy="5972175"/>
            <a:chOff x="-152" y="142"/>
            <a:chExt cx="113" cy="3762"/>
          </a:xfrm>
        </p:grpSpPr>
        <p:sp>
          <p:nvSpPr>
            <p:cNvPr id="9"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0"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4"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5" name="Group 282"/>
          <p:cNvGrpSpPr>
            <a:grpSpLocks/>
          </p:cNvGrpSpPr>
          <p:nvPr userDrawn="1"/>
        </p:nvGrpSpPr>
        <p:grpSpPr bwMode="gray">
          <a:xfrm>
            <a:off x="215900" y="6992938"/>
            <a:ext cx="8709025" cy="71437"/>
            <a:chOff x="136" y="4346"/>
            <a:chExt cx="5486" cy="113"/>
          </a:xfrm>
        </p:grpSpPr>
        <p:sp>
          <p:nvSpPr>
            <p:cNvPr id="16"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7"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8"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9"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3" name="Group 290"/>
          <p:cNvGrpSpPr>
            <a:grpSpLocks/>
          </p:cNvGrpSpPr>
          <p:nvPr userDrawn="1"/>
        </p:nvGrpSpPr>
        <p:grpSpPr bwMode="gray">
          <a:xfrm>
            <a:off x="215900" y="-171450"/>
            <a:ext cx="8709025" cy="71437"/>
            <a:chOff x="136" y="4346"/>
            <a:chExt cx="5486" cy="113"/>
          </a:xfrm>
        </p:grpSpPr>
        <p:sp>
          <p:nvSpPr>
            <p:cNvPr id="24"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5"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6"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7"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1" name="Group 298"/>
          <p:cNvGrpSpPr>
            <a:grpSpLocks/>
          </p:cNvGrpSpPr>
          <p:nvPr userDrawn="1"/>
        </p:nvGrpSpPr>
        <p:grpSpPr bwMode="gray">
          <a:xfrm>
            <a:off x="9288463" y="225425"/>
            <a:ext cx="71437" cy="5972175"/>
            <a:chOff x="-152" y="142"/>
            <a:chExt cx="113" cy="3762"/>
          </a:xfrm>
        </p:grpSpPr>
        <p:sp>
          <p:nvSpPr>
            <p:cNvPr id="32"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3"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4"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5"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41" name="Picture 4" descr="ABB1ClaimL_rgb300_100mmLIGHT Copy"/>
          <p:cNvPicPr>
            <a:picLocks noChangeAspect="1" noChangeArrowheads="1"/>
          </p:cNvPicPr>
          <p:nvPr userDrawn="1"/>
        </p:nvPicPr>
        <p:blipFill>
          <a:blip r:embed="rId2"/>
          <a:srcRect/>
          <a:stretch>
            <a:fillRect/>
          </a:stretch>
        </p:blipFill>
        <p:spPr bwMode="gray">
          <a:xfrm>
            <a:off x="582613" y="2635250"/>
            <a:ext cx="7986713" cy="1179513"/>
          </a:xfrm>
          <a:prstGeom prst="rect">
            <a:avLst/>
          </a:prstGeom>
          <a:noFill/>
        </p:spPr>
      </p:pic>
    </p:spTree>
    <p:extLst>
      <p:ext uri="{BB962C8B-B14F-4D97-AF65-F5344CB8AC3E}">
        <p14:creationId xmlns:p14="http://schemas.microsoft.com/office/powerpoint/2010/main" val="134906574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hyperlink" Target="http://www.abb.com/measurement" TargetMode="Externa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18" Type="http://schemas.openxmlformats.org/officeDocument/2006/relationships/slideLayout" Target="../slideLayouts/slideLayout39.xml"/><Relationship Id="rId3" Type="http://schemas.openxmlformats.org/officeDocument/2006/relationships/slideLayout" Target="../slideLayouts/slideLayout24.xml"/><Relationship Id="rId21" Type="http://schemas.openxmlformats.org/officeDocument/2006/relationships/theme" Target="../theme/theme2.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hyperlink" Target="http://www.abb.com/measurement" TargetMode="External"/><Relationship Id="rId10" Type="http://schemas.openxmlformats.org/officeDocument/2006/relationships/slideLayout" Target="../slideLayouts/slideLayout31.xml"/><Relationship Id="rId19" Type="http://schemas.openxmlformats.org/officeDocument/2006/relationships/slideLayout" Target="../slideLayouts/slideLayout40.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slideLayout" Target="../slideLayouts/slideLayout59.xml"/><Relationship Id="rId3" Type="http://schemas.openxmlformats.org/officeDocument/2006/relationships/slideLayout" Target="../slideLayouts/slideLayout44.xml"/><Relationship Id="rId21" Type="http://schemas.openxmlformats.org/officeDocument/2006/relationships/theme" Target="../theme/theme3.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hyperlink" Target="http://www.abb.com/measurement" TargetMode="External"/><Relationship Id="rId10" Type="http://schemas.openxmlformats.org/officeDocument/2006/relationships/slideLayout" Target="../slideLayouts/slideLayout51.xml"/><Relationship Id="rId19" Type="http://schemas.openxmlformats.org/officeDocument/2006/relationships/slideLayout" Target="../slideLayouts/slideLayout60.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image" Target="../media/image1.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18" Type="http://schemas.openxmlformats.org/officeDocument/2006/relationships/slideLayout" Target="../slideLayouts/slideLayout79.xml"/><Relationship Id="rId3" Type="http://schemas.openxmlformats.org/officeDocument/2006/relationships/slideLayout" Target="../slideLayouts/slideLayout64.xml"/><Relationship Id="rId21" Type="http://schemas.openxmlformats.org/officeDocument/2006/relationships/theme" Target="../theme/theme4.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 Type="http://schemas.openxmlformats.org/officeDocument/2006/relationships/slideLayout" Target="../slideLayouts/slideLayout63.xml"/><Relationship Id="rId16" Type="http://schemas.openxmlformats.org/officeDocument/2006/relationships/slideLayout" Target="../slideLayouts/slideLayout77.xml"/><Relationship Id="rId20" Type="http://schemas.openxmlformats.org/officeDocument/2006/relationships/slideLayout" Target="../slideLayouts/slideLayout81.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23" Type="http://schemas.openxmlformats.org/officeDocument/2006/relationships/hyperlink" Target="http://www.abb.com/measurement" TargetMode="External"/><Relationship Id="rId10" Type="http://schemas.openxmlformats.org/officeDocument/2006/relationships/slideLayout" Target="../slideLayouts/slideLayout71.xml"/><Relationship Id="rId19" Type="http://schemas.openxmlformats.org/officeDocument/2006/relationships/slideLayout" Target="../slideLayouts/slideLayout80.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1027" name="Titelplatzhalter 1"/>
          <p:cNvSpPr>
            <a:spLocks noGrp="1"/>
          </p:cNvSpPr>
          <p:nvPr>
            <p:ph type="title"/>
          </p:nvPr>
        </p:nvSpPr>
        <p:spPr bwMode="gray">
          <a:xfrm>
            <a:off x="0" y="0"/>
            <a:ext cx="9144000" cy="1592263"/>
          </a:xfrm>
          <a:prstGeom prst="rect">
            <a:avLst/>
          </a:prstGeom>
          <a:noFill/>
          <a:ln w="9525">
            <a:noFill/>
            <a:miter lim="800000"/>
            <a:headEnd/>
            <a:tailEnd/>
          </a:ln>
        </p:spPr>
        <p:txBody>
          <a:bodyPr vert="horz" wrap="square" lIns="187200" tIns="313200" rIns="216000" bIns="0" numCol="1" anchor="t" anchorCtr="0" compatLnSpc="1">
            <a:prstTxWarp prst="textNoShape">
              <a:avLst/>
            </a:prstTxWarp>
          </a:bodyPr>
          <a:lstStyle/>
          <a:p>
            <a:pPr lvl="0"/>
            <a:endParaRPr lang="en-US" noProof="0" smtClean="0"/>
          </a:p>
        </p:txBody>
      </p:sp>
      <p:sp>
        <p:nvSpPr>
          <p:cNvPr id="1028" name="Textplatzhalter 2"/>
          <p:cNvSpPr>
            <a:spLocks noGrp="1"/>
          </p:cNvSpPr>
          <p:nvPr>
            <p:ph type="body" idx="1"/>
          </p:nvPr>
        </p:nvSpPr>
        <p:spPr bwMode="gray">
          <a:xfrm>
            <a:off x="1476375" y="1592263"/>
            <a:ext cx="6191250" cy="460851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grpSp>
        <p:nvGrpSpPr>
          <p:cNvPr id="9" name="Group 275"/>
          <p:cNvGrpSpPr>
            <a:grpSpLocks/>
          </p:cNvGrpSpPr>
          <p:nvPr/>
        </p:nvGrpSpPr>
        <p:grpSpPr bwMode="gray">
          <a:xfrm>
            <a:off x="-215900" y="225425"/>
            <a:ext cx="71437" cy="5972175"/>
            <a:chOff x="-152" y="142"/>
            <a:chExt cx="113" cy="3762"/>
          </a:xfrm>
        </p:grpSpPr>
        <p:sp>
          <p:nvSpPr>
            <p:cNvPr id="10"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4"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5"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6" name="Group 282"/>
          <p:cNvGrpSpPr>
            <a:grpSpLocks/>
          </p:cNvGrpSpPr>
          <p:nvPr/>
        </p:nvGrpSpPr>
        <p:grpSpPr bwMode="gray">
          <a:xfrm>
            <a:off x="215900" y="6992938"/>
            <a:ext cx="8709025" cy="71437"/>
            <a:chOff x="136" y="4346"/>
            <a:chExt cx="5486" cy="113"/>
          </a:xfrm>
        </p:grpSpPr>
        <p:sp>
          <p:nvSpPr>
            <p:cNvPr id="17"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8"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9"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4" name="Group 290"/>
          <p:cNvGrpSpPr>
            <a:grpSpLocks/>
          </p:cNvGrpSpPr>
          <p:nvPr/>
        </p:nvGrpSpPr>
        <p:grpSpPr bwMode="gray">
          <a:xfrm>
            <a:off x="215900" y="-171450"/>
            <a:ext cx="8709025" cy="71437"/>
            <a:chOff x="136" y="4346"/>
            <a:chExt cx="5486" cy="113"/>
          </a:xfrm>
        </p:grpSpPr>
        <p:sp>
          <p:nvSpPr>
            <p:cNvPr id="25"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6"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7"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2" name="Group 298"/>
          <p:cNvGrpSpPr>
            <a:grpSpLocks/>
          </p:cNvGrpSpPr>
          <p:nvPr/>
        </p:nvGrpSpPr>
        <p:grpSpPr bwMode="gray">
          <a:xfrm>
            <a:off x="9288463" y="225425"/>
            <a:ext cx="71437" cy="5972175"/>
            <a:chOff x="-152" y="142"/>
            <a:chExt cx="113" cy="3762"/>
          </a:xfrm>
        </p:grpSpPr>
        <p:sp>
          <p:nvSpPr>
            <p:cNvPr id="33"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4"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5"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39" name="Picture 3" descr="ABB2logo RGB"/>
          <p:cNvPicPr>
            <a:picLocks noChangeAspect="1" noChangeArrowheads="1"/>
          </p:cNvPicPr>
          <p:nvPr/>
        </p:nvPicPr>
        <p:blipFill>
          <a:blip r:embed="rId23" cstate="print"/>
          <a:srcRect l="62511"/>
          <a:stretch>
            <a:fillRect/>
          </a:stretch>
        </p:blipFill>
        <p:spPr bwMode="gray">
          <a:xfrm>
            <a:off x="8243888" y="6392863"/>
            <a:ext cx="673100" cy="252412"/>
          </a:xfrm>
          <a:prstGeom prst="rect">
            <a:avLst/>
          </a:prstGeom>
          <a:noFill/>
          <a:ln w="9525">
            <a:noFill/>
            <a:miter lim="800000"/>
            <a:headEnd/>
            <a:tailEnd/>
          </a:ln>
        </p:spPr>
      </p:pic>
      <p:sp>
        <p:nvSpPr>
          <p:cNvPr id="41"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2" name="Fußzeilenplatzhalter 1">
            <a:hlinkClick r:id="rId24"/>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43"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cSld>
  <p:clrMap bg1="lt1" tx1="dk1" bg2="lt2" tx2="dk2" accent1="accent1" accent2="accent2" accent3="accent3" accent4="accent4" accent5="accent5" accent6="accent6" hlink="hlink" folHlink="folHlink"/>
  <p:sldLayoutIdLst>
    <p:sldLayoutId id="2147483895" r:id="rId1"/>
    <p:sldLayoutId id="2147483972" r:id="rId2"/>
    <p:sldLayoutId id="2147483973" r:id="rId3"/>
    <p:sldLayoutId id="2147483898" r:id="rId4"/>
    <p:sldLayoutId id="2147483899" r:id="rId5"/>
    <p:sldLayoutId id="2147483864" r:id="rId6"/>
    <p:sldLayoutId id="2147483908" r:id="rId7"/>
    <p:sldLayoutId id="2147483860" r:id="rId8"/>
    <p:sldLayoutId id="2147483859" r:id="rId9"/>
    <p:sldLayoutId id="2147483903" r:id="rId10"/>
    <p:sldLayoutId id="2147483907" r:id="rId11"/>
    <p:sldLayoutId id="2147483863" r:id="rId12"/>
    <p:sldLayoutId id="2147483862" r:id="rId13"/>
    <p:sldLayoutId id="2147483861" r:id="rId14"/>
    <p:sldLayoutId id="2147483858" r:id="rId15"/>
    <p:sldLayoutId id="2147483904" r:id="rId16"/>
    <p:sldLayoutId id="2147483857" r:id="rId17"/>
    <p:sldLayoutId id="2147483855" r:id="rId18"/>
    <p:sldLayoutId id="2147483906" r:id="rId19"/>
    <p:sldLayoutId id="2147483902" r:id="rId20"/>
    <p:sldLayoutId id="2147484100" r:id="rId21"/>
  </p:sldLayoutIdLst>
  <p:timing>
    <p:tnLst>
      <p:par>
        <p:cTn id="1" dur="indefinite" restart="never" nodeType="tmRoot"/>
      </p:par>
    </p:tnLst>
  </p:timing>
  <p:hf hdr="0" ftr="0" dt="0"/>
  <p:txStyles>
    <p:titleStyle>
      <a:lvl1pPr algn="l" rtl="0" eaLnBrk="1" fontAlgn="base" hangingPunct="1">
        <a:lnSpc>
          <a:spcPct val="90000"/>
        </a:lnSpc>
        <a:spcBef>
          <a:spcPct val="0"/>
        </a:spcBef>
        <a:spcAft>
          <a:spcPct val="0"/>
        </a:spcAft>
        <a:defRPr lang="de-DE" sz="2800" kern="1200" dirty="0">
          <a:solidFill>
            <a:schemeClr val="tx2"/>
          </a:solidFill>
          <a:latin typeface="Arial" pitchFamily="34" charset="0"/>
          <a:ea typeface="+mj-ea"/>
          <a:cs typeface="Arial" pitchFamily="34" charset="0"/>
        </a:defRPr>
      </a:lvl1pPr>
      <a:lvl2pPr algn="l" rtl="0" eaLnBrk="1" fontAlgn="base" hangingPunct="1">
        <a:lnSpc>
          <a:spcPct val="90000"/>
        </a:lnSpc>
        <a:spcBef>
          <a:spcPct val="0"/>
        </a:spcBef>
        <a:spcAft>
          <a:spcPct val="0"/>
        </a:spcAft>
        <a:defRPr sz="2800">
          <a:solidFill>
            <a:schemeClr val="tx2"/>
          </a:solidFill>
          <a:latin typeface="Arial" charset="0"/>
          <a:cs typeface="Arial" charset="0"/>
        </a:defRPr>
      </a:lvl2pPr>
      <a:lvl3pPr algn="l" rtl="0" eaLnBrk="1" fontAlgn="base" hangingPunct="1">
        <a:lnSpc>
          <a:spcPct val="90000"/>
        </a:lnSpc>
        <a:spcBef>
          <a:spcPct val="0"/>
        </a:spcBef>
        <a:spcAft>
          <a:spcPct val="0"/>
        </a:spcAft>
        <a:defRPr sz="2800">
          <a:solidFill>
            <a:schemeClr val="tx2"/>
          </a:solidFill>
          <a:latin typeface="Arial" charset="0"/>
          <a:cs typeface="Arial" charset="0"/>
        </a:defRPr>
      </a:lvl3pPr>
      <a:lvl4pPr algn="l" rtl="0" eaLnBrk="1" fontAlgn="base" hangingPunct="1">
        <a:lnSpc>
          <a:spcPct val="90000"/>
        </a:lnSpc>
        <a:spcBef>
          <a:spcPct val="0"/>
        </a:spcBef>
        <a:spcAft>
          <a:spcPct val="0"/>
        </a:spcAft>
        <a:defRPr sz="2800">
          <a:solidFill>
            <a:schemeClr val="tx2"/>
          </a:solidFill>
          <a:latin typeface="Arial" charset="0"/>
          <a:cs typeface="Arial" charset="0"/>
        </a:defRPr>
      </a:lvl4pPr>
      <a:lvl5pPr algn="l" rtl="0" eaLnBrk="1" fontAlgn="base" hangingPunct="1">
        <a:lnSpc>
          <a:spcPct val="90000"/>
        </a:lnSpc>
        <a:spcBef>
          <a:spcPct val="0"/>
        </a:spcBef>
        <a:spcAft>
          <a:spcPct val="0"/>
        </a:spcAft>
        <a:defRPr sz="2800">
          <a:solidFill>
            <a:schemeClr val="tx2"/>
          </a:solidFill>
          <a:latin typeface="Arial" charset="0"/>
          <a:cs typeface="Arial" charset="0"/>
        </a:defRPr>
      </a:lvl5pPr>
      <a:lvl6pPr marL="457200" algn="l" rtl="0" eaLnBrk="1" fontAlgn="base" hangingPunct="1">
        <a:lnSpc>
          <a:spcPct val="90000"/>
        </a:lnSpc>
        <a:spcBef>
          <a:spcPct val="0"/>
        </a:spcBef>
        <a:spcAft>
          <a:spcPct val="0"/>
        </a:spcAft>
        <a:defRPr sz="2800">
          <a:solidFill>
            <a:schemeClr val="tx2"/>
          </a:solidFill>
          <a:latin typeface="Arial" charset="0"/>
          <a:cs typeface="Arial" charset="0"/>
        </a:defRPr>
      </a:lvl6pPr>
      <a:lvl7pPr marL="914400" algn="l" rtl="0" eaLnBrk="1" fontAlgn="base" hangingPunct="1">
        <a:lnSpc>
          <a:spcPct val="90000"/>
        </a:lnSpc>
        <a:spcBef>
          <a:spcPct val="0"/>
        </a:spcBef>
        <a:spcAft>
          <a:spcPct val="0"/>
        </a:spcAft>
        <a:defRPr sz="2800">
          <a:solidFill>
            <a:schemeClr val="tx2"/>
          </a:solidFill>
          <a:latin typeface="Arial" charset="0"/>
          <a:cs typeface="Arial" charset="0"/>
        </a:defRPr>
      </a:lvl7pPr>
      <a:lvl8pPr marL="1371600" algn="l" rtl="0" eaLnBrk="1" fontAlgn="base" hangingPunct="1">
        <a:lnSpc>
          <a:spcPct val="90000"/>
        </a:lnSpc>
        <a:spcBef>
          <a:spcPct val="0"/>
        </a:spcBef>
        <a:spcAft>
          <a:spcPct val="0"/>
        </a:spcAft>
        <a:defRPr sz="2800">
          <a:solidFill>
            <a:schemeClr val="tx2"/>
          </a:solidFill>
          <a:latin typeface="Arial" charset="0"/>
          <a:cs typeface="Arial" charset="0"/>
        </a:defRPr>
      </a:lvl8pPr>
      <a:lvl9pPr marL="1828800" algn="l" rtl="0" eaLnBrk="1" fontAlgn="base" hangingPunct="1">
        <a:lnSpc>
          <a:spcPct val="90000"/>
        </a:lnSpc>
        <a:spcBef>
          <a:spcPct val="0"/>
        </a:spcBef>
        <a:spcAft>
          <a:spcPct val="0"/>
        </a:spcAft>
        <a:defRPr sz="2800">
          <a:solidFill>
            <a:schemeClr val="tx2"/>
          </a:solidFill>
          <a:latin typeface="Arial" charset="0"/>
          <a:cs typeface="Arial" charset="0"/>
        </a:defRPr>
      </a:lvl9pPr>
    </p:titleStyle>
    <p:bodyStyle>
      <a:lvl1pPr marL="179388" indent="-179388"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1pPr>
      <a:lvl2pPr marL="355600" indent="-177800"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2pPr>
      <a:lvl3pPr marL="533400" indent="-177800"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3pPr>
      <a:lvl4pPr marL="723900" indent="-190500" algn="l" rtl="0" eaLnBrk="1" fontAlgn="base" hangingPunct="1">
        <a:spcBef>
          <a:spcPts val="1100"/>
        </a:spcBef>
        <a:spcAft>
          <a:spcPct val="0"/>
        </a:spcAft>
        <a:buClr>
          <a:schemeClr val="tx2"/>
        </a:buClr>
        <a:buSzPct val="70000"/>
        <a:buFont typeface="Arial" pitchFamily="34" charset="0"/>
        <a:buChar char="•"/>
        <a:defRPr sz="1600" b="0" kern="1200">
          <a:solidFill>
            <a:schemeClr val="tx1"/>
          </a:solidFill>
          <a:latin typeface="Arial" pitchFamily="34" charset="0"/>
          <a:ea typeface="+mn-ea"/>
          <a:cs typeface="Arial" pitchFamily="34" charset="0"/>
        </a:defRPr>
      </a:lvl4pPr>
      <a:lvl5pPr marL="901700" indent="-177800" algn="l" rtl="0" eaLnBrk="1" fontAlgn="base" hangingPunct="1">
        <a:spcBef>
          <a:spcPts val="1100"/>
        </a:spcBef>
        <a:spcAft>
          <a:spcPct val="0"/>
        </a:spcAft>
        <a:buClr>
          <a:schemeClr val="accent1"/>
        </a:buClr>
        <a:buSzPct val="70000"/>
        <a:buFont typeface="Arial" pitchFamily="34" charset="0"/>
        <a:buChar char="•"/>
        <a:defRPr sz="1600" b="1" kern="1200">
          <a:solidFill>
            <a:schemeClr val="tx1"/>
          </a:solidFill>
          <a:latin typeface="Arial" pitchFamily="34" charset="0"/>
          <a:ea typeface="+mn-ea"/>
          <a:cs typeface="Arial" pitchFamily="34" charset="0"/>
        </a:defRPr>
      </a:lvl5pPr>
      <a:lvl6pPr marL="0" indent="0" algn="l" defTabSz="914400" rtl="0" eaLnBrk="1" latinLnBrk="0" hangingPunct="1">
        <a:spcBef>
          <a:spcPts val="1100"/>
        </a:spcBef>
        <a:buFont typeface="Arial" pitchFamily="34" charset="0"/>
        <a:buNone/>
        <a:defRPr sz="1600" b="1" kern="1200" baseline="0">
          <a:solidFill>
            <a:schemeClr val="accent1"/>
          </a:solidFill>
          <a:latin typeface="+mn-lt"/>
          <a:ea typeface="+mn-ea"/>
          <a:cs typeface="+mn-cs"/>
        </a:defRPr>
      </a:lvl6pPr>
      <a:lvl7pPr marL="0" indent="0" algn="l" defTabSz="914400" rtl="0" eaLnBrk="1" latinLnBrk="0" hangingPunct="1">
        <a:spcBef>
          <a:spcPts val="1100"/>
        </a:spcBef>
        <a:buFont typeface="Arial" pitchFamily="34" charset="0"/>
        <a:buNone/>
        <a:defRPr sz="1600" b="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1027" name="Titelplatzhalter 1"/>
          <p:cNvSpPr>
            <a:spLocks noGrp="1"/>
          </p:cNvSpPr>
          <p:nvPr>
            <p:ph type="title"/>
          </p:nvPr>
        </p:nvSpPr>
        <p:spPr bwMode="gray">
          <a:xfrm>
            <a:off x="0" y="0"/>
            <a:ext cx="9144000" cy="1592263"/>
          </a:xfrm>
          <a:prstGeom prst="rect">
            <a:avLst/>
          </a:prstGeom>
          <a:noFill/>
          <a:ln w="9525">
            <a:noFill/>
            <a:miter lim="800000"/>
            <a:headEnd/>
            <a:tailEnd/>
          </a:ln>
        </p:spPr>
        <p:txBody>
          <a:bodyPr vert="horz" wrap="square" lIns="187200" tIns="313200" rIns="216000" bIns="0" numCol="1" anchor="t" anchorCtr="0" compatLnSpc="1">
            <a:prstTxWarp prst="textNoShape">
              <a:avLst/>
            </a:prstTxWarp>
          </a:bodyPr>
          <a:lstStyle/>
          <a:p>
            <a:pPr lvl="0"/>
            <a:endParaRPr lang="en-US" noProof="0" smtClean="0"/>
          </a:p>
        </p:txBody>
      </p:sp>
      <p:sp>
        <p:nvSpPr>
          <p:cNvPr id="1028" name="Textplatzhalter 2"/>
          <p:cNvSpPr>
            <a:spLocks noGrp="1"/>
          </p:cNvSpPr>
          <p:nvPr>
            <p:ph type="body" idx="1"/>
          </p:nvPr>
        </p:nvSpPr>
        <p:spPr bwMode="gray">
          <a:xfrm>
            <a:off x="1476375" y="1592263"/>
            <a:ext cx="6191250" cy="460851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p>
        </p:txBody>
      </p:sp>
      <p:grpSp>
        <p:nvGrpSpPr>
          <p:cNvPr id="9" name="Group 275"/>
          <p:cNvGrpSpPr>
            <a:grpSpLocks/>
          </p:cNvGrpSpPr>
          <p:nvPr/>
        </p:nvGrpSpPr>
        <p:grpSpPr bwMode="gray">
          <a:xfrm>
            <a:off x="-215900" y="225425"/>
            <a:ext cx="71437" cy="5972175"/>
            <a:chOff x="-152" y="142"/>
            <a:chExt cx="113" cy="3762"/>
          </a:xfrm>
        </p:grpSpPr>
        <p:sp>
          <p:nvSpPr>
            <p:cNvPr id="10"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4"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5"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6" name="Group 282"/>
          <p:cNvGrpSpPr>
            <a:grpSpLocks/>
          </p:cNvGrpSpPr>
          <p:nvPr/>
        </p:nvGrpSpPr>
        <p:grpSpPr bwMode="gray">
          <a:xfrm>
            <a:off x="215900" y="6992938"/>
            <a:ext cx="8709025" cy="71437"/>
            <a:chOff x="136" y="4346"/>
            <a:chExt cx="5486" cy="113"/>
          </a:xfrm>
        </p:grpSpPr>
        <p:sp>
          <p:nvSpPr>
            <p:cNvPr id="17"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8"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9"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4" name="Group 290"/>
          <p:cNvGrpSpPr>
            <a:grpSpLocks/>
          </p:cNvGrpSpPr>
          <p:nvPr/>
        </p:nvGrpSpPr>
        <p:grpSpPr bwMode="gray">
          <a:xfrm>
            <a:off x="215900" y="-171450"/>
            <a:ext cx="8709025" cy="71437"/>
            <a:chOff x="136" y="4346"/>
            <a:chExt cx="5486" cy="113"/>
          </a:xfrm>
        </p:grpSpPr>
        <p:sp>
          <p:nvSpPr>
            <p:cNvPr id="25"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6"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7"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2" name="Group 298"/>
          <p:cNvGrpSpPr>
            <a:grpSpLocks/>
          </p:cNvGrpSpPr>
          <p:nvPr/>
        </p:nvGrpSpPr>
        <p:grpSpPr bwMode="gray">
          <a:xfrm>
            <a:off x="9288463" y="225425"/>
            <a:ext cx="71437" cy="5972175"/>
            <a:chOff x="-152" y="142"/>
            <a:chExt cx="113" cy="3762"/>
          </a:xfrm>
        </p:grpSpPr>
        <p:sp>
          <p:nvSpPr>
            <p:cNvPr id="33"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4"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5"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39" name="Picture 3" descr="ABB2logo RGB"/>
          <p:cNvPicPr>
            <a:picLocks noChangeAspect="1" noChangeArrowheads="1"/>
          </p:cNvPicPr>
          <p:nvPr/>
        </p:nvPicPr>
        <p:blipFill>
          <a:blip r:embed="rId22" cstate="print"/>
          <a:srcRect l="62511"/>
          <a:stretch>
            <a:fillRect/>
          </a:stretch>
        </p:blipFill>
        <p:spPr bwMode="gray">
          <a:xfrm>
            <a:off x="8243888" y="6392863"/>
            <a:ext cx="673100" cy="252412"/>
          </a:xfrm>
          <a:prstGeom prst="rect">
            <a:avLst/>
          </a:prstGeom>
          <a:noFill/>
          <a:ln w="9525">
            <a:noFill/>
            <a:miter lim="800000"/>
            <a:headEnd/>
            <a:tailEnd/>
          </a:ln>
        </p:spPr>
      </p:pic>
      <p:sp>
        <p:nvSpPr>
          <p:cNvPr id="42"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3" name="Fußzeilenplatzhalter 1">
            <a:hlinkClick r:id="rId23"/>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40"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extLst>
      <p:ext uri="{BB962C8B-B14F-4D97-AF65-F5344CB8AC3E}">
        <p14:creationId xmlns:p14="http://schemas.microsoft.com/office/powerpoint/2010/main" val="4278227551"/>
      </p:ext>
    </p:extLst>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 id="2147484049" r:id="rId12"/>
    <p:sldLayoutId id="2147484050" r:id="rId13"/>
    <p:sldLayoutId id="2147484051" r:id="rId14"/>
    <p:sldLayoutId id="2147484052" r:id="rId15"/>
    <p:sldLayoutId id="2147484053" r:id="rId16"/>
    <p:sldLayoutId id="2147484054" r:id="rId17"/>
    <p:sldLayoutId id="2147484055" r:id="rId18"/>
    <p:sldLayoutId id="2147484056" r:id="rId19"/>
    <p:sldLayoutId id="2147484057" r:id="rId20"/>
  </p:sldLayoutIdLst>
  <p:timing>
    <p:tnLst>
      <p:par>
        <p:cTn id="1" dur="indefinite" restart="never" nodeType="tmRoot"/>
      </p:par>
    </p:tnLst>
  </p:timing>
  <p:hf hdr="0" ftr="0" dt="0"/>
  <p:txStyles>
    <p:titleStyle>
      <a:lvl1pPr algn="l" rtl="0" fontAlgn="base">
        <a:lnSpc>
          <a:spcPct val="90000"/>
        </a:lnSpc>
        <a:spcBef>
          <a:spcPct val="0"/>
        </a:spcBef>
        <a:spcAft>
          <a:spcPct val="0"/>
        </a:spcAft>
        <a:defRPr lang="de-DE" sz="2800" kern="1200" dirty="0">
          <a:solidFill>
            <a:schemeClr val="tx2"/>
          </a:solidFill>
          <a:latin typeface="Arial" pitchFamily="34" charset="0"/>
          <a:ea typeface="+mj-ea"/>
          <a:cs typeface="Arial" pitchFamily="34" charset="0"/>
        </a:defRPr>
      </a:lvl1pPr>
      <a:lvl2pPr algn="l" rtl="0" fontAlgn="base">
        <a:lnSpc>
          <a:spcPct val="90000"/>
        </a:lnSpc>
        <a:spcBef>
          <a:spcPct val="0"/>
        </a:spcBef>
        <a:spcAft>
          <a:spcPct val="0"/>
        </a:spcAft>
        <a:defRPr sz="2800">
          <a:solidFill>
            <a:schemeClr val="tx2"/>
          </a:solidFill>
          <a:latin typeface="Arial" charset="0"/>
          <a:cs typeface="Arial" charset="0"/>
        </a:defRPr>
      </a:lvl2pPr>
      <a:lvl3pPr algn="l" rtl="0" fontAlgn="base">
        <a:lnSpc>
          <a:spcPct val="90000"/>
        </a:lnSpc>
        <a:spcBef>
          <a:spcPct val="0"/>
        </a:spcBef>
        <a:spcAft>
          <a:spcPct val="0"/>
        </a:spcAft>
        <a:defRPr sz="2800">
          <a:solidFill>
            <a:schemeClr val="tx2"/>
          </a:solidFill>
          <a:latin typeface="Arial" charset="0"/>
          <a:cs typeface="Arial" charset="0"/>
        </a:defRPr>
      </a:lvl3pPr>
      <a:lvl4pPr algn="l" rtl="0" fontAlgn="base">
        <a:lnSpc>
          <a:spcPct val="90000"/>
        </a:lnSpc>
        <a:spcBef>
          <a:spcPct val="0"/>
        </a:spcBef>
        <a:spcAft>
          <a:spcPct val="0"/>
        </a:spcAft>
        <a:defRPr sz="2800">
          <a:solidFill>
            <a:schemeClr val="tx2"/>
          </a:solidFill>
          <a:latin typeface="Arial" charset="0"/>
          <a:cs typeface="Arial" charset="0"/>
        </a:defRPr>
      </a:lvl4pPr>
      <a:lvl5pPr algn="l" rtl="0" fontAlgn="base">
        <a:lnSpc>
          <a:spcPct val="90000"/>
        </a:lnSpc>
        <a:spcBef>
          <a:spcPct val="0"/>
        </a:spcBef>
        <a:spcAft>
          <a:spcPct val="0"/>
        </a:spcAft>
        <a:defRPr sz="2800">
          <a:solidFill>
            <a:schemeClr val="tx2"/>
          </a:solidFill>
          <a:latin typeface="Arial" charset="0"/>
          <a:cs typeface="Arial" charset="0"/>
        </a:defRPr>
      </a:lvl5pPr>
      <a:lvl6pPr marL="457200" algn="l" rtl="0" fontAlgn="base">
        <a:lnSpc>
          <a:spcPct val="90000"/>
        </a:lnSpc>
        <a:spcBef>
          <a:spcPct val="0"/>
        </a:spcBef>
        <a:spcAft>
          <a:spcPct val="0"/>
        </a:spcAft>
        <a:defRPr sz="2800">
          <a:solidFill>
            <a:schemeClr val="tx2"/>
          </a:solidFill>
          <a:latin typeface="Arial" charset="0"/>
          <a:cs typeface="Arial" charset="0"/>
        </a:defRPr>
      </a:lvl6pPr>
      <a:lvl7pPr marL="914400" algn="l" rtl="0" fontAlgn="base">
        <a:lnSpc>
          <a:spcPct val="90000"/>
        </a:lnSpc>
        <a:spcBef>
          <a:spcPct val="0"/>
        </a:spcBef>
        <a:spcAft>
          <a:spcPct val="0"/>
        </a:spcAft>
        <a:defRPr sz="2800">
          <a:solidFill>
            <a:schemeClr val="tx2"/>
          </a:solidFill>
          <a:latin typeface="Arial" charset="0"/>
          <a:cs typeface="Arial" charset="0"/>
        </a:defRPr>
      </a:lvl7pPr>
      <a:lvl8pPr marL="1371600" algn="l" rtl="0" fontAlgn="base">
        <a:lnSpc>
          <a:spcPct val="90000"/>
        </a:lnSpc>
        <a:spcBef>
          <a:spcPct val="0"/>
        </a:spcBef>
        <a:spcAft>
          <a:spcPct val="0"/>
        </a:spcAft>
        <a:defRPr sz="2800">
          <a:solidFill>
            <a:schemeClr val="tx2"/>
          </a:solidFill>
          <a:latin typeface="Arial" charset="0"/>
          <a:cs typeface="Arial" charset="0"/>
        </a:defRPr>
      </a:lvl8pPr>
      <a:lvl9pPr marL="1828800" algn="l" rtl="0" fontAlgn="base">
        <a:lnSpc>
          <a:spcPct val="90000"/>
        </a:lnSpc>
        <a:spcBef>
          <a:spcPct val="0"/>
        </a:spcBef>
        <a:spcAft>
          <a:spcPct val="0"/>
        </a:spcAft>
        <a:defRPr sz="2800">
          <a:solidFill>
            <a:schemeClr val="tx2"/>
          </a:solidFill>
          <a:latin typeface="Arial" charset="0"/>
          <a:cs typeface="Arial" charset="0"/>
        </a:defRPr>
      </a:lvl9pPr>
    </p:titleStyle>
    <p:bodyStyle>
      <a:lvl1pPr marL="177800" indent="-177800" algn="l" rtl="0" fontAlgn="base">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1pPr>
      <a:lvl2pPr marL="355600" indent="-177800" algn="l" rtl="0" fontAlgn="base">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2pPr>
      <a:lvl3pPr marL="533400" indent="-177800" algn="l" rtl="0" fontAlgn="base">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3pPr>
      <a:lvl4pPr marL="723900" indent="-190500" algn="l" rtl="0" fontAlgn="base">
        <a:spcBef>
          <a:spcPts val="1100"/>
        </a:spcBef>
        <a:spcAft>
          <a:spcPct val="0"/>
        </a:spcAft>
        <a:buClr>
          <a:schemeClr val="tx2"/>
        </a:buClr>
        <a:buSzPct val="70000"/>
        <a:buFont typeface="Arial" pitchFamily="34" charset="0"/>
        <a:buChar char="•"/>
        <a:defRPr sz="1600" b="0" kern="1200">
          <a:solidFill>
            <a:schemeClr val="tx1"/>
          </a:solidFill>
          <a:latin typeface="Arial" pitchFamily="34" charset="0"/>
          <a:ea typeface="+mn-ea"/>
          <a:cs typeface="Arial" pitchFamily="34" charset="0"/>
        </a:defRPr>
      </a:lvl4pPr>
      <a:lvl5pPr marL="901700" indent="-177800" algn="l" rtl="0" fontAlgn="base">
        <a:spcBef>
          <a:spcPts val="1100"/>
        </a:spcBef>
        <a:spcAft>
          <a:spcPct val="0"/>
        </a:spcAft>
        <a:buClr>
          <a:schemeClr val="accent1"/>
        </a:buClr>
        <a:buSzPct val="70000"/>
        <a:buFont typeface="Arial" pitchFamily="34" charset="0"/>
        <a:buChar char="•"/>
        <a:defRPr sz="1600" b="1" kern="1200">
          <a:solidFill>
            <a:schemeClr val="tx1"/>
          </a:solidFill>
          <a:latin typeface="Arial" pitchFamily="34" charset="0"/>
          <a:ea typeface="+mn-ea"/>
          <a:cs typeface="Arial" pitchFamily="34" charset="0"/>
        </a:defRPr>
      </a:lvl5pPr>
      <a:lvl6pPr marL="0" indent="0" algn="l" defTabSz="914400" rtl="0" eaLnBrk="1" latinLnBrk="0" hangingPunct="1">
        <a:spcBef>
          <a:spcPts val="1100"/>
        </a:spcBef>
        <a:buFont typeface="Arial" pitchFamily="34" charset="0"/>
        <a:buNone/>
        <a:defRPr sz="1600" b="1" kern="1200" baseline="0">
          <a:solidFill>
            <a:schemeClr val="accent1"/>
          </a:solidFill>
          <a:latin typeface="+mn-lt"/>
          <a:ea typeface="+mn-ea"/>
          <a:cs typeface="+mn-cs"/>
        </a:defRPr>
      </a:lvl6pPr>
      <a:lvl7pPr marL="0" indent="0" algn="l" defTabSz="914400" rtl="0" eaLnBrk="1" latinLnBrk="0" hangingPunct="1">
        <a:spcBef>
          <a:spcPts val="1100"/>
        </a:spcBef>
        <a:buFont typeface="Arial" pitchFamily="34" charset="0"/>
        <a:buNone/>
        <a:defRPr sz="1600" b="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1027" name="Titelplatzhalter 1"/>
          <p:cNvSpPr>
            <a:spLocks noGrp="1"/>
          </p:cNvSpPr>
          <p:nvPr>
            <p:ph type="title"/>
          </p:nvPr>
        </p:nvSpPr>
        <p:spPr bwMode="gray">
          <a:xfrm>
            <a:off x="0" y="0"/>
            <a:ext cx="9144000" cy="1592263"/>
          </a:xfrm>
          <a:prstGeom prst="rect">
            <a:avLst/>
          </a:prstGeom>
          <a:noFill/>
          <a:ln w="9525">
            <a:noFill/>
            <a:miter lim="800000"/>
            <a:headEnd/>
            <a:tailEnd/>
          </a:ln>
        </p:spPr>
        <p:txBody>
          <a:bodyPr vert="horz" wrap="square" lIns="187200" tIns="313200" rIns="216000" bIns="0" numCol="1" anchor="t" anchorCtr="0" compatLnSpc="1">
            <a:prstTxWarp prst="textNoShape">
              <a:avLst/>
            </a:prstTxWarp>
          </a:bodyPr>
          <a:lstStyle/>
          <a:p>
            <a:pPr lvl="0"/>
            <a:endParaRPr lang="en-US" noProof="0" smtClean="0"/>
          </a:p>
        </p:txBody>
      </p:sp>
      <p:sp>
        <p:nvSpPr>
          <p:cNvPr id="1028" name="Textplatzhalter 2"/>
          <p:cNvSpPr>
            <a:spLocks noGrp="1"/>
          </p:cNvSpPr>
          <p:nvPr>
            <p:ph type="body" idx="1"/>
          </p:nvPr>
        </p:nvSpPr>
        <p:spPr bwMode="gray">
          <a:xfrm>
            <a:off x="1476375" y="1592263"/>
            <a:ext cx="6191250" cy="460851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p>
        </p:txBody>
      </p:sp>
      <p:grpSp>
        <p:nvGrpSpPr>
          <p:cNvPr id="9" name="Group 275"/>
          <p:cNvGrpSpPr>
            <a:grpSpLocks/>
          </p:cNvGrpSpPr>
          <p:nvPr/>
        </p:nvGrpSpPr>
        <p:grpSpPr bwMode="gray">
          <a:xfrm>
            <a:off x="-215900" y="225425"/>
            <a:ext cx="71437" cy="5972175"/>
            <a:chOff x="-152" y="142"/>
            <a:chExt cx="113" cy="3762"/>
          </a:xfrm>
        </p:grpSpPr>
        <p:sp>
          <p:nvSpPr>
            <p:cNvPr id="10"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4"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5"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6" name="Group 282"/>
          <p:cNvGrpSpPr>
            <a:grpSpLocks/>
          </p:cNvGrpSpPr>
          <p:nvPr/>
        </p:nvGrpSpPr>
        <p:grpSpPr bwMode="gray">
          <a:xfrm>
            <a:off x="215900" y="6992938"/>
            <a:ext cx="8709025" cy="71437"/>
            <a:chOff x="136" y="4346"/>
            <a:chExt cx="5486" cy="113"/>
          </a:xfrm>
        </p:grpSpPr>
        <p:sp>
          <p:nvSpPr>
            <p:cNvPr id="17"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8"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9"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4" name="Group 290"/>
          <p:cNvGrpSpPr>
            <a:grpSpLocks/>
          </p:cNvGrpSpPr>
          <p:nvPr/>
        </p:nvGrpSpPr>
        <p:grpSpPr bwMode="gray">
          <a:xfrm>
            <a:off x="215900" y="-171450"/>
            <a:ext cx="8709025" cy="71437"/>
            <a:chOff x="136" y="4346"/>
            <a:chExt cx="5486" cy="113"/>
          </a:xfrm>
        </p:grpSpPr>
        <p:sp>
          <p:nvSpPr>
            <p:cNvPr id="25"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6"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7"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2" name="Group 298"/>
          <p:cNvGrpSpPr>
            <a:grpSpLocks/>
          </p:cNvGrpSpPr>
          <p:nvPr/>
        </p:nvGrpSpPr>
        <p:grpSpPr bwMode="gray">
          <a:xfrm>
            <a:off x="9288463" y="225425"/>
            <a:ext cx="71437" cy="5972175"/>
            <a:chOff x="-152" y="142"/>
            <a:chExt cx="113" cy="3762"/>
          </a:xfrm>
        </p:grpSpPr>
        <p:sp>
          <p:nvSpPr>
            <p:cNvPr id="33"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4"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5"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39" name="Picture 3" descr="ABB2logo RGB"/>
          <p:cNvPicPr>
            <a:picLocks noChangeAspect="1" noChangeArrowheads="1"/>
          </p:cNvPicPr>
          <p:nvPr/>
        </p:nvPicPr>
        <p:blipFill>
          <a:blip r:embed="rId22" cstate="print"/>
          <a:srcRect l="62511"/>
          <a:stretch>
            <a:fillRect/>
          </a:stretch>
        </p:blipFill>
        <p:spPr bwMode="gray">
          <a:xfrm>
            <a:off x="8243888" y="6392863"/>
            <a:ext cx="673100" cy="252412"/>
          </a:xfrm>
          <a:prstGeom prst="rect">
            <a:avLst/>
          </a:prstGeom>
          <a:noFill/>
          <a:ln w="9525">
            <a:noFill/>
            <a:miter lim="800000"/>
            <a:headEnd/>
            <a:tailEnd/>
          </a:ln>
        </p:spPr>
      </p:pic>
      <p:sp>
        <p:nvSpPr>
          <p:cNvPr id="42"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3" name="Fußzeilenplatzhalter 1">
            <a:hlinkClick r:id="rId23"/>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40"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extLst>
      <p:ext uri="{BB962C8B-B14F-4D97-AF65-F5344CB8AC3E}">
        <p14:creationId xmlns:p14="http://schemas.microsoft.com/office/powerpoint/2010/main" val="3018565440"/>
      </p:ext>
    </p:extLst>
  </p:cSld>
  <p:clrMap bg1="lt1" tx1="dk1" bg2="lt2" tx2="dk2" accent1="accent1" accent2="accent2" accent3="accent3" accent4="accent4" accent5="accent5" accent6="accent6" hlink="hlink" folHlink="folHlink"/>
  <p:sldLayoutIdLst>
    <p:sldLayoutId id="2147484059" r:id="rId1"/>
    <p:sldLayoutId id="2147484060" r:id="rId2"/>
    <p:sldLayoutId id="2147484061" r:id="rId3"/>
    <p:sldLayoutId id="2147484062" r:id="rId4"/>
    <p:sldLayoutId id="2147484063" r:id="rId5"/>
    <p:sldLayoutId id="2147484064" r:id="rId6"/>
    <p:sldLayoutId id="2147484065" r:id="rId7"/>
    <p:sldLayoutId id="2147484066" r:id="rId8"/>
    <p:sldLayoutId id="2147484067" r:id="rId9"/>
    <p:sldLayoutId id="2147484068" r:id="rId10"/>
    <p:sldLayoutId id="2147484069" r:id="rId11"/>
    <p:sldLayoutId id="2147484070" r:id="rId12"/>
    <p:sldLayoutId id="2147484071" r:id="rId13"/>
    <p:sldLayoutId id="2147484072" r:id="rId14"/>
    <p:sldLayoutId id="2147484073" r:id="rId15"/>
    <p:sldLayoutId id="2147484074" r:id="rId16"/>
    <p:sldLayoutId id="2147484075" r:id="rId17"/>
    <p:sldLayoutId id="2147484076" r:id="rId18"/>
    <p:sldLayoutId id="2147484077" r:id="rId19"/>
    <p:sldLayoutId id="2147484078" r:id="rId20"/>
  </p:sldLayoutIdLst>
  <p:timing>
    <p:tnLst>
      <p:par>
        <p:cTn id="1" dur="indefinite" restart="never" nodeType="tmRoot"/>
      </p:par>
    </p:tnLst>
  </p:timing>
  <p:hf hdr="0" ftr="0" dt="0"/>
  <p:txStyles>
    <p:titleStyle>
      <a:lvl1pPr algn="l" rtl="0" fontAlgn="base">
        <a:lnSpc>
          <a:spcPct val="90000"/>
        </a:lnSpc>
        <a:spcBef>
          <a:spcPct val="0"/>
        </a:spcBef>
        <a:spcAft>
          <a:spcPct val="0"/>
        </a:spcAft>
        <a:defRPr lang="de-DE" sz="2800" kern="1200" dirty="0">
          <a:solidFill>
            <a:schemeClr val="tx2"/>
          </a:solidFill>
          <a:latin typeface="Arial" pitchFamily="34" charset="0"/>
          <a:ea typeface="+mj-ea"/>
          <a:cs typeface="Arial" pitchFamily="34" charset="0"/>
        </a:defRPr>
      </a:lvl1pPr>
      <a:lvl2pPr algn="l" rtl="0" fontAlgn="base">
        <a:lnSpc>
          <a:spcPct val="90000"/>
        </a:lnSpc>
        <a:spcBef>
          <a:spcPct val="0"/>
        </a:spcBef>
        <a:spcAft>
          <a:spcPct val="0"/>
        </a:spcAft>
        <a:defRPr sz="2800">
          <a:solidFill>
            <a:schemeClr val="tx2"/>
          </a:solidFill>
          <a:latin typeface="Arial" charset="0"/>
          <a:cs typeface="Arial" charset="0"/>
        </a:defRPr>
      </a:lvl2pPr>
      <a:lvl3pPr algn="l" rtl="0" fontAlgn="base">
        <a:lnSpc>
          <a:spcPct val="90000"/>
        </a:lnSpc>
        <a:spcBef>
          <a:spcPct val="0"/>
        </a:spcBef>
        <a:spcAft>
          <a:spcPct val="0"/>
        </a:spcAft>
        <a:defRPr sz="2800">
          <a:solidFill>
            <a:schemeClr val="tx2"/>
          </a:solidFill>
          <a:latin typeface="Arial" charset="0"/>
          <a:cs typeface="Arial" charset="0"/>
        </a:defRPr>
      </a:lvl3pPr>
      <a:lvl4pPr algn="l" rtl="0" fontAlgn="base">
        <a:lnSpc>
          <a:spcPct val="90000"/>
        </a:lnSpc>
        <a:spcBef>
          <a:spcPct val="0"/>
        </a:spcBef>
        <a:spcAft>
          <a:spcPct val="0"/>
        </a:spcAft>
        <a:defRPr sz="2800">
          <a:solidFill>
            <a:schemeClr val="tx2"/>
          </a:solidFill>
          <a:latin typeface="Arial" charset="0"/>
          <a:cs typeface="Arial" charset="0"/>
        </a:defRPr>
      </a:lvl4pPr>
      <a:lvl5pPr algn="l" rtl="0" fontAlgn="base">
        <a:lnSpc>
          <a:spcPct val="90000"/>
        </a:lnSpc>
        <a:spcBef>
          <a:spcPct val="0"/>
        </a:spcBef>
        <a:spcAft>
          <a:spcPct val="0"/>
        </a:spcAft>
        <a:defRPr sz="2800">
          <a:solidFill>
            <a:schemeClr val="tx2"/>
          </a:solidFill>
          <a:latin typeface="Arial" charset="0"/>
          <a:cs typeface="Arial" charset="0"/>
        </a:defRPr>
      </a:lvl5pPr>
      <a:lvl6pPr marL="457200" algn="l" rtl="0" fontAlgn="base">
        <a:lnSpc>
          <a:spcPct val="90000"/>
        </a:lnSpc>
        <a:spcBef>
          <a:spcPct val="0"/>
        </a:spcBef>
        <a:spcAft>
          <a:spcPct val="0"/>
        </a:spcAft>
        <a:defRPr sz="2800">
          <a:solidFill>
            <a:schemeClr val="tx2"/>
          </a:solidFill>
          <a:latin typeface="Arial" charset="0"/>
          <a:cs typeface="Arial" charset="0"/>
        </a:defRPr>
      </a:lvl6pPr>
      <a:lvl7pPr marL="914400" algn="l" rtl="0" fontAlgn="base">
        <a:lnSpc>
          <a:spcPct val="90000"/>
        </a:lnSpc>
        <a:spcBef>
          <a:spcPct val="0"/>
        </a:spcBef>
        <a:spcAft>
          <a:spcPct val="0"/>
        </a:spcAft>
        <a:defRPr sz="2800">
          <a:solidFill>
            <a:schemeClr val="tx2"/>
          </a:solidFill>
          <a:latin typeface="Arial" charset="0"/>
          <a:cs typeface="Arial" charset="0"/>
        </a:defRPr>
      </a:lvl7pPr>
      <a:lvl8pPr marL="1371600" algn="l" rtl="0" fontAlgn="base">
        <a:lnSpc>
          <a:spcPct val="90000"/>
        </a:lnSpc>
        <a:spcBef>
          <a:spcPct val="0"/>
        </a:spcBef>
        <a:spcAft>
          <a:spcPct val="0"/>
        </a:spcAft>
        <a:defRPr sz="2800">
          <a:solidFill>
            <a:schemeClr val="tx2"/>
          </a:solidFill>
          <a:latin typeface="Arial" charset="0"/>
          <a:cs typeface="Arial" charset="0"/>
        </a:defRPr>
      </a:lvl8pPr>
      <a:lvl9pPr marL="1828800" algn="l" rtl="0" fontAlgn="base">
        <a:lnSpc>
          <a:spcPct val="90000"/>
        </a:lnSpc>
        <a:spcBef>
          <a:spcPct val="0"/>
        </a:spcBef>
        <a:spcAft>
          <a:spcPct val="0"/>
        </a:spcAft>
        <a:defRPr sz="2800">
          <a:solidFill>
            <a:schemeClr val="tx2"/>
          </a:solidFill>
          <a:latin typeface="Arial" charset="0"/>
          <a:cs typeface="Arial" charset="0"/>
        </a:defRPr>
      </a:lvl9pPr>
    </p:titleStyle>
    <p:bodyStyle>
      <a:lvl1pPr marL="179388" indent="-179388" algn="l" rtl="0" fontAlgn="base">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1pPr>
      <a:lvl2pPr marL="355600" indent="-177800" algn="l" rtl="0" fontAlgn="base">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2pPr>
      <a:lvl3pPr marL="533400" indent="-177800" algn="l" rtl="0" fontAlgn="base">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3pPr>
      <a:lvl4pPr marL="723900" indent="-190500" algn="l" rtl="0" fontAlgn="base">
        <a:spcBef>
          <a:spcPts val="1100"/>
        </a:spcBef>
        <a:spcAft>
          <a:spcPct val="0"/>
        </a:spcAft>
        <a:buClr>
          <a:schemeClr val="tx2"/>
        </a:buClr>
        <a:buSzPct val="70000"/>
        <a:buFont typeface="Arial" pitchFamily="34" charset="0"/>
        <a:buChar char="•"/>
        <a:defRPr sz="1600" b="0" kern="1200">
          <a:solidFill>
            <a:schemeClr val="tx1"/>
          </a:solidFill>
          <a:latin typeface="Arial" pitchFamily="34" charset="0"/>
          <a:ea typeface="+mn-ea"/>
          <a:cs typeface="Arial" pitchFamily="34" charset="0"/>
        </a:defRPr>
      </a:lvl4pPr>
      <a:lvl5pPr marL="901700" indent="-177800" algn="l" rtl="0" fontAlgn="base">
        <a:spcBef>
          <a:spcPts val="1100"/>
        </a:spcBef>
        <a:spcAft>
          <a:spcPct val="0"/>
        </a:spcAft>
        <a:buClr>
          <a:schemeClr val="accent1"/>
        </a:buClr>
        <a:buSzPct val="70000"/>
        <a:buFont typeface="Arial" pitchFamily="34" charset="0"/>
        <a:buChar char="•"/>
        <a:defRPr sz="1600" b="1" kern="1200">
          <a:solidFill>
            <a:schemeClr val="tx1"/>
          </a:solidFill>
          <a:latin typeface="Arial" pitchFamily="34" charset="0"/>
          <a:ea typeface="+mn-ea"/>
          <a:cs typeface="Arial" pitchFamily="34" charset="0"/>
        </a:defRPr>
      </a:lvl5pPr>
      <a:lvl6pPr marL="0" indent="0" algn="l" defTabSz="914400" rtl="0" eaLnBrk="1" latinLnBrk="0" hangingPunct="1">
        <a:spcBef>
          <a:spcPts val="1100"/>
        </a:spcBef>
        <a:buFont typeface="Arial" pitchFamily="34" charset="0"/>
        <a:buNone/>
        <a:defRPr sz="1600" b="1" kern="1200" baseline="0">
          <a:solidFill>
            <a:schemeClr val="accent1"/>
          </a:solidFill>
          <a:latin typeface="+mn-lt"/>
          <a:ea typeface="+mn-ea"/>
          <a:cs typeface="+mn-cs"/>
        </a:defRPr>
      </a:lvl6pPr>
      <a:lvl7pPr marL="0" indent="0" algn="l" defTabSz="914400" rtl="0" eaLnBrk="1" latinLnBrk="0" hangingPunct="1">
        <a:spcBef>
          <a:spcPts val="1100"/>
        </a:spcBef>
        <a:buFont typeface="Arial" pitchFamily="34" charset="0"/>
        <a:buNone/>
        <a:defRPr sz="1600" b="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1027" name="Titelplatzhalter 1"/>
          <p:cNvSpPr>
            <a:spLocks noGrp="1"/>
          </p:cNvSpPr>
          <p:nvPr>
            <p:ph type="title"/>
          </p:nvPr>
        </p:nvSpPr>
        <p:spPr bwMode="gray">
          <a:xfrm>
            <a:off x="0" y="0"/>
            <a:ext cx="9144000" cy="1592263"/>
          </a:xfrm>
          <a:prstGeom prst="rect">
            <a:avLst/>
          </a:prstGeom>
          <a:noFill/>
          <a:ln w="9525">
            <a:noFill/>
            <a:miter lim="800000"/>
            <a:headEnd/>
            <a:tailEnd/>
          </a:ln>
        </p:spPr>
        <p:txBody>
          <a:bodyPr vert="horz" wrap="square" lIns="187200" tIns="313200" rIns="216000" bIns="0" numCol="1" anchor="t" anchorCtr="0" compatLnSpc="1">
            <a:prstTxWarp prst="textNoShape">
              <a:avLst/>
            </a:prstTxWarp>
          </a:bodyPr>
          <a:lstStyle/>
          <a:p>
            <a:pPr lvl="0"/>
            <a:endParaRPr lang="en-US" noProof="0" smtClean="0"/>
          </a:p>
        </p:txBody>
      </p:sp>
      <p:sp>
        <p:nvSpPr>
          <p:cNvPr id="1028" name="Textplatzhalter 2"/>
          <p:cNvSpPr>
            <a:spLocks noGrp="1"/>
          </p:cNvSpPr>
          <p:nvPr>
            <p:ph type="body" idx="1"/>
          </p:nvPr>
        </p:nvSpPr>
        <p:spPr bwMode="gray">
          <a:xfrm>
            <a:off x="1476375" y="1592263"/>
            <a:ext cx="6191250" cy="460851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p>
        </p:txBody>
      </p:sp>
      <p:grpSp>
        <p:nvGrpSpPr>
          <p:cNvPr id="9" name="Group 275"/>
          <p:cNvGrpSpPr>
            <a:grpSpLocks/>
          </p:cNvGrpSpPr>
          <p:nvPr/>
        </p:nvGrpSpPr>
        <p:grpSpPr bwMode="gray">
          <a:xfrm>
            <a:off x="-215900" y="225425"/>
            <a:ext cx="71437" cy="5972175"/>
            <a:chOff x="-152" y="142"/>
            <a:chExt cx="113" cy="3762"/>
          </a:xfrm>
        </p:grpSpPr>
        <p:sp>
          <p:nvSpPr>
            <p:cNvPr id="10" name="Line 276"/>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1" name="Line 277"/>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2" name="Line 278"/>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3" name="Line 279"/>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4" name="Line 280"/>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15" name="Line 281"/>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grpSp>
        <p:nvGrpSpPr>
          <p:cNvPr id="16" name="Group 282"/>
          <p:cNvGrpSpPr>
            <a:grpSpLocks/>
          </p:cNvGrpSpPr>
          <p:nvPr/>
        </p:nvGrpSpPr>
        <p:grpSpPr bwMode="gray">
          <a:xfrm>
            <a:off x="215900" y="6992938"/>
            <a:ext cx="8709025" cy="71437"/>
            <a:chOff x="136" y="4346"/>
            <a:chExt cx="5486" cy="113"/>
          </a:xfrm>
        </p:grpSpPr>
        <p:sp>
          <p:nvSpPr>
            <p:cNvPr id="17" name="Line 283"/>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8" name="Line 284"/>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19" name="Line 285"/>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0" name="Line 286"/>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1" name="Line 287"/>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2" name="Line 288"/>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3" name="Line 289"/>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24" name="Group 290"/>
          <p:cNvGrpSpPr>
            <a:grpSpLocks/>
          </p:cNvGrpSpPr>
          <p:nvPr/>
        </p:nvGrpSpPr>
        <p:grpSpPr bwMode="gray">
          <a:xfrm>
            <a:off x="215900" y="-171450"/>
            <a:ext cx="8709025" cy="71437"/>
            <a:chOff x="136" y="4346"/>
            <a:chExt cx="5486" cy="113"/>
          </a:xfrm>
        </p:grpSpPr>
        <p:sp>
          <p:nvSpPr>
            <p:cNvPr id="25" name="Line 291"/>
            <p:cNvSpPr>
              <a:spLocks noChangeShapeType="1"/>
            </p:cNvSpPr>
            <p:nvPr/>
          </p:nvSpPr>
          <p:spPr bwMode="gray">
            <a:xfrm>
              <a:off x="136"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6" name="Line 292"/>
            <p:cNvSpPr>
              <a:spLocks noChangeShapeType="1"/>
            </p:cNvSpPr>
            <p:nvPr/>
          </p:nvSpPr>
          <p:spPr bwMode="gray">
            <a:xfrm>
              <a:off x="837"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7" name="Line 293"/>
            <p:cNvSpPr>
              <a:spLocks noChangeShapeType="1"/>
            </p:cNvSpPr>
            <p:nvPr/>
          </p:nvSpPr>
          <p:spPr bwMode="gray">
            <a:xfrm>
              <a:off x="9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8" name="Line 294"/>
            <p:cNvSpPr>
              <a:spLocks noChangeShapeType="1"/>
            </p:cNvSpPr>
            <p:nvPr/>
          </p:nvSpPr>
          <p:spPr bwMode="gray">
            <a:xfrm>
              <a:off x="283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29" name="Line 295"/>
            <p:cNvSpPr>
              <a:spLocks noChangeShapeType="1"/>
            </p:cNvSpPr>
            <p:nvPr/>
          </p:nvSpPr>
          <p:spPr bwMode="gray">
            <a:xfrm>
              <a:off x="2923"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0" name="Line 296"/>
            <p:cNvSpPr>
              <a:spLocks noChangeShapeType="1"/>
            </p:cNvSpPr>
            <p:nvPr/>
          </p:nvSpPr>
          <p:spPr bwMode="gray">
            <a:xfrm>
              <a:off x="4830" y="4346"/>
              <a:ext cx="0" cy="113"/>
            </a:xfrm>
            <a:prstGeom prst="line">
              <a:avLst/>
            </a:prstGeom>
            <a:noFill/>
            <a:ln w="9525">
              <a:solidFill>
                <a:schemeClr val="bg1"/>
              </a:solidFill>
              <a:round/>
              <a:headEnd/>
              <a:tailEnd/>
            </a:ln>
            <a:effectLst/>
          </p:spPr>
          <p:txBody>
            <a:bodyPr lIns="0" tIns="0" rIns="0" bIns="0"/>
            <a:lstStyle/>
            <a:p>
              <a:endParaRPr lang="en-US" noProof="0"/>
            </a:p>
          </p:txBody>
        </p:sp>
        <p:sp>
          <p:nvSpPr>
            <p:cNvPr id="31" name="Line 297"/>
            <p:cNvSpPr>
              <a:spLocks noChangeShapeType="1"/>
            </p:cNvSpPr>
            <p:nvPr/>
          </p:nvSpPr>
          <p:spPr bwMode="gray">
            <a:xfrm>
              <a:off x="5622" y="4346"/>
              <a:ext cx="0" cy="113"/>
            </a:xfrm>
            <a:prstGeom prst="line">
              <a:avLst/>
            </a:prstGeom>
            <a:noFill/>
            <a:ln w="9525">
              <a:solidFill>
                <a:schemeClr val="bg1"/>
              </a:solidFill>
              <a:round/>
              <a:headEnd/>
              <a:tailEnd/>
            </a:ln>
            <a:effectLst/>
          </p:spPr>
          <p:txBody>
            <a:bodyPr lIns="0" tIns="0" rIns="0" bIns="0"/>
            <a:lstStyle/>
            <a:p>
              <a:endParaRPr lang="en-US" noProof="0"/>
            </a:p>
          </p:txBody>
        </p:sp>
      </p:grpSp>
      <p:grpSp>
        <p:nvGrpSpPr>
          <p:cNvPr id="32" name="Group 298"/>
          <p:cNvGrpSpPr>
            <a:grpSpLocks/>
          </p:cNvGrpSpPr>
          <p:nvPr/>
        </p:nvGrpSpPr>
        <p:grpSpPr bwMode="gray">
          <a:xfrm>
            <a:off x="9288463" y="225425"/>
            <a:ext cx="71437" cy="5972175"/>
            <a:chOff x="-152" y="142"/>
            <a:chExt cx="113" cy="3762"/>
          </a:xfrm>
        </p:grpSpPr>
        <p:sp>
          <p:nvSpPr>
            <p:cNvPr id="33" name="Line 299"/>
            <p:cNvSpPr>
              <a:spLocks noChangeShapeType="1"/>
            </p:cNvSpPr>
            <p:nvPr/>
          </p:nvSpPr>
          <p:spPr bwMode="gray">
            <a:xfrm>
              <a:off x="-152" y="14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4" name="Line 300"/>
            <p:cNvSpPr>
              <a:spLocks noChangeShapeType="1"/>
            </p:cNvSpPr>
            <p:nvPr/>
          </p:nvSpPr>
          <p:spPr bwMode="gray">
            <a:xfrm>
              <a:off x="-152" y="232"/>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5" name="Line 301"/>
            <p:cNvSpPr>
              <a:spLocks noChangeShapeType="1"/>
            </p:cNvSpPr>
            <p:nvPr/>
          </p:nvSpPr>
          <p:spPr bwMode="gray">
            <a:xfrm>
              <a:off x="-152" y="1003"/>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6" name="Line 302"/>
            <p:cNvSpPr>
              <a:spLocks noChangeShapeType="1"/>
            </p:cNvSpPr>
            <p:nvPr/>
          </p:nvSpPr>
          <p:spPr bwMode="gray">
            <a:xfrm>
              <a:off x="-152" y="2408"/>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7" name="Line 303"/>
            <p:cNvSpPr>
              <a:spLocks noChangeShapeType="1"/>
            </p:cNvSpPr>
            <p:nvPr/>
          </p:nvSpPr>
          <p:spPr bwMode="gray">
            <a:xfrm>
              <a:off x="-152" y="2500"/>
              <a:ext cx="113" cy="0"/>
            </a:xfrm>
            <a:prstGeom prst="line">
              <a:avLst/>
            </a:prstGeom>
            <a:noFill/>
            <a:ln w="9525">
              <a:solidFill>
                <a:schemeClr val="bg1"/>
              </a:solidFill>
              <a:round/>
              <a:headEnd/>
              <a:tailEnd/>
            </a:ln>
            <a:effectLst/>
          </p:spPr>
          <p:txBody>
            <a:bodyPr lIns="0" tIns="0" rIns="0" bIns="0"/>
            <a:lstStyle/>
            <a:p>
              <a:endParaRPr lang="en-US" noProof="0"/>
            </a:p>
          </p:txBody>
        </p:sp>
        <p:sp>
          <p:nvSpPr>
            <p:cNvPr id="38" name="Line 304"/>
            <p:cNvSpPr>
              <a:spLocks noChangeShapeType="1"/>
            </p:cNvSpPr>
            <p:nvPr/>
          </p:nvSpPr>
          <p:spPr bwMode="gray">
            <a:xfrm>
              <a:off x="-152" y="3904"/>
              <a:ext cx="113" cy="0"/>
            </a:xfrm>
            <a:prstGeom prst="line">
              <a:avLst/>
            </a:prstGeom>
            <a:noFill/>
            <a:ln w="9525">
              <a:solidFill>
                <a:schemeClr val="bg1"/>
              </a:solidFill>
              <a:round/>
              <a:headEnd/>
              <a:tailEnd/>
            </a:ln>
            <a:effectLst/>
          </p:spPr>
          <p:txBody>
            <a:bodyPr lIns="0" tIns="0" rIns="0" bIns="0"/>
            <a:lstStyle/>
            <a:p>
              <a:endParaRPr lang="en-US" noProof="0"/>
            </a:p>
          </p:txBody>
        </p:sp>
      </p:grpSp>
      <p:pic>
        <p:nvPicPr>
          <p:cNvPr id="39" name="Picture 3" descr="ABB2logo RGB"/>
          <p:cNvPicPr>
            <a:picLocks noChangeAspect="1" noChangeArrowheads="1"/>
          </p:cNvPicPr>
          <p:nvPr/>
        </p:nvPicPr>
        <p:blipFill>
          <a:blip r:embed="rId22" cstate="print"/>
          <a:srcRect l="62511"/>
          <a:stretch>
            <a:fillRect/>
          </a:stretch>
        </p:blipFill>
        <p:spPr bwMode="gray">
          <a:xfrm>
            <a:off x="8243888" y="6392863"/>
            <a:ext cx="673100" cy="252412"/>
          </a:xfrm>
          <a:prstGeom prst="rect">
            <a:avLst/>
          </a:prstGeom>
          <a:noFill/>
          <a:ln w="9525">
            <a:noFill/>
            <a:miter lim="800000"/>
            <a:headEnd/>
            <a:tailEnd/>
          </a:ln>
        </p:spPr>
      </p:pic>
      <p:sp>
        <p:nvSpPr>
          <p:cNvPr id="42" name="Foliennummernplatzhalter 7"/>
          <p:cNvSpPr>
            <a:spLocks noGrp="1"/>
          </p:cNvSpPr>
          <p:nvPr>
            <p:ph type="sldNum" sz="quarter" idx="4"/>
          </p:nvPr>
        </p:nvSpPr>
        <p:spPr bwMode="gray">
          <a:xfrm>
            <a:off x="208757" y="6567488"/>
            <a:ext cx="416719" cy="109538"/>
          </a:xfrm>
          <a:prstGeom prst="rect">
            <a:avLst/>
          </a:prstGeom>
        </p:spPr>
        <p:txBody>
          <a:bodyPr vert="horz" lIns="0" tIns="0" rIns="0" bIns="0" rtlCol="0" anchor="t" anchorCtr="0"/>
          <a:lstStyle>
            <a:lvl1pPr marL="0" algn="l" defTabSz="914400" rtl="0" eaLnBrk="1" fontAlgn="auto" latinLnBrk="0" hangingPunct="1">
              <a:spcBef>
                <a:spcPts val="0"/>
              </a:spcBef>
              <a:spcAft>
                <a:spcPts val="0"/>
              </a:spcAft>
              <a:defRPr lang="de-DE" sz="600" kern="1200" dirty="0" smtClean="0">
                <a:solidFill>
                  <a:schemeClr val="bg2"/>
                </a:solidFill>
                <a:latin typeface="Arial" pitchFamily="34" charset="0"/>
                <a:ea typeface="+mn-ea"/>
                <a:cs typeface="Arial" pitchFamily="34" charset="0"/>
              </a:defRPr>
            </a:lvl1pPr>
          </a:lstStyle>
          <a:p>
            <a:pPr>
              <a:defRPr/>
            </a:pPr>
            <a:r>
              <a:rPr lang="en-US" dirty="0" smtClean="0"/>
              <a:t>Slide </a:t>
            </a:r>
            <a:fld id="{60C67920-923A-4F98-A587-72BEC0D9EE68}" type="slidenum">
              <a:rPr lang="en-US" smtClean="0"/>
              <a:pPr>
                <a:defRPr/>
              </a:pPr>
              <a:t>‹Nr.›</a:t>
            </a:fld>
            <a:endParaRPr lang="en-US" dirty="0"/>
          </a:p>
        </p:txBody>
      </p:sp>
      <p:sp>
        <p:nvSpPr>
          <p:cNvPr id="43" name="Fußzeilenplatzhalter 1">
            <a:hlinkClick r:id="rId23"/>
          </p:cNvPr>
          <p:cNvSpPr txBox="1">
            <a:spLocks/>
          </p:cNvSpPr>
          <p:nvPr userDrawn="1"/>
        </p:nvSpPr>
        <p:spPr bwMode="gray">
          <a:xfrm>
            <a:off x="537171" y="6476829"/>
            <a:ext cx="1267618"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www.abb.com/measurement</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
        <p:nvSpPr>
          <p:cNvPr id="40" name="Fußzeilenplatzhalter 1"/>
          <p:cNvSpPr txBox="1">
            <a:spLocks/>
          </p:cNvSpPr>
          <p:nvPr userDrawn="1"/>
        </p:nvSpPr>
        <p:spPr bwMode="gray">
          <a:xfrm>
            <a:off x="208757" y="6476829"/>
            <a:ext cx="294791" cy="90000"/>
          </a:xfrm>
          <a:prstGeom prst="rect">
            <a:avLst/>
          </a:prstGeom>
        </p:spPr>
        <p:txBody>
          <a:bodyPr vert="horz" lIns="0" tIns="0" rIns="0" bIns="0" rtlCol="0" anchor="ctr"/>
          <a:lstStyle>
            <a:lvl1pPr algn="l">
              <a:defRPr sz="6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charset="0"/>
              </a:rPr>
              <a:t>© ABB |</a:t>
            </a:r>
            <a:endParaRPr kumimoji="0" lang="en-US" sz="600" b="0" i="0" u="none" strike="noStrike" kern="1200" cap="none" spc="0" normalizeH="0" baseline="0" noProof="0" dirty="0">
              <a:ln>
                <a:noFill/>
              </a:ln>
              <a:solidFill>
                <a:schemeClr val="bg2"/>
              </a:solidFill>
              <a:effectLst/>
              <a:uLnTx/>
              <a:uFillTx/>
              <a:latin typeface="Arial" charset="0"/>
              <a:ea typeface="+mn-ea"/>
              <a:cs typeface="+mn-cs"/>
            </a:endParaRPr>
          </a:p>
        </p:txBody>
      </p:sp>
    </p:spTree>
    <p:extLst>
      <p:ext uri="{BB962C8B-B14F-4D97-AF65-F5344CB8AC3E}">
        <p14:creationId xmlns:p14="http://schemas.microsoft.com/office/powerpoint/2010/main" val="3914756949"/>
      </p:ext>
    </p:extLst>
  </p:cSld>
  <p:clrMap bg1="lt1" tx1="dk1" bg2="lt2" tx2="dk2" accent1="accent1" accent2="accent2" accent3="accent3" accent4="accent4" accent5="accent5" accent6="accent6" hlink="hlink" folHlink="folHlink"/>
  <p:sldLayoutIdLst>
    <p:sldLayoutId id="2147484080" r:id="rId1"/>
    <p:sldLayoutId id="2147484081" r:id="rId2"/>
    <p:sldLayoutId id="2147484082" r:id="rId3"/>
    <p:sldLayoutId id="2147484083" r:id="rId4"/>
    <p:sldLayoutId id="2147484084" r:id="rId5"/>
    <p:sldLayoutId id="2147484085" r:id="rId6"/>
    <p:sldLayoutId id="2147484086" r:id="rId7"/>
    <p:sldLayoutId id="2147484087" r:id="rId8"/>
    <p:sldLayoutId id="2147484088" r:id="rId9"/>
    <p:sldLayoutId id="2147484089" r:id="rId10"/>
    <p:sldLayoutId id="2147484090" r:id="rId11"/>
    <p:sldLayoutId id="2147484091" r:id="rId12"/>
    <p:sldLayoutId id="2147484092" r:id="rId13"/>
    <p:sldLayoutId id="2147484093" r:id="rId14"/>
    <p:sldLayoutId id="2147484094" r:id="rId15"/>
    <p:sldLayoutId id="2147484095" r:id="rId16"/>
    <p:sldLayoutId id="2147484096" r:id="rId17"/>
    <p:sldLayoutId id="2147484097" r:id="rId18"/>
    <p:sldLayoutId id="2147484098" r:id="rId19"/>
    <p:sldLayoutId id="2147484099" r:id="rId20"/>
  </p:sldLayoutIdLst>
  <p:timing>
    <p:tnLst>
      <p:par>
        <p:cTn id="1" dur="indefinite" restart="never" nodeType="tmRoot"/>
      </p:par>
    </p:tnLst>
  </p:timing>
  <p:hf hdr="0" ftr="0" dt="0"/>
  <p:txStyles>
    <p:titleStyle>
      <a:lvl1pPr algn="l" rtl="0" fontAlgn="base">
        <a:lnSpc>
          <a:spcPct val="90000"/>
        </a:lnSpc>
        <a:spcBef>
          <a:spcPct val="0"/>
        </a:spcBef>
        <a:spcAft>
          <a:spcPct val="0"/>
        </a:spcAft>
        <a:defRPr lang="de-DE" sz="2800" kern="1200" dirty="0">
          <a:solidFill>
            <a:schemeClr val="tx2"/>
          </a:solidFill>
          <a:latin typeface="Arial" pitchFamily="34" charset="0"/>
          <a:ea typeface="+mj-ea"/>
          <a:cs typeface="Arial" pitchFamily="34" charset="0"/>
        </a:defRPr>
      </a:lvl1pPr>
      <a:lvl2pPr algn="l" rtl="0" fontAlgn="base">
        <a:lnSpc>
          <a:spcPct val="90000"/>
        </a:lnSpc>
        <a:spcBef>
          <a:spcPct val="0"/>
        </a:spcBef>
        <a:spcAft>
          <a:spcPct val="0"/>
        </a:spcAft>
        <a:defRPr sz="2800">
          <a:solidFill>
            <a:schemeClr val="tx2"/>
          </a:solidFill>
          <a:latin typeface="Arial" charset="0"/>
          <a:cs typeface="Arial" charset="0"/>
        </a:defRPr>
      </a:lvl2pPr>
      <a:lvl3pPr algn="l" rtl="0" fontAlgn="base">
        <a:lnSpc>
          <a:spcPct val="90000"/>
        </a:lnSpc>
        <a:spcBef>
          <a:spcPct val="0"/>
        </a:spcBef>
        <a:spcAft>
          <a:spcPct val="0"/>
        </a:spcAft>
        <a:defRPr sz="2800">
          <a:solidFill>
            <a:schemeClr val="tx2"/>
          </a:solidFill>
          <a:latin typeface="Arial" charset="0"/>
          <a:cs typeface="Arial" charset="0"/>
        </a:defRPr>
      </a:lvl3pPr>
      <a:lvl4pPr algn="l" rtl="0" fontAlgn="base">
        <a:lnSpc>
          <a:spcPct val="90000"/>
        </a:lnSpc>
        <a:spcBef>
          <a:spcPct val="0"/>
        </a:spcBef>
        <a:spcAft>
          <a:spcPct val="0"/>
        </a:spcAft>
        <a:defRPr sz="2800">
          <a:solidFill>
            <a:schemeClr val="tx2"/>
          </a:solidFill>
          <a:latin typeface="Arial" charset="0"/>
          <a:cs typeface="Arial" charset="0"/>
        </a:defRPr>
      </a:lvl4pPr>
      <a:lvl5pPr algn="l" rtl="0" fontAlgn="base">
        <a:lnSpc>
          <a:spcPct val="90000"/>
        </a:lnSpc>
        <a:spcBef>
          <a:spcPct val="0"/>
        </a:spcBef>
        <a:spcAft>
          <a:spcPct val="0"/>
        </a:spcAft>
        <a:defRPr sz="2800">
          <a:solidFill>
            <a:schemeClr val="tx2"/>
          </a:solidFill>
          <a:latin typeface="Arial" charset="0"/>
          <a:cs typeface="Arial" charset="0"/>
        </a:defRPr>
      </a:lvl5pPr>
      <a:lvl6pPr marL="457200" algn="l" rtl="0" fontAlgn="base">
        <a:lnSpc>
          <a:spcPct val="90000"/>
        </a:lnSpc>
        <a:spcBef>
          <a:spcPct val="0"/>
        </a:spcBef>
        <a:spcAft>
          <a:spcPct val="0"/>
        </a:spcAft>
        <a:defRPr sz="2800">
          <a:solidFill>
            <a:schemeClr val="tx2"/>
          </a:solidFill>
          <a:latin typeface="Arial" charset="0"/>
          <a:cs typeface="Arial" charset="0"/>
        </a:defRPr>
      </a:lvl6pPr>
      <a:lvl7pPr marL="914400" algn="l" rtl="0" fontAlgn="base">
        <a:lnSpc>
          <a:spcPct val="90000"/>
        </a:lnSpc>
        <a:spcBef>
          <a:spcPct val="0"/>
        </a:spcBef>
        <a:spcAft>
          <a:spcPct val="0"/>
        </a:spcAft>
        <a:defRPr sz="2800">
          <a:solidFill>
            <a:schemeClr val="tx2"/>
          </a:solidFill>
          <a:latin typeface="Arial" charset="0"/>
          <a:cs typeface="Arial" charset="0"/>
        </a:defRPr>
      </a:lvl7pPr>
      <a:lvl8pPr marL="1371600" algn="l" rtl="0" fontAlgn="base">
        <a:lnSpc>
          <a:spcPct val="90000"/>
        </a:lnSpc>
        <a:spcBef>
          <a:spcPct val="0"/>
        </a:spcBef>
        <a:spcAft>
          <a:spcPct val="0"/>
        </a:spcAft>
        <a:defRPr sz="2800">
          <a:solidFill>
            <a:schemeClr val="tx2"/>
          </a:solidFill>
          <a:latin typeface="Arial" charset="0"/>
          <a:cs typeface="Arial" charset="0"/>
        </a:defRPr>
      </a:lvl8pPr>
      <a:lvl9pPr marL="1828800" algn="l" rtl="0" fontAlgn="base">
        <a:lnSpc>
          <a:spcPct val="90000"/>
        </a:lnSpc>
        <a:spcBef>
          <a:spcPct val="0"/>
        </a:spcBef>
        <a:spcAft>
          <a:spcPct val="0"/>
        </a:spcAft>
        <a:defRPr sz="2800">
          <a:solidFill>
            <a:schemeClr val="tx2"/>
          </a:solidFill>
          <a:latin typeface="Arial" charset="0"/>
          <a:cs typeface="Arial" charset="0"/>
        </a:defRPr>
      </a:lvl9pPr>
    </p:titleStyle>
    <p:bodyStyle>
      <a:lvl1pPr marL="179388" indent="-179388" algn="l" rtl="0" fontAlgn="base">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1pPr>
      <a:lvl2pPr marL="355600" indent="-177800" algn="l" rtl="0" fontAlgn="base">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2pPr>
      <a:lvl3pPr marL="533400" indent="-177800" algn="l" rtl="0" fontAlgn="base">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3pPr>
      <a:lvl4pPr marL="723900" indent="-190500" algn="l" rtl="0" fontAlgn="base">
        <a:spcBef>
          <a:spcPts val="1100"/>
        </a:spcBef>
        <a:spcAft>
          <a:spcPct val="0"/>
        </a:spcAft>
        <a:buClr>
          <a:schemeClr val="tx2"/>
        </a:buClr>
        <a:buSzPct val="70000"/>
        <a:buFont typeface="Arial" pitchFamily="34" charset="0"/>
        <a:buChar char="•"/>
        <a:defRPr sz="1600" b="0" kern="1200">
          <a:solidFill>
            <a:schemeClr val="tx1"/>
          </a:solidFill>
          <a:latin typeface="Arial" pitchFamily="34" charset="0"/>
          <a:ea typeface="+mn-ea"/>
          <a:cs typeface="Arial" pitchFamily="34" charset="0"/>
        </a:defRPr>
      </a:lvl4pPr>
      <a:lvl5pPr marL="901700" indent="-177800" algn="l" rtl="0" fontAlgn="base">
        <a:spcBef>
          <a:spcPts val="1100"/>
        </a:spcBef>
        <a:spcAft>
          <a:spcPct val="0"/>
        </a:spcAft>
        <a:buClr>
          <a:schemeClr val="accent1"/>
        </a:buClr>
        <a:buSzPct val="70000"/>
        <a:buFont typeface="Arial" pitchFamily="34" charset="0"/>
        <a:buChar char="•"/>
        <a:defRPr sz="1600" b="1" kern="1200">
          <a:solidFill>
            <a:schemeClr val="tx1"/>
          </a:solidFill>
          <a:latin typeface="Arial" pitchFamily="34" charset="0"/>
          <a:ea typeface="+mn-ea"/>
          <a:cs typeface="Arial" pitchFamily="34" charset="0"/>
        </a:defRPr>
      </a:lvl5pPr>
      <a:lvl6pPr marL="0" indent="0" algn="l" defTabSz="914400" rtl="0" eaLnBrk="1" latinLnBrk="0" hangingPunct="1">
        <a:spcBef>
          <a:spcPts val="1100"/>
        </a:spcBef>
        <a:buFont typeface="Arial" pitchFamily="34" charset="0"/>
        <a:buNone/>
        <a:defRPr sz="1600" b="1" kern="1200" baseline="0">
          <a:solidFill>
            <a:schemeClr val="accent1"/>
          </a:solidFill>
          <a:latin typeface="+mn-lt"/>
          <a:ea typeface="+mn-ea"/>
          <a:cs typeface="+mn-cs"/>
        </a:defRPr>
      </a:lvl6pPr>
      <a:lvl7pPr marL="0" indent="0" algn="l" defTabSz="914400" rtl="0" eaLnBrk="1" latinLnBrk="0" hangingPunct="1">
        <a:spcBef>
          <a:spcPts val="1100"/>
        </a:spcBef>
        <a:buFont typeface="Arial" pitchFamily="34" charset="0"/>
        <a:buNone/>
        <a:defRPr sz="1600" b="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hyperlink" Target="http://search.abb.com/library/Download.aspx?DocumentID=PIC/Online_help&amp;LanguageCode=en&amp;DocumentPartId=&amp;Action=Launch" TargetMode="Externa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hyperlink" Target="http://search.abb.com/library/Download.aspx?DocumentID=PIC/Online_help&amp;LanguageCode=en&amp;DocumentPartId=&amp;Action=Launch" TargetMode="External"/><Relationship Id="rId5" Type="http://schemas.openxmlformats.org/officeDocument/2006/relationships/image" Target="../media/image8.jpe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tags" Target="../tags/tag29.xml"/><Relationship Id="rId18" Type="http://schemas.openxmlformats.org/officeDocument/2006/relationships/tags" Target="../tags/tag34.xml"/><Relationship Id="rId26" Type="http://schemas.openxmlformats.org/officeDocument/2006/relationships/image" Target="../media/image11.png"/><Relationship Id="rId3" Type="http://schemas.openxmlformats.org/officeDocument/2006/relationships/tags" Target="../tags/tag19.xml"/><Relationship Id="rId21" Type="http://schemas.openxmlformats.org/officeDocument/2006/relationships/notesSlide" Target="../notesSlides/notesSlide3.xml"/><Relationship Id="rId7" Type="http://schemas.openxmlformats.org/officeDocument/2006/relationships/tags" Target="../tags/tag23.xml"/><Relationship Id="rId12" Type="http://schemas.openxmlformats.org/officeDocument/2006/relationships/tags" Target="../tags/tag28.xml"/><Relationship Id="rId17" Type="http://schemas.openxmlformats.org/officeDocument/2006/relationships/tags" Target="../tags/tag33.xml"/><Relationship Id="rId25" Type="http://schemas.microsoft.com/office/2007/relationships/hdphoto" Target="../media/hdphoto2.wdp"/><Relationship Id="rId2" Type="http://schemas.openxmlformats.org/officeDocument/2006/relationships/tags" Target="../tags/tag18.xml"/><Relationship Id="rId16" Type="http://schemas.openxmlformats.org/officeDocument/2006/relationships/tags" Target="../tags/tag32.xml"/><Relationship Id="rId20" Type="http://schemas.openxmlformats.org/officeDocument/2006/relationships/slideLayout" Target="../slideLayouts/slideLayout19.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tags" Target="../tags/tag27.xml"/><Relationship Id="rId24" Type="http://schemas.openxmlformats.org/officeDocument/2006/relationships/image" Target="../media/image10.png"/><Relationship Id="rId5" Type="http://schemas.openxmlformats.org/officeDocument/2006/relationships/tags" Target="../tags/tag21.xml"/><Relationship Id="rId15" Type="http://schemas.openxmlformats.org/officeDocument/2006/relationships/tags" Target="../tags/tag31.xml"/><Relationship Id="rId23" Type="http://schemas.microsoft.com/office/2007/relationships/hdphoto" Target="../media/hdphoto1.wdp"/><Relationship Id="rId28" Type="http://schemas.openxmlformats.org/officeDocument/2006/relationships/hyperlink" Target="http://search.abb.com/library/Download.aspx?DocumentID=PIC/Online_help&amp;LanguageCode=en&amp;DocumentPartId=&amp;Action=Launch" TargetMode="External"/><Relationship Id="rId10" Type="http://schemas.openxmlformats.org/officeDocument/2006/relationships/tags" Target="../tags/tag26.xml"/><Relationship Id="rId19" Type="http://schemas.openxmlformats.org/officeDocument/2006/relationships/tags" Target="../tags/tag35.xml"/><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tags" Target="../tags/tag30.xml"/><Relationship Id="rId22" Type="http://schemas.openxmlformats.org/officeDocument/2006/relationships/image" Target="../media/image9.png"/><Relationship Id="rId27"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tags" Target="../tags/tag43.xml"/><Relationship Id="rId13" Type="http://schemas.microsoft.com/office/2007/relationships/hdphoto" Target="../media/hdphoto1.wdp"/><Relationship Id="rId18" Type="http://schemas.microsoft.com/office/2007/relationships/hdphoto" Target="../media/hdphoto3.wdp"/><Relationship Id="rId3" Type="http://schemas.openxmlformats.org/officeDocument/2006/relationships/tags" Target="../tags/tag38.xml"/><Relationship Id="rId21" Type="http://schemas.openxmlformats.org/officeDocument/2006/relationships/hyperlink" Target="http://search.abb.com/library/Download.aspx?DocumentID=PIC/Online_help&amp;LanguageCode=en&amp;DocumentPartId=&amp;Action=Launch" TargetMode="External"/><Relationship Id="rId7" Type="http://schemas.openxmlformats.org/officeDocument/2006/relationships/tags" Target="../tags/tag42.xml"/><Relationship Id="rId12" Type="http://schemas.openxmlformats.org/officeDocument/2006/relationships/image" Target="../media/image9.png"/><Relationship Id="rId17" Type="http://schemas.openxmlformats.org/officeDocument/2006/relationships/image" Target="../media/image13.jpeg"/><Relationship Id="rId2" Type="http://schemas.openxmlformats.org/officeDocument/2006/relationships/tags" Target="../tags/tag37.xml"/><Relationship Id="rId16" Type="http://schemas.openxmlformats.org/officeDocument/2006/relationships/image" Target="../media/image11.png"/><Relationship Id="rId20" Type="http://schemas.openxmlformats.org/officeDocument/2006/relationships/image" Target="../media/image12.png"/><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notesSlide" Target="../notesSlides/notesSlide4.xml"/><Relationship Id="rId5" Type="http://schemas.openxmlformats.org/officeDocument/2006/relationships/tags" Target="../tags/tag40.xml"/><Relationship Id="rId15" Type="http://schemas.microsoft.com/office/2007/relationships/hdphoto" Target="../media/hdphoto2.wdp"/><Relationship Id="rId10" Type="http://schemas.openxmlformats.org/officeDocument/2006/relationships/slideLayout" Target="../slideLayouts/slideLayout6.xml"/><Relationship Id="rId19" Type="http://schemas.openxmlformats.org/officeDocument/2006/relationships/image" Target="../media/image14.jpeg"/><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6.xml"/><Relationship Id="rId3" Type="http://schemas.openxmlformats.org/officeDocument/2006/relationships/tags" Target="../tags/tag47.xml"/><Relationship Id="rId7" Type="http://schemas.openxmlformats.org/officeDocument/2006/relationships/tags" Target="../tags/tag51.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5" Type="http://schemas.openxmlformats.org/officeDocument/2006/relationships/tags" Target="../tags/tag49.xml"/><Relationship Id="rId10" Type="http://schemas.openxmlformats.org/officeDocument/2006/relationships/hyperlink" Target="http://search.abb.com/library/Download.aspx?DocumentID=PIC/Online_help&amp;LanguageCode=en&amp;DocumentPartId=&amp;Action=Launch" TargetMode="External"/><Relationship Id="rId4" Type="http://schemas.openxmlformats.org/officeDocument/2006/relationships/tags" Target="../tags/tag48.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slideLayout" Target="../slideLayouts/slideLayout6.xml"/><Relationship Id="rId18" Type="http://schemas.openxmlformats.org/officeDocument/2006/relationships/image" Target="../media/image17.png"/><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tags" Target="../tags/tag63.xml"/><Relationship Id="rId17" Type="http://schemas.openxmlformats.org/officeDocument/2006/relationships/hyperlink" Target="http://search.abb.com/library/Download.aspx?DocumentID=PIC/Online_help&amp;LanguageCode=en&amp;DocumentPartId=&amp;Action=Launch" TargetMode="External"/><Relationship Id="rId2" Type="http://schemas.openxmlformats.org/officeDocument/2006/relationships/tags" Target="../tags/tag53.xml"/><Relationship Id="rId16" Type="http://schemas.openxmlformats.org/officeDocument/2006/relationships/image" Target="../media/image16.png"/><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5" Type="http://schemas.openxmlformats.org/officeDocument/2006/relationships/tags" Target="../tags/tag56.xml"/><Relationship Id="rId15" Type="http://schemas.openxmlformats.org/officeDocument/2006/relationships/image" Target="../media/image15.png"/><Relationship Id="rId10" Type="http://schemas.openxmlformats.org/officeDocument/2006/relationships/tags" Target="../tags/tag61.xml"/><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slideLayout" Target="../slideLayouts/slideLayout6.xml"/><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tags" Target="../tags/tag75.xml"/><Relationship Id="rId2" Type="http://schemas.openxmlformats.org/officeDocument/2006/relationships/tags" Target="../tags/tag65.xml"/><Relationship Id="rId16" Type="http://schemas.openxmlformats.org/officeDocument/2006/relationships/image" Target="../media/image18.png"/><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tags" Target="../tags/tag74.xml"/><Relationship Id="rId5" Type="http://schemas.openxmlformats.org/officeDocument/2006/relationships/tags" Target="../tags/tag68.xml"/><Relationship Id="rId15" Type="http://schemas.openxmlformats.org/officeDocument/2006/relationships/hyperlink" Target="http://search.abb.com/library/Download.aspx?DocumentID=PIC/Online_help&amp;LanguageCode=en&amp;DocumentPartId=&amp;Action=Launch" TargetMode="External"/><Relationship Id="rId10" Type="http://schemas.openxmlformats.org/officeDocument/2006/relationships/tags" Target="../tags/tag73.xml"/><Relationship Id="rId4" Type="http://schemas.openxmlformats.org/officeDocument/2006/relationships/tags" Target="../tags/tag67.xml"/><Relationship Id="rId9" Type="http://schemas.openxmlformats.org/officeDocument/2006/relationships/tags" Target="../tags/tag7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tags" Target="../tags/tag83.xml"/><Relationship Id="rId13" Type="http://schemas.openxmlformats.org/officeDocument/2006/relationships/slideLayout" Target="../slideLayouts/slideLayout6.xml"/><Relationship Id="rId18" Type="http://schemas.openxmlformats.org/officeDocument/2006/relationships/image" Target="../media/image20.png"/><Relationship Id="rId3" Type="http://schemas.openxmlformats.org/officeDocument/2006/relationships/tags" Target="../tags/tag78.xml"/><Relationship Id="rId7" Type="http://schemas.openxmlformats.org/officeDocument/2006/relationships/tags" Target="../tags/tag82.xml"/><Relationship Id="rId12" Type="http://schemas.openxmlformats.org/officeDocument/2006/relationships/tags" Target="../tags/tag87.xml"/><Relationship Id="rId17" Type="http://schemas.openxmlformats.org/officeDocument/2006/relationships/image" Target="../media/image19.png"/><Relationship Id="rId2" Type="http://schemas.openxmlformats.org/officeDocument/2006/relationships/tags" Target="../tags/tag77.xml"/><Relationship Id="rId16" Type="http://schemas.openxmlformats.org/officeDocument/2006/relationships/hyperlink" Target="http://search.abb.com/library/Download.aspx?DocumentID=PIC/Online_help&amp;LanguageCode=en&amp;DocumentPartId=&amp;Action=Launch" TargetMode="External"/><Relationship Id="rId1" Type="http://schemas.openxmlformats.org/officeDocument/2006/relationships/tags" Target="../tags/tag76.xml"/><Relationship Id="rId6" Type="http://schemas.openxmlformats.org/officeDocument/2006/relationships/tags" Target="../tags/tag81.xml"/><Relationship Id="rId11" Type="http://schemas.openxmlformats.org/officeDocument/2006/relationships/tags" Target="../tags/tag86.xml"/><Relationship Id="rId5" Type="http://schemas.openxmlformats.org/officeDocument/2006/relationships/tags" Target="../tags/tag80.xml"/><Relationship Id="rId15" Type="http://schemas.openxmlformats.org/officeDocument/2006/relationships/image" Target="../media/image12.png"/><Relationship Id="rId10" Type="http://schemas.openxmlformats.org/officeDocument/2006/relationships/tags" Target="../tags/tag85.xml"/><Relationship Id="rId4" Type="http://schemas.openxmlformats.org/officeDocument/2006/relationships/tags" Target="../tags/tag79.xml"/><Relationship Id="rId9" Type="http://schemas.openxmlformats.org/officeDocument/2006/relationships/tags" Target="../tags/tag84.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tags" Target="../tags/tag95.xml"/><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hyperlink" Target="http://search.abb.com/library/Download.aspx?DocumentID=PIC/Online_help&amp;LanguageCode=en&amp;DocumentPartId=&amp;Action=Launch" TargetMode="Externa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2.png"/><Relationship Id="rId5" Type="http://schemas.openxmlformats.org/officeDocument/2006/relationships/tags" Target="../tags/tag92.xml"/><Relationship Id="rId10" Type="http://schemas.openxmlformats.org/officeDocument/2006/relationships/notesSlide" Target="../notesSlides/notesSlide9.xml"/><Relationship Id="rId4" Type="http://schemas.openxmlformats.org/officeDocument/2006/relationships/tags" Target="../tags/tag91.xml"/><Relationship Id="rId9"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hyperlink" Target="http://search.abb.com/library/Download.aspx?DocumentID=PIC/Online_help&amp;LanguageCode=en&amp;DocumentPartId=&amp;Action=Launch" TargetMode="External"/><Relationship Id="rId3" Type="http://schemas.openxmlformats.org/officeDocument/2006/relationships/tags" Target="../tags/tag98.xml"/><Relationship Id="rId7" Type="http://schemas.openxmlformats.org/officeDocument/2006/relationships/tags" Target="../tags/tag102.xml"/><Relationship Id="rId12" Type="http://schemas.openxmlformats.org/officeDocument/2006/relationships/image" Target="../media/image23.png"/><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image" Target="../media/image22.png"/><Relationship Id="rId5" Type="http://schemas.openxmlformats.org/officeDocument/2006/relationships/tags" Target="../tags/tag100.xml"/><Relationship Id="rId10" Type="http://schemas.openxmlformats.org/officeDocument/2006/relationships/image" Target="../media/image21.png"/><Relationship Id="rId4" Type="http://schemas.openxmlformats.org/officeDocument/2006/relationships/tags" Target="../tags/tag99.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hyperlink" Target="http://search.abb.com/library/Download.aspx?DocumentID=PIC/Online_help&amp;LanguageCode=en&amp;DocumentPartId=&amp;Action=Launch" TargetMode="Externa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slide" Target="slide3.xml"/><Relationship Id="rId5" Type="http://schemas.openxmlformats.org/officeDocument/2006/relationships/image" Target="../media/image24.jpe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0.xml"/><Relationship Id="rId1" Type="http://schemas.openxmlformats.org/officeDocument/2006/relationships/tags" Target="../tags/tag10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8146" name="Rectangle 2"/>
          <p:cNvSpPr>
            <a:spLocks noGrp="1" noChangeArrowheads="1"/>
          </p:cNvSpPr>
          <p:nvPr>
            <p:ph type="ctrTitle"/>
          </p:nvPr>
        </p:nvSpPr>
        <p:spPr bwMode="gray"/>
        <p:txBody>
          <a:bodyPr/>
          <a:lstStyle/>
          <a:p>
            <a:r>
              <a:rPr dirty="0" smtClean="0"/>
              <a:t>Basics in Continuous Gas Analysis</a:t>
            </a:r>
            <a:r>
              <a:t/>
            </a:r>
            <a:br/>
            <a:r>
              <a:rPr lang="en-US" dirty="0">
                <a:solidFill>
                  <a:schemeClr val="hlink"/>
                </a:solidFill>
              </a:rPr>
              <a:t>Calibration with Test gases</a:t>
            </a:r>
            <a:r>
              <a:t/>
            </a:r>
            <a:br/>
            <a:endParaRPr lang="en-US" dirty="0">
              <a:solidFill>
                <a:schemeClr val="hlink"/>
              </a:solidFill>
            </a:endParaRPr>
          </a:p>
        </p:txBody>
      </p:sp>
      <p:sp>
        <p:nvSpPr>
          <p:cNvPr id="2438147" name="Rectangle 3"/>
          <p:cNvSpPr>
            <a:spLocks noGrp="1" noChangeArrowheads="1"/>
          </p:cNvSpPr>
          <p:nvPr>
            <p:ph type="subTitle" idx="1"/>
          </p:nvPr>
        </p:nvSpPr>
        <p:spPr bwMode="gray"/>
        <p:txBody>
          <a:bodyPr lIns="169200"/>
          <a:lstStyle/>
          <a:p>
            <a:r>
              <a:rPr lang="en-US" noProof="1"/>
              <a:t>eLearning, </a:t>
            </a:r>
            <a:r>
              <a:rPr lang="en-US" dirty="0"/>
              <a:t>BU </a:t>
            </a:r>
            <a:r>
              <a:rPr lang="en-US" noProof="1"/>
              <a:t>Measurement Products</a:t>
            </a:r>
          </a:p>
        </p:txBody>
      </p:sp>
      <p:sp>
        <p:nvSpPr>
          <p:cNvPr id="2" name="Slide Number Placeholder 1"/>
          <p:cNvSpPr>
            <a:spLocks noGrp="1"/>
          </p:cNvSpPr>
          <p:nvPr>
            <p:ph type="sldNum" sz="quarter" idx="4"/>
          </p:nvPr>
        </p:nvSpPr>
        <p:spPr/>
        <p:txBody>
          <a:bodyPr/>
          <a:lstStyle/>
          <a:p>
            <a:pPr>
              <a:defRPr/>
            </a:pPr>
            <a:r>
              <a:rPr dirty="0" smtClean="0"/>
              <a:t>Slide </a:t>
            </a:r>
            <a:fld id="{60C67920-923A-4F98-A587-72BEC0D9EE68}" type="slidenum">
              <a:rPr lang="en-US" smtClean="0"/>
              <a:pPr>
                <a:defRPr/>
              </a:pPr>
              <a:t>1</a:t>
            </a:fld>
            <a:endParaRPr lang="en-US" dirty="0"/>
          </a:p>
        </p:txBody>
      </p:sp>
      <p:sp>
        <p:nvSpPr>
          <p:cNvPr id="8" name="AutoShape 10">
            <a:hlinkClick r:id="rId4" highlightClick="1"/>
          </p:cNvPr>
          <p:cNvSpPr>
            <a:spLocks noChangeArrowheads="1"/>
          </p:cNvSpPr>
          <p:nvPr/>
        </p:nvSpPr>
        <p:spPr bwMode="gray">
          <a:xfrm>
            <a:off x="8496300" y="15875"/>
            <a:ext cx="431800" cy="185738"/>
          </a:xfrm>
          <a:prstGeom prst="actionButtonBlank">
            <a:avLst/>
          </a:prstGeom>
          <a:solidFill>
            <a:srgbClr val="EAEAEA"/>
          </a:solidFill>
          <a:ln w="9525">
            <a:noFill/>
            <a:miter lim="800000"/>
            <a:headEnd/>
            <a:tailEnd/>
          </a:ln>
          <a:effectLst/>
        </p:spPr>
        <p:txBody>
          <a:bodyPr wrap="none" anchor="ctr"/>
          <a:lstStyle/>
          <a:p>
            <a:pPr algn="ctr" eaLnBrk="0" hangingPunct="0">
              <a:spcBef>
                <a:spcPct val="40000"/>
              </a:spcBef>
              <a:buClr>
                <a:schemeClr val="accent1"/>
              </a:buClr>
              <a:buSzPct val="80000"/>
              <a:buFont typeface="Wingdings" pitchFamily="2" charset="2"/>
              <a:buNone/>
            </a:pPr>
            <a:r>
              <a:rPr kumimoji="1" lang="en-US" sz="1200" noProof="1">
                <a:solidFill>
                  <a:schemeClr val="accent1"/>
                </a:solidFill>
              </a:rPr>
              <a:t>Help</a:t>
            </a:r>
          </a:p>
        </p:txBody>
      </p:sp>
    </p:spTree>
    <p:custDataLst>
      <p:tags r:id="rId1"/>
    </p:custDataLst>
    <p:extLst>
      <p:ext uri="{BB962C8B-B14F-4D97-AF65-F5344CB8AC3E}">
        <p14:creationId xmlns:p14="http://schemas.microsoft.com/office/powerpoint/2010/main" val="3170877001"/>
      </p:ext>
    </p:extLst>
  </p:cSld>
  <p:clrMapOvr>
    <a:masterClrMapping/>
  </p:clrMapOvr>
  <mc:AlternateContent xmlns:mc="http://schemas.openxmlformats.org/markup-compatibility/2006" xmlns:p14="http://schemas.microsoft.com/office/powerpoint/2010/main">
    <mc:Choice Requires="p14">
      <p:transition spd="med" p14:dur="700" advTm="35714">
        <p:fade/>
      </p:transition>
    </mc:Choice>
    <mc:Fallback xmlns="">
      <p:transition spd="med" advTm="35714">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99236" name="Rectangle 4"/>
          <p:cNvSpPr>
            <a:spLocks noGrp="1" noChangeArrowheads="1"/>
          </p:cNvSpPr>
          <p:nvPr>
            <p:ph type="title"/>
          </p:nvPr>
        </p:nvSpPr>
        <p:spPr bwMode="gray"/>
        <p:txBody>
          <a:bodyPr/>
          <a:lstStyle/>
          <a:p>
            <a:r>
              <a:rPr dirty="0" smtClean="0"/>
              <a:t>Learning objectives</a:t>
            </a:r>
          </a:p>
        </p:txBody>
      </p:sp>
      <p:pic>
        <p:nvPicPr>
          <p:cNvPr id="2399234" name="Picture 2" descr="iStock_000008190739Small"/>
          <p:cNvPicPr>
            <a:picLocks noChangeAspect="1" noChangeArrowheads="1"/>
          </p:cNvPicPr>
          <p:nvPr>
            <p:custDataLst>
              <p:tags r:id="rId2"/>
            </p:custDataLst>
          </p:nvPr>
        </p:nvPicPr>
        <p:blipFill>
          <a:blip r:embed="rId5"/>
          <a:srcRect l="11684" b="28409"/>
          <a:stretch>
            <a:fillRect/>
          </a:stretch>
        </p:blipFill>
        <p:spPr bwMode="gray">
          <a:xfrm>
            <a:off x="215900" y="1592263"/>
            <a:ext cx="8712200" cy="4608512"/>
          </a:xfrm>
          <a:prstGeom prst="rect">
            <a:avLst/>
          </a:prstGeom>
          <a:noFill/>
        </p:spPr>
      </p:pic>
      <p:sp>
        <p:nvSpPr>
          <p:cNvPr id="2399235" name="Rectangle 3"/>
          <p:cNvSpPr>
            <a:spLocks noChangeArrowheads="1"/>
          </p:cNvSpPr>
          <p:nvPr/>
        </p:nvSpPr>
        <p:spPr bwMode="gray">
          <a:xfrm>
            <a:off x="1331912" y="1592263"/>
            <a:ext cx="7596187" cy="4608512"/>
          </a:xfrm>
          <a:prstGeom prst="rect">
            <a:avLst/>
          </a:prstGeom>
          <a:solidFill>
            <a:schemeClr val="bg1"/>
          </a:solidFill>
          <a:ln w="28575" algn="ctr">
            <a:noFill/>
            <a:miter lim="800000"/>
            <a:headEnd/>
            <a:tailEnd/>
          </a:ln>
          <a:effectLst/>
        </p:spPr>
        <p:txBody>
          <a:bodyPr wrap="none" lIns="0" tIns="0" rIns="0" bIns="0" anchor="ctr"/>
          <a:lstStyle/>
          <a:p>
            <a:pPr marL="182563" indent="-182563" algn="ctr"/>
            <a:endParaRPr lang="de-DE"/>
          </a:p>
        </p:txBody>
      </p:sp>
      <p:sp>
        <p:nvSpPr>
          <p:cNvPr id="2399240" name="Text Box 8"/>
          <p:cNvSpPr txBox="1">
            <a:spLocks noChangeArrowheads="1"/>
          </p:cNvSpPr>
          <p:nvPr/>
        </p:nvSpPr>
        <p:spPr bwMode="gray">
          <a:xfrm>
            <a:off x="215900" y="6951663"/>
            <a:ext cx="8712200" cy="168275"/>
          </a:xfrm>
          <a:prstGeom prst="rect">
            <a:avLst/>
          </a:prstGeom>
          <a:noFill/>
          <a:ln w="28575" algn="ctr">
            <a:noFill/>
            <a:miter lim="800000"/>
            <a:headEnd/>
            <a:tailEnd/>
          </a:ln>
          <a:effectLst/>
        </p:spPr>
        <p:txBody>
          <a:bodyPr lIns="0" tIns="0" rIns="0" bIns="0">
            <a:spAutoFit/>
          </a:bodyPr>
          <a:lstStyle/>
          <a:p>
            <a:pPr marL="182563" indent="-182563" algn="r">
              <a:buFont typeface="Wingdings" pitchFamily="2" charset="2"/>
              <a:buNone/>
            </a:pPr>
            <a:r>
              <a:rPr lang="de-DE" sz="1100">
                <a:solidFill>
                  <a:schemeClr val="tx1"/>
                </a:solidFill>
              </a:rPr>
              <a:t>Please be aware that this presentation contains one or more copyrighted picture(s). You are only allowed to use these images for the purposes of this presentation.</a:t>
            </a:r>
          </a:p>
        </p:txBody>
      </p:sp>
      <p:sp>
        <p:nvSpPr>
          <p:cNvPr id="2399241" name="Rectangle 9"/>
          <p:cNvSpPr>
            <a:spLocks noChangeArrowheads="1"/>
          </p:cNvSpPr>
          <p:nvPr/>
        </p:nvSpPr>
        <p:spPr bwMode="gray">
          <a:xfrm>
            <a:off x="0" y="0"/>
            <a:ext cx="9144000" cy="1592263"/>
          </a:xfrm>
          <a:prstGeom prst="rect">
            <a:avLst/>
          </a:prstGeom>
          <a:noFill/>
          <a:ln w="9525" algn="ctr">
            <a:noFill/>
            <a:miter lim="800000"/>
            <a:headEnd/>
            <a:tailEnd/>
          </a:ln>
          <a:effectLst/>
        </p:spPr>
        <p:txBody>
          <a:bodyPr lIns="187200" tIns="720000" rIns="216000" bIns="0"/>
          <a:lstStyle/>
          <a:p>
            <a:pPr>
              <a:lnSpc>
                <a:spcPct val="90000"/>
              </a:lnSpc>
            </a:pPr>
            <a:r>
              <a:rPr lang="de-DE" sz="2800" dirty="0">
                <a:solidFill>
                  <a:schemeClr val="accent1"/>
                </a:solidFill>
              </a:rPr>
              <a:t>Calibration</a:t>
            </a:r>
            <a:r>
              <a:rPr dirty="0" smtClean="0"/>
              <a:t> </a:t>
            </a:r>
            <a:r>
              <a:rPr lang="de-DE" sz="2800" dirty="0">
                <a:solidFill>
                  <a:schemeClr val="accent1"/>
                </a:solidFill>
              </a:rPr>
              <a:t>with</a:t>
            </a:r>
            <a:r>
              <a:rPr dirty="0" smtClean="0"/>
              <a:t> </a:t>
            </a:r>
            <a:r>
              <a:rPr lang="de-DE" sz="2800" dirty="0">
                <a:solidFill>
                  <a:schemeClr val="accent1"/>
                </a:solidFill>
              </a:rPr>
              <a:t>test gases</a:t>
            </a:r>
            <a:endParaRPr lang="en-US" sz="2800" dirty="0">
              <a:solidFill>
                <a:schemeClr val="accent1"/>
              </a:solidFill>
            </a:endParaRPr>
          </a:p>
        </p:txBody>
      </p:sp>
      <p:sp>
        <p:nvSpPr>
          <p:cNvPr id="2399237" name="Rectangle 5"/>
          <p:cNvSpPr>
            <a:spLocks noGrp="1" noChangeArrowheads="1"/>
          </p:cNvSpPr>
          <p:nvPr>
            <p:ph type="body" sz="quarter" idx="15"/>
          </p:nvPr>
        </p:nvSpPr>
        <p:spPr bwMode="gray"/>
        <p:txBody>
          <a:bodyPr/>
          <a:lstStyle/>
          <a:p>
            <a:pPr>
              <a:buFont typeface="Wingdings" pitchFamily="2" charset="2"/>
              <a:buNone/>
            </a:pPr>
            <a:r>
              <a:rPr lang="en-US" b="1" dirty="0"/>
              <a:t>After completing this module, you will be able to…</a:t>
            </a:r>
          </a:p>
          <a:p>
            <a:r>
              <a:rPr dirty="0" smtClean="0"/>
              <a:t>Understand why we need test gases for our analyzers</a:t>
            </a:r>
            <a:endParaRPr lang="en-US" dirty="0" smtClean="0"/>
          </a:p>
          <a:p>
            <a:r>
              <a:rPr dirty="0" smtClean="0"/>
              <a:t>Understand what "calibration" means</a:t>
            </a:r>
            <a:endParaRPr lang="en-US" dirty="0"/>
          </a:p>
        </p:txBody>
      </p:sp>
      <p:sp>
        <p:nvSpPr>
          <p:cNvPr id="2" name="Slide Number Placeholder 1"/>
          <p:cNvSpPr>
            <a:spLocks noGrp="1"/>
          </p:cNvSpPr>
          <p:nvPr>
            <p:ph type="sldNum" sz="quarter" idx="4"/>
          </p:nvPr>
        </p:nvSpPr>
        <p:spPr/>
        <p:txBody>
          <a:bodyPr/>
          <a:lstStyle/>
          <a:p>
            <a:pPr>
              <a:defRPr/>
            </a:pPr>
            <a:r>
              <a:rPr dirty="0" smtClean="0"/>
              <a:t>Slide </a:t>
            </a:r>
            <a:fld id="{60C67920-923A-4F98-A587-72BEC0D9EE68}" type="slidenum">
              <a:rPr lang="en-US" smtClean="0"/>
              <a:pPr>
                <a:defRPr/>
              </a:pPr>
              <a:t>2</a:t>
            </a:fld>
            <a:endParaRPr lang="en-US" dirty="0"/>
          </a:p>
        </p:txBody>
      </p:sp>
      <p:sp>
        <p:nvSpPr>
          <p:cNvPr id="11" name="AutoShape 10">
            <a:hlinkClick r:id="rId6" highlightClick="1"/>
          </p:cNvPr>
          <p:cNvSpPr>
            <a:spLocks noChangeArrowheads="1"/>
          </p:cNvSpPr>
          <p:nvPr/>
        </p:nvSpPr>
        <p:spPr bwMode="gray">
          <a:xfrm>
            <a:off x="8496300" y="15875"/>
            <a:ext cx="431800" cy="185738"/>
          </a:xfrm>
          <a:prstGeom prst="actionButtonBlank">
            <a:avLst/>
          </a:prstGeom>
          <a:solidFill>
            <a:srgbClr val="EAEAEA"/>
          </a:solidFill>
          <a:ln w="9525">
            <a:noFill/>
            <a:miter lim="800000"/>
            <a:headEnd/>
            <a:tailEnd/>
          </a:ln>
          <a:effectLst/>
        </p:spPr>
        <p:txBody>
          <a:bodyPr wrap="none" anchor="ctr"/>
          <a:lstStyle/>
          <a:p>
            <a:pPr algn="ctr" eaLnBrk="0" hangingPunct="0">
              <a:spcBef>
                <a:spcPct val="40000"/>
              </a:spcBef>
              <a:buClr>
                <a:schemeClr val="accent1"/>
              </a:buClr>
              <a:buSzPct val="80000"/>
              <a:buFont typeface="Wingdings" pitchFamily="2" charset="2"/>
              <a:buNone/>
            </a:pPr>
            <a:r>
              <a:rPr kumimoji="1" lang="en-US" sz="1200" noProof="1">
                <a:solidFill>
                  <a:schemeClr val="accent1"/>
                </a:solidFill>
              </a:rPr>
              <a:t>Help</a:t>
            </a:r>
          </a:p>
        </p:txBody>
      </p:sp>
    </p:spTree>
    <p:custDataLst>
      <p:tags r:id="rId1"/>
    </p:custDataLst>
    <p:extLst>
      <p:ext uri="{BB962C8B-B14F-4D97-AF65-F5344CB8AC3E}">
        <p14:creationId xmlns:p14="http://schemas.microsoft.com/office/powerpoint/2010/main" val="40163180"/>
      </p:ext>
    </p:extLst>
  </p:cSld>
  <p:clrMapOvr>
    <a:masterClrMapping/>
  </p:clrMapOvr>
  <mc:AlternateContent xmlns:mc="http://schemas.openxmlformats.org/markup-compatibility/2006" xmlns:p14="http://schemas.microsoft.com/office/powerpoint/2010/main">
    <mc:Choice Requires="p14">
      <p:transition spd="med" p14:dur="700" advTm="13464">
        <p:fade/>
      </p:transition>
    </mc:Choice>
    <mc:Fallback xmlns="">
      <p:transition spd="med" advTm="1346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99235"/>
                                        </p:tgtEl>
                                        <p:attrNameLst>
                                          <p:attrName>style.visibility</p:attrName>
                                        </p:attrNameLst>
                                      </p:cBhvr>
                                      <p:to>
                                        <p:strVal val="visible"/>
                                      </p:to>
                                    </p:set>
                                    <p:animEffect transition="in" filter="fade">
                                      <p:cBhvr>
                                        <p:cTn id="7" dur="1000"/>
                                        <p:tgtEl>
                                          <p:spTgt spid="2399235"/>
                                        </p:tgtEl>
                                      </p:cBhvr>
                                    </p:animEffect>
                                  </p:childTnLst>
                                </p:cTn>
                              </p:par>
                            </p:childTnLst>
                          </p:cTn>
                        </p:par>
                        <p:par>
                          <p:cTn id="8" fill="hold">
                            <p:stCondLst>
                              <p:cond delay="1000"/>
                            </p:stCondLst>
                            <p:childTnLst>
                              <p:par>
                                <p:cTn id="9" presetID="42" presetClass="entr" presetSubtype="0" fill="hold" grpId="0" nodeType="afterEffect">
                                  <p:stCondLst>
                                    <p:cond delay="0"/>
                                  </p:stCondLst>
                                  <p:childTnLst>
                                    <p:set>
                                      <p:cBhvr>
                                        <p:cTn id="10" dur="1" fill="hold">
                                          <p:stCondLst>
                                            <p:cond delay="0"/>
                                          </p:stCondLst>
                                        </p:cTn>
                                        <p:tgtEl>
                                          <p:spTgt spid="2399237">
                                            <p:txEl>
                                              <p:pRg st="0" end="0"/>
                                            </p:txEl>
                                          </p:spTgt>
                                        </p:tgtEl>
                                        <p:attrNameLst>
                                          <p:attrName>style.visibility</p:attrName>
                                        </p:attrNameLst>
                                      </p:cBhvr>
                                      <p:to>
                                        <p:strVal val="visible"/>
                                      </p:to>
                                    </p:set>
                                    <p:animEffect transition="in" filter="fade">
                                      <p:cBhvr>
                                        <p:cTn id="11" dur="1000"/>
                                        <p:tgtEl>
                                          <p:spTgt spid="2399237">
                                            <p:txEl>
                                              <p:pRg st="0" end="0"/>
                                            </p:txEl>
                                          </p:spTgt>
                                        </p:tgtEl>
                                      </p:cBhvr>
                                    </p:animEffect>
                                    <p:anim calcmode="lin" valueType="num">
                                      <p:cBhvr>
                                        <p:cTn id="12" dur="1000" fill="hold"/>
                                        <p:tgtEl>
                                          <p:spTgt spid="2399237">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239923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2399237">
                                            <p:txEl>
                                              <p:pRg st="1" end="1"/>
                                            </p:txEl>
                                          </p:spTgt>
                                        </p:tgtEl>
                                        <p:attrNameLst>
                                          <p:attrName>style.visibility</p:attrName>
                                        </p:attrNameLst>
                                      </p:cBhvr>
                                      <p:to>
                                        <p:strVal val="visible"/>
                                      </p:to>
                                    </p:set>
                                    <p:animEffect transition="in" filter="fade">
                                      <p:cBhvr>
                                        <p:cTn id="18" dur="1000"/>
                                        <p:tgtEl>
                                          <p:spTgt spid="2399237">
                                            <p:txEl>
                                              <p:pRg st="1" end="1"/>
                                            </p:txEl>
                                          </p:spTgt>
                                        </p:tgtEl>
                                      </p:cBhvr>
                                    </p:animEffect>
                                    <p:anim calcmode="lin" valueType="num">
                                      <p:cBhvr>
                                        <p:cTn id="19" dur="1000" fill="hold"/>
                                        <p:tgtEl>
                                          <p:spTgt spid="2399237">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239923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2399237">
                                            <p:txEl>
                                              <p:pRg st="2" end="2"/>
                                            </p:txEl>
                                          </p:spTgt>
                                        </p:tgtEl>
                                        <p:attrNameLst>
                                          <p:attrName>style.visibility</p:attrName>
                                        </p:attrNameLst>
                                      </p:cBhvr>
                                      <p:to>
                                        <p:strVal val="visible"/>
                                      </p:to>
                                    </p:set>
                                    <p:animEffect transition="in" filter="fade">
                                      <p:cBhvr>
                                        <p:cTn id="25" dur="1000"/>
                                        <p:tgtEl>
                                          <p:spTgt spid="2399237">
                                            <p:txEl>
                                              <p:pRg st="2" end="2"/>
                                            </p:txEl>
                                          </p:spTgt>
                                        </p:tgtEl>
                                      </p:cBhvr>
                                    </p:animEffect>
                                    <p:anim calcmode="lin" valueType="num">
                                      <p:cBhvr>
                                        <p:cTn id="26" dur="1000" fill="hold"/>
                                        <p:tgtEl>
                                          <p:spTgt spid="2399237">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239923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9235" grpId="0" animBg="1"/>
      <p:bldP spid="2399237"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el 4"/>
          <p:cNvSpPr>
            <a:spLocks noGrp="1"/>
          </p:cNvSpPr>
          <p:nvPr>
            <p:ph type="title"/>
          </p:nvPr>
        </p:nvSpPr>
        <p:spPr/>
        <p:txBody>
          <a:bodyPr/>
          <a:lstStyle/>
          <a:p>
            <a:r>
              <a:rPr lang="en-US" altLang="en-US" smtClean="0"/>
              <a:t>The gas analysis installation in operation</a:t>
            </a:r>
          </a:p>
        </p:txBody>
      </p:sp>
      <p:sp>
        <p:nvSpPr>
          <p:cNvPr id="2" name="Slide Number Placeholder 1"/>
          <p:cNvSpPr>
            <a:spLocks noGrp="1"/>
          </p:cNvSpPr>
          <p:nvPr>
            <p:ph type="sldNum" sz="quarter" idx="4"/>
          </p:nvPr>
        </p:nvSpPr>
        <p:spPr/>
        <p:txBody>
          <a:bodyPr/>
          <a:lstStyle/>
          <a:p>
            <a:r>
              <a:rPr dirty="0" smtClean="0"/>
              <a:t>Slide </a:t>
            </a:r>
            <a:fld id="{60C67920-923A-4F98-A587-72BEC0D9EE68}" type="slidenum">
              <a:rPr lang="en-US" smtClean="0"/>
              <a:pPr/>
              <a:t>3</a:t>
            </a:fld>
            <a:endParaRPr lang="en-US" dirty="0"/>
          </a:p>
        </p:txBody>
      </p:sp>
      <p:sp>
        <p:nvSpPr>
          <p:cNvPr id="178" name="Rectangle 76"/>
          <p:cNvSpPr>
            <a:spLocks noChangeArrowheads="1"/>
          </p:cNvSpPr>
          <p:nvPr/>
        </p:nvSpPr>
        <p:spPr bwMode="auto">
          <a:xfrm flipV="1">
            <a:off x="215900" y="1592261"/>
            <a:ext cx="8705850" cy="1557594"/>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pic>
        <p:nvPicPr>
          <p:cNvPr id="179" name="Picture 798" descr="refinery copy"/>
          <p:cNvPicPr>
            <a:picLocks noChangeAspect="1" noChangeArrowheads="1"/>
          </p:cNvPicPr>
          <p:nvPr>
            <p:custDataLst>
              <p:tags r:id="rId2"/>
            </p:custDataLst>
          </p:nvPr>
        </p:nvPicPr>
        <p:blipFill>
          <a:blip r:embed="rId22">
            <a:duotone>
              <a:schemeClr val="accent4">
                <a:shade val="45000"/>
                <a:satMod val="135000"/>
              </a:schemeClr>
              <a:prstClr val="white"/>
            </a:duotone>
            <a:extLst>
              <a:ext uri="{BEBA8EAE-BF5A-486C-A8C5-ECC9F3942E4B}">
                <a14:imgProps xmlns:a14="http://schemas.microsoft.com/office/drawing/2010/main">
                  <a14:imgLayer r:embed="rId23">
                    <a14:imgEffect>
                      <a14:sharpenSoften amount="-50000"/>
                    </a14:imgEffect>
                  </a14:imgLayer>
                </a14:imgProps>
              </a:ext>
              <a:ext uri="{28A0092B-C50C-407E-A947-70E740481C1C}">
                <a14:useLocalDpi xmlns:a14="http://schemas.microsoft.com/office/drawing/2010/main" val="0"/>
              </a:ext>
            </a:extLst>
          </a:blip>
          <a:srcRect b="1335"/>
          <a:stretch>
            <a:fillRect/>
          </a:stretch>
        </p:blipFill>
        <p:spPr bwMode="auto">
          <a:xfrm>
            <a:off x="359532" y="3568954"/>
            <a:ext cx="3054350" cy="2630488"/>
          </a:xfrm>
          <a:prstGeom prst="rect">
            <a:avLst/>
          </a:prstGeom>
          <a:noFill/>
          <a:extLst>
            <a:ext uri="{909E8E84-426E-40DD-AFC4-6F175D3DCCD1}">
              <a14:hiddenFill xmlns:a14="http://schemas.microsoft.com/office/drawing/2010/main">
                <a:solidFill>
                  <a:srgbClr val="FFFFFF"/>
                </a:solidFill>
              </a14:hiddenFill>
            </a:ext>
          </a:extLst>
        </p:spPr>
      </p:pic>
      <p:pic>
        <p:nvPicPr>
          <p:cNvPr id="180" name="Picture 785" descr="a1 copy"/>
          <p:cNvPicPr>
            <a:picLocks noChangeAspect="1" noChangeArrowheads="1"/>
          </p:cNvPicPr>
          <p:nvPr>
            <p:custDataLst>
              <p:tags r:id="rId3"/>
            </p:custDataLst>
          </p:nvPr>
        </p:nvPicPr>
        <p:blipFill>
          <a:blip r:embed="rId24">
            <a:duotone>
              <a:schemeClr val="accent4">
                <a:shade val="45000"/>
                <a:satMod val="135000"/>
              </a:schemeClr>
              <a:prstClr val="white"/>
            </a:duotone>
            <a:extLst>
              <a:ext uri="{BEBA8EAE-BF5A-486C-A8C5-ECC9F3942E4B}">
                <a14:imgProps xmlns:a14="http://schemas.microsoft.com/office/drawing/2010/main">
                  <a14:imgLayer r:embed="rId25">
                    <a14:imgEffect>
                      <a14:sharpenSoften amount="-50000"/>
                    </a14:imgEffect>
                  </a14:imgLayer>
                </a14:imgProps>
              </a:ext>
              <a:ext uri="{28A0092B-C50C-407E-A947-70E740481C1C}">
                <a14:useLocalDpi xmlns:a14="http://schemas.microsoft.com/office/drawing/2010/main" val="0"/>
              </a:ext>
            </a:extLst>
          </a:blip>
          <a:srcRect b="2539"/>
          <a:stretch>
            <a:fillRect/>
          </a:stretch>
        </p:blipFill>
        <p:spPr bwMode="auto">
          <a:xfrm>
            <a:off x="2849873" y="3149855"/>
            <a:ext cx="708025" cy="3049587"/>
          </a:xfrm>
          <a:prstGeom prst="rect">
            <a:avLst/>
          </a:prstGeom>
          <a:noFill/>
          <a:extLst>
            <a:ext uri="{909E8E84-426E-40DD-AFC4-6F175D3DCCD1}">
              <a14:hiddenFill xmlns:a14="http://schemas.microsoft.com/office/drawing/2010/main">
                <a:solidFill>
                  <a:srgbClr val="FFFFFF"/>
                </a:solidFill>
              </a14:hiddenFill>
            </a:ext>
          </a:extLst>
        </p:spPr>
      </p:pic>
      <p:sp>
        <p:nvSpPr>
          <p:cNvPr id="181" name="PPTShape_0"/>
          <p:cNvSpPr>
            <a:spLocks noChangeArrowheads="1"/>
          </p:cNvSpPr>
          <p:nvPr/>
        </p:nvSpPr>
        <p:spPr bwMode="auto">
          <a:xfrm>
            <a:off x="215900" y="3140968"/>
            <a:ext cx="8705850" cy="3067006"/>
          </a:xfrm>
          <a:prstGeom prst="rect">
            <a:avLst/>
          </a:prstGeom>
          <a:solidFill>
            <a:srgbClr val="FFFFFF">
              <a:alpha val="50196"/>
            </a:srgbClr>
          </a:solidFill>
          <a:ln>
            <a:noFill/>
          </a:ln>
          <a:effectLst/>
          <a:extLst/>
        </p:spPr>
        <p:txBody>
          <a:bodyPr wrap="none" lIns="72000" tIns="72000" rIns="72000" bIns="72000" anchor="ctr"/>
          <a:lstStyle/>
          <a:p>
            <a:endParaRPr lang="en-US" sz="1200"/>
          </a:p>
        </p:txBody>
      </p:sp>
      <p:cxnSp>
        <p:nvCxnSpPr>
          <p:cNvPr id="10" name="Gerade Verbindung 9"/>
          <p:cNvCxnSpPr/>
          <p:nvPr/>
        </p:nvCxnSpPr>
        <p:spPr bwMode="gray">
          <a:xfrm>
            <a:off x="2532534" y="5438412"/>
            <a:ext cx="2487141" cy="0"/>
          </a:xfrm>
          <a:prstGeom prst="line">
            <a:avLst/>
          </a:prstGeom>
          <a:no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182" name="PPTShape_1"/>
          <p:cNvSpPr>
            <a:spLocks noChangeArrowheads="1"/>
          </p:cNvSpPr>
          <p:nvPr/>
        </p:nvSpPr>
        <p:spPr bwMode="auto">
          <a:xfrm>
            <a:off x="215900" y="5851627"/>
            <a:ext cx="8705850" cy="346821"/>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pic>
        <p:nvPicPr>
          <p:cNvPr id="186" name="Picture 788" descr="cga copy"/>
          <p:cNvPicPr>
            <a:picLocks noChangeAspect="1" noChangeArrowheads="1"/>
          </p:cNvPicPr>
          <p:nvPr>
            <p:custDataLst>
              <p:tags r:id="rId4"/>
            </p:custDataLst>
          </p:nvPr>
        </p:nvPicPr>
        <p:blipFill>
          <a:blip r:embed="rId26">
            <a:extLst>
              <a:ext uri="{28A0092B-C50C-407E-A947-70E740481C1C}">
                <a14:useLocalDpi xmlns:a14="http://schemas.microsoft.com/office/drawing/2010/main" val="0"/>
              </a:ext>
            </a:extLst>
          </a:blip>
          <a:srcRect b="517"/>
          <a:stretch>
            <a:fillRect/>
          </a:stretch>
        </p:blipFill>
        <p:spPr bwMode="auto">
          <a:xfrm>
            <a:off x="1625543" y="2349732"/>
            <a:ext cx="1091068" cy="3849389"/>
          </a:xfrm>
          <a:prstGeom prst="rect">
            <a:avLst/>
          </a:prstGeom>
          <a:noFill/>
          <a:extLst>
            <a:ext uri="{909E8E84-426E-40DD-AFC4-6F175D3DCCD1}">
              <a14:hiddenFill xmlns:a14="http://schemas.microsoft.com/office/drawing/2010/main">
                <a:solidFill>
                  <a:srgbClr val="FFFFFF"/>
                </a:solidFill>
              </a14:hiddenFill>
            </a:ext>
          </a:extLst>
        </p:spPr>
      </p:pic>
      <p:grpSp>
        <p:nvGrpSpPr>
          <p:cNvPr id="187" name="Group 793"/>
          <p:cNvGrpSpPr>
            <a:grpSpLocks/>
          </p:cNvGrpSpPr>
          <p:nvPr>
            <p:custDataLst>
              <p:tags r:id="rId5"/>
            </p:custDataLst>
          </p:nvPr>
        </p:nvGrpSpPr>
        <p:grpSpPr bwMode="auto">
          <a:xfrm>
            <a:off x="2023967" y="2447806"/>
            <a:ext cx="496497" cy="3752849"/>
            <a:chOff x="2662" y="477"/>
            <a:chExt cx="402" cy="3039"/>
          </a:xfrm>
        </p:grpSpPr>
        <p:sp>
          <p:nvSpPr>
            <p:cNvPr id="188" name="AutoShape 792"/>
            <p:cNvSpPr>
              <a:spLocks noChangeArrowheads="1"/>
            </p:cNvSpPr>
            <p:nvPr/>
          </p:nvSpPr>
          <p:spPr bwMode="auto">
            <a:xfrm rot="10800000">
              <a:off x="2662" y="477"/>
              <a:ext cx="402" cy="3039"/>
            </a:xfrm>
            <a:custGeom>
              <a:avLst/>
              <a:gdLst>
                <a:gd name="G0" fmla="+- 6071 0 0"/>
                <a:gd name="G1" fmla="+- 21600 0 6071"/>
                <a:gd name="G2" fmla="*/ 6071 1 2"/>
                <a:gd name="G3" fmla="+- 21600 0 G2"/>
                <a:gd name="G4" fmla="+/ 6071 21600 2"/>
                <a:gd name="G5" fmla="+/ G1 0 2"/>
                <a:gd name="G6" fmla="*/ 21600 21600 6071"/>
                <a:gd name="G7" fmla="*/ G6 1 2"/>
                <a:gd name="G8" fmla="+- 21600 0 G7"/>
                <a:gd name="G9" fmla="*/ 21600 1 2"/>
                <a:gd name="G10" fmla="+- 6071 0 G9"/>
                <a:gd name="G11" fmla="?: G10 G8 0"/>
                <a:gd name="G12" fmla="?: G10 G7 21600"/>
                <a:gd name="T0" fmla="*/ 18564 w 21600"/>
                <a:gd name="T1" fmla="*/ 10800 h 21600"/>
                <a:gd name="T2" fmla="*/ 10800 w 21600"/>
                <a:gd name="T3" fmla="*/ 21600 h 21600"/>
                <a:gd name="T4" fmla="*/ 3036 w 21600"/>
                <a:gd name="T5" fmla="*/ 10800 h 21600"/>
                <a:gd name="T6" fmla="*/ 10800 w 21600"/>
                <a:gd name="T7" fmla="*/ 0 h 21600"/>
                <a:gd name="T8" fmla="*/ 4836 w 21600"/>
                <a:gd name="T9" fmla="*/ 4836 h 21600"/>
                <a:gd name="T10" fmla="*/ 16764 w 21600"/>
                <a:gd name="T11" fmla="*/ 16764 h 21600"/>
              </a:gdLst>
              <a:ahLst/>
              <a:cxnLst>
                <a:cxn ang="0">
                  <a:pos x="T0" y="T1"/>
                </a:cxn>
                <a:cxn ang="0">
                  <a:pos x="T2" y="T3"/>
                </a:cxn>
                <a:cxn ang="0">
                  <a:pos x="T4" y="T5"/>
                </a:cxn>
                <a:cxn ang="0">
                  <a:pos x="T6" y="T7"/>
                </a:cxn>
              </a:cxnLst>
              <a:rect l="T8" t="T9" r="T10" b="T11"/>
              <a:pathLst>
                <a:path w="21600" h="21600">
                  <a:moveTo>
                    <a:pt x="0" y="0"/>
                  </a:moveTo>
                  <a:lnTo>
                    <a:pt x="6071" y="21600"/>
                  </a:lnTo>
                  <a:lnTo>
                    <a:pt x="15529" y="21600"/>
                  </a:lnTo>
                  <a:lnTo>
                    <a:pt x="21600" y="0"/>
                  </a:lnTo>
                  <a:close/>
                </a:path>
              </a:pathLst>
            </a:custGeom>
            <a:gradFill rotWithShape="1">
              <a:gsLst>
                <a:gs pos="0">
                  <a:srgbClr val="C2C2C2"/>
                </a:gs>
                <a:gs pos="100000">
                  <a:schemeClr val="folHlink"/>
                </a:gs>
              </a:gsLst>
              <a:lin ang="5400000" scaled="1"/>
            </a:gradFill>
            <a:ln>
              <a:noFill/>
            </a:ln>
            <a:effectLst/>
            <a:extLs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89" name="AutoShape 791"/>
            <p:cNvSpPr>
              <a:spLocks noChangeArrowheads="1"/>
            </p:cNvSpPr>
            <p:nvPr/>
          </p:nvSpPr>
          <p:spPr bwMode="auto">
            <a:xfrm rot="10800000">
              <a:off x="2700" y="477"/>
              <a:ext cx="326" cy="3039"/>
            </a:xfrm>
            <a:custGeom>
              <a:avLst/>
              <a:gdLst>
                <a:gd name="G0" fmla="+- 6890 0 0"/>
                <a:gd name="G1" fmla="+- 21600 0 6890"/>
                <a:gd name="G2" fmla="*/ 6890 1 2"/>
                <a:gd name="G3" fmla="+- 21600 0 G2"/>
                <a:gd name="G4" fmla="+/ 6890 21600 2"/>
                <a:gd name="G5" fmla="+/ G1 0 2"/>
                <a:gd name="G6" fmla="*/ 21600 21600 6890"/>
                <a:gd name="G7" fmla="*/ G6 1 2"/>
                <a:gd name="G8" fmla="+- 21600 0 G7"/>
                <a:gd name="G9" fmla="*/ 21600 1 2"/>
                <a:gd name="G10" fmla="+- 6890 0 G9"/>
                <a:gd name="G11" fmla="?: G10 G8 0"/>
                <a:gd name="G12" fmla="?: G10 G7 21600"/>
                <a:gd name="T0" fmla="*/ 18155 w 21600"/>
                <a:gd name="T1" fmla="*/ 10800 h 21600"/>
                <a:gd name="T2" fmla="*/ 10800 w 21600"/>
                <a:gd name="T3" fmla="*/ 21600 h 21600"/>
                <a:gd name="T4" fmla="*/ 3445 w 21600"/>
                <a:gd name="T5" fmla="*/ 10800 h 21600"/>
                <a:gd name="T6" fmla="*/ 10800 w 21600"/>
                <a:gd name="T7" fmla="*/ 0 h 21600"/>
                <a:gd name="T8" fmla="*/ 5245 w 21600"/>
                <a:gd name="T9" fmla="*/ 5245 h 21600"/>
                <a:gd name="T10" fmla="*/ 16355 w 21600"/>
                <a:gd name="T11" fmla="*/ 16355 h 21600"/>
              </a:gdLst>
              <a:ahLst/>
              <a:cxnLst>
                <a:cxn ang="0">
                  <a:pos x="T0" y="T1"/>
                </a:cxn>
                <a:cxn ang="0">
                  <a:pos x="T2" y="T3"/>
                </a:cxn>
                <a:cxn ang="0">
                  <a:pos x="T4" y="T5"/>
                </a:cxn>
                <a:cxn ang="0">
                  <a:pos x="T6" y="T7"/>
                </a:cxn>
              </a:cxnLst>
              <a:rect l="T8" t="T9" r="T10" b="T11"/>
              <a:pathLst>
                <a:path w="21600" h="21600">
                  <a:moveTo>
                    <a:pt x="0" y="0"/>
                  </a:moveTo>
                  <a:lnTo>
                    <a:pt x="6890" y="21600"/>
                  </a:lnTo>
                  <a:lnTo>
                    <a:pt x="14710" y="21600"/>
                  </a:lnTo>
                  <a:lnTo>
                    <a:pt x="21600" y="0"/>
                  </a:lnTo>
                  <a:close/>
                </a:path>
              </a:pathLst>
            </a:cu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a:noFill/>
            </a:ln>
            <a:effectLst/>
            <a:extLs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sp>
        <p:nvSpPr>
          <p:cNvPr id="190" name="Freeform 954"/>
          <p:cNvSpPr>
            <a:spLocks/>
          </p:cNvSpPr>
          <p:nvPr/>
        </p:nvSpPr>
        <p:spPr bwMode="auto">
          <a:xfrm rot="120000">
            <a:off x="2197128" y="3221957"/>
            <a:ext cx="191549" cy="2983583"/>
          </a:xfrm>
          <a:custGeom>
            <a:avLst/>
            <a:gdLst>
              <a:gd name="T0" fmla="*/ 78 w 125"/>
              <a:gd name="T1" fmla="*/ 1839 h 1947"/>
              <a:gd name="T2" fmla="*/ 24 w 125"/>
              <a:gd name="T3" fmla="*/ 1006 h 1947"/>
              <a:gd name="T4" fmla="*/ 15 w 125"/>
              <a:gd name="T5" fmla="*/ 384 h 1947"/>
              <a:gd name="T6" fmla="*/ 3 w 125"/>
              <a:gd name="T7" fmla="*/ 177 h 1947"/>
              <a:gd name="T8" fmla="*/ 6 w 125"/>
              <a:gd name="T9" fmla="*/ 4 h 1947"/>
              <a:gd name="T10" fmla="*/ 42 w 125"/>
              <a:gd name="T11" fmla="*/ 199 h 1947"/>
              <a:gd name="T12" fmla="*/ 24 w 125"/>
              <a:gd name="T13" fmla="*/ 251 h 1947"/>
              <a:gd name="T14" fmla="*/ 48 w 125"/>
              <a:gd name="T15" fmla="*/ 387 h 1947"/>
              <a:gd name="T16" fmla="*/ 66 w 125"/>
              <a:gd name="T17" fmla="*/ 907 h 1947"/>
              <a:gd name="T18" fmla="*/ 102 w 125"/>
              <a:gd name="T19" fmla="*/ 1168 h 1947"/>
              <a:gd name="T20" fmla="*/ 99 w 125"/>
              <a:gd name="T21" fmla="*/ 1655 h 1947"/>
              <a:gd name="T22" fmla="*/ 78 w 125"/>
              <a:gd name="T23" fmla="*/ 1839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5" h="1947">
                <a:moveTo>
                  <a:pt x="78" y="1839"/>
                </a:moveTo>
                <a:cubicBezTo>
                  <a:pt x="67" y="1704"/>
                  <a:pt x="34" y="1248"/>
                  <a:pt x="24" y="1006"/>
                </a:cubicBezTo>
                <a:cubicBezTo>
                  <a:pt x="23" y="806"/>
                  <a:pt x="29" y="587"/>
                  <a:pt x="15" y="384"/>
                </a:cubicBezTo>
                <a:cubicBezTo>
                  <a:pt x="12" y="246"/>
                  <a:pt x="5" y="240"/>
                  <a:pt x="3" y="177"/>
                </a:cubicBezTo>
                <a:cubicBezTo>
                  <a:pt x="3" y="142"/>
                  <a:pt x="0" y="0"/>
                  <a:pt x="6" y="4"/>
                </a:cubicBezTo>
                <a:cubicBezTo>
                  <a:pt x="9" y="26"/>
                  <a:pt x="39" y="158"/>
                  <a:pt x="42" y="199"/>
                </a:cubicBezTo>
                <a:cubicBezTo>
                  <a:pt x="38" y="218"/>
                  <a:pt x="29" y="233"/>
                  <a:pt x="24" y="251"/>
                </a:cubicBezTo>
                <a:cubicBezTo>
                  <a:pt x="26" y="296"/>
                  <a:pt x="27" y="348"/>
                  <a:pt x="48" y="387"/>
                </a:cubicBezTo>
                <a:cubicBezTo>
                  <a:pt x="71" y="559"/>
                  <a:pt x="38" y="736"/>
                  <a:pt x="66" y="907"/>
                </a:cubicBezTo>
                <a:cubicBezTo>
                  <a:pt x="70" y="988"/>
                  <a:pt x="81" y="1091"/>
                  <a:pt x="102" y="1168"/>
                </a:cubicBezTo>
                <a:cubicBezTo>
                  <a:pt x="108" y="1329"/>
                  <a:pt x="125" y="1496"/>
                  <a:pt x="99" y="1655"/>
                </a:cubicBezTo>
                <a:cubicBezTo>
                  <a:pt x="95" y="1767"/>
                  <a:pt x="90" y="1947"/>
                  <a:pt x="78" y="1839"/>
                </a:cubicBezTo>
                <a:close/>
              </a:path>
            </a:pathLst>
          </a:custGeom>
          <a:gradFill rotWithShape="1">
            <a:gsLst>
              <a:gs pos="0">
                <a:schemeClr val="bg1">
                  <a:alpha val="39999"/>
                </a:schemeClr>
              </a:gs>
              <a:gs pos="100000">
                <a:schemeClr val="bg1">
                  <a:gamma/>
                  <a:shade val="86275"/>
                  <a:invGamma/>
                  <a:alpha val="39999"/>
                </a:schemeClr>
              </a:gs>
            </a:gsLst>
            <a:lin ang="5400000" scaled="1"/>
          </a:gradFill>
          <a:ln>
            <a:noFill/>
          </a:ln>
          <a:effectLst/>
          <a:extLst>
            <a:ext uri="{91240B29-F687-4F45-9708-019B960494DF}">
              <a14:hiddenLine xmlns:a14="http://schemas.microsoft.com/office/drawing/2010/main" w="28575" cap="flat" cmpd="sng">
                <a:solidFill>
                  <a:schemeClr val="bg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91" name="Freeform 955"/>
          <p:cNvSpPr>
            <a:spLocks/>
          </p:cNvSpPr>
          <p:nvPr/>
        </p:nvSpPr>
        <p:spPr bwMode="auto">
          <a:xfrm rot="120000" flipH="1" flipV="1">
            <a:off x="2174142" y="2516764"/>
            <a:ext cx="191550" cy="3621061"/>
          </a:xfrm>
          <a:custGeom>
            <a:avLst/>
            <a:gdLst>
              <a:gd name="T0" fmla="*/ 78 w 125"/>
              <a:gd name="T1" fmla="*/ 1839 h 1947"/>
              <a:gd name="T2" fmla="*/ 24 w 125"/>
              <a:gd name="T3" fmla="*/ 1006 h 1947"/>
              <a:gd name="T4" fmla="*/ 15 w 125"/>
              <a:gd name="T5" fmla="*/ 384 h 1947"/>
              <a:gd name="T6" fmla="*/ 3 w 125"/>
              <a:gd name="T7" fmla="*/ 177 h 1947"/>
              <a:gd name="T8" fmla="*/ 6 w 125"/>
              <a:gd name="T9" fmla="*/ 4 h 1947"/>
              <a:gd name="T10" fmla="*/ 42 w 125"/>
              <a:gd name="T11" fmla="*/ 199 h 1947"/>
              <a:gd name="T12" fmla="*/ 24 w 125"/>
              <a:gd name="T13" fmla="*/ 251 h 1947"/>
              <a:gd name="T14" fmla="*/ 48 w 125"/>
              <a:gd name="T15" fmla="*/ 387 h 1947"/>
              <a:gd name="T16" fmla="*/ 66 w 125"/>
              <a:gd name="T17" fmla="*/ 907 h 1947"/>
              <a:gd name="T18" fmla="*/ 102 w 125"/>
              <a:gd name="T19" fmla="*/ 1168 h 1947"/>
              <a:gd name="T20" fmla="*/ 99 w 125"/>
              <a:gd name="T21" fmla="*/ 1655 h 1947"/>
              <a:gd name="T22" fmla="*/ 78 w 125"/>
              <a:gd name="T23" fmla="*/ 1839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5" h="1947">
                <a:moveTo>
                  <a:pt x="78" y="1839"/>
                </a:moveTo>
                <a:cubicBezTo>
                  <a:pt x="67" y="1704"/>
                  <a:pt x="34" y="1248"/>
                  <a:pt x="24" y="1006"/>
                </a:cubicBezTo>
                <a:cubicBezTo>
                  <a:pt x="23" y="806"/>
                  <a:pt x="29" y="587"/>
                  <a:pt x="15" y="384"/>
                </a:cubicBezTo>
                <a:cubicBezTo>
                  <a:pt x="12" y="246"/>
                  <a:pt x="5" y="240"/>
                  <a:pt x="3" y="177"/>
                </a:cubicBezTo>
                <a:cubicBezTo>
                  <a:pt x="3" y="142"/>
                  <a:pt x="0" y="0"/>
                  <a:pt x="6" y="4"/>
                </a:cubicBezTo>
                <a:cubicBezTo>
                  <a:pt x="9" y="26"/>
                  <a:pt x="39" y="158"/>
                  <a:pt x="42" y="199"/>
                </a:cubicBezTo>
                <a:cubicBezTo>
                  <a:pt x="38" y="218"/>
                  <a:pt x="29" y="233"/>
                  <a:pt x="24" y="251"/>
                </a:cubicBezTo>
                <a:cubicBezTo>
                  <a:pt x="26" y="296"/>
                  <a:pt x="27" y="348"/>
                  <a:pt x="48" y="387"/>
                </a:cubicBezTo>
                <a:cubicBezTo>
                  <a:pt x="71" y="559"/>
                  <a:pt x="38" y="736"/>
                  <a:pt x="66" y="907"/>
                </a:cubicBezTo>
                <a:cubicBezTo>
                  <a:pt x="70" y="988"/>
                  <a:pt x="81" y="1091"/>
                  <a:pt x="102" y="1168"/>
                </a:cubicBezTo>
                <a:cubicBezTo>
                  <a:pt x="108" y="1329"/>
                  <a:pt x="125" y="1496"/>
                  <a:pt x="99" y="1655"/>
                </a:cubicBezTo>
                <a:cubicBezTo>
                  <a:pt x="95" y="1767"/>
                  <a:pt x="90" y="1947"/>
                  <a:pt x="78" y="1839"/>
                </a:cubicBezTo>
                <a:close/>
              </a:path>
            </a:pathLst>
          </a:custGeom>
          <a:gradFill rotWithShape="1">
            <a:gsLst>
              <a:gs pos="0">
                <a:schemeClr val="bg1">
                  <a:alpha val="39999"/>
                </a:schemeClr>
              </a:gs>
              <a:gs pos="100000">
                <a:schemeClr val="bg1">
                  <a:gamma/>
                  <a:shade val="86275"/>
                  <a:invGamma/>
                  <a:alpha val="39999"/>
                </a:schemeClr>
              </a:gs>
            </a:gsLst>
            <a:lin ang="5400000" scaled="1"/>
          </a:gradFill>
          <a:ln>
            <a:noFill/>
          </a:ln>
          <a:effectLst/>
          <a:extLst>
            <a:ext uri="{91240B29-F687-4F45-9708-019B960494DF}">
              <a14:hiddenLine xmlns:a14="http://schemas.microsoft.com/office/drawing/2010/main" w="28575" cap="flat" cmpd="sng">
                <a:solidFill>
                  <a:schemeClr val="bg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nvGrpSpPr>
          <p:cNvPr id="192" name="Group 875"/>
          <p:cNvGrpSpPr>
            <a:grpSpLocks/>
          </p:cNvGrpSpPr>
          <p:nvPr>
            <p:custDataLst>
              <p:tags r:id="rId6"/>
            </p:custDataLst>
          </p:nvPr>
        </p:nvGrpSpPr>
        <p:grpSpPr bwMode="auto">
          <a:xfrm>
            <a:off x="2425291" y="3660224"/>
            <a:ext cx="156305" cy="159370"/>
            <a:chOff x="2975" y="1999"/>
            <a:chExt cx="120" cy="122"/>
          </a:xfrm>
        </p:grpSpPr>
        <p:sp>
          <p:nvSpPr>
            <p:cNvPr id="193" name="Rectangle 591"/>
            <p:cNvSpPr>
              <a:spLocks noChangeArrowheads="1"/>
            </p:cNvSpPr>
            <p:nvPr/>
          </p:nvSpPr>
          <p:spPr bwMode="auto">
            <a:xfrm flipH="1">
              <a:off x="2975" y="2008"/>
              <a:ext cx="28" cy="77"/>
            </a:xfrm>
            <a:prstGeom prst="rect">
              <a:avLst/>
            </a:prstGeom>
            <a:gradFill rotWithShape="0">
              <a:gsLst>
                <a:gs pos="0">
                  <a:schemeClr val="accent1"/>
                </a:gs>
                <a:gs pos="100000">
                  <a:schemeClr val="accent1">
                    <a:gamma/>
                    <a:shade val="46275"/>
                    <a:invGamma/>
                  </a:schemeClr>
                </a:gs>
              </a:gsLst>
              <a:lin ang="5400000" scaled="1"/>
            </a:gra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94" name="Rectangle 592"/>
            <p:cNvSpPr>
              <a:spLocks noChangeArrowheads="1"/>
            </p:cNvSpPr>
            <p:nvPr/>
          </p:nvSpPr>
          <p:spPr bwMode="auto">
            <a:xfrm flipH="1">
              <a:off x="3003" y="2022"/>
              <a:ext cx="17" cy="56"/>
            </a:xfrm>
            <a:prstGeom prst="rect">
              <a:avLst/>
            </a:prstGeom>
            <a:gradFill rotWithShape="0">
              <a:gsLst>
                <a:gs pos="0">
                  <a:schemeClr val="accent1"/>
                </a:gs>
                <a:gs pos="100000">
                  <a:schemeClr val="accent1">
                    <a:gamma/>
                    <a:shade val="46275"/>
                    <a:invGamma/>
                  </a:schemeClr>
                </a:gs>
              </a:gsLst>
              <a:lin ang="5400000" scaled="1"/>
            </a:gra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95" name="Freeform 593"/>
            <p:cNvSpPr>
              <a:spLocks/>
            </p:cNvSpPr>
            <p:nvPr/>
          </p:nvSpPr>
          <p:spPr bwMode="auto">
            <a:xfrm flipH="1">
              <a:off x="3018" y="1999"/>
              <a:ext cx="77" cy="122"/>
            </a:xfrm>
            <a:custGeom>
              <a:avLst/>
              <a:gdLst>
                <a:gd name="T0" fmla="*/ 184 w 184"/>
                <a:gd name="T1" fmla="*/ 0 h 160"/>
                <a:gd name="T2" fmla="*/ 184 w 184"/>
                <a:gd name="T3" fmla="*/ 160 h 160"/>
                <a:gd name="T4" fmla="*/ 48 w 184"/>
                <a:gd name="T5" fmla="*/ 156 h 160"/>
                <a:gd name="T6" fmla="*/ 0 w 184"/>
                <a:gd name="T7" fmla="*/ 96 h 160"/>
                <a:gd name="T8" fmla="*/ 0 w 184"/>
                <a:gd name="T9" fmla="*/ 0 h 160"/>
                <a:gd name="T10" fmla="*/ 184 w 184"/>
                <a:gd name="T11" fmla="*/ 0 h 160"/>
              </a:gdLst>
              <a:ahLst/>
              <a:cxnLst>
                <a:cxn ang="0">
                  <a:pos x="T0" y="T1"/>
                </a:cxn>
                <a:cxn ang="0">
                  <a:pos x="T2" y="T3"/>
                </a:cxn>
                <a:cxn ang="0">
                  <a:pos x="T4" y="T5"/>
                </a:cxn>
                <a:cxn ang="0">
                  <a:pos x="T6" y="T7"/>
                </a:cxn>
                <a:cxn ang="0">
                  <a:pos x="T8" y="T9"/>
                </a:cxn>
                <a:cxn ang="0">
                  <a:pos x="T10" y="T11"/>
                </a:cxn>
              </a:cxnLst>
              <a:rect l="0" t="0" r="r" b="b"/>
              <a:pathLst>
                <a:path w="184" h="160">
                  <a:moveTo>
                    <a:pt x="184" y="0"/>
                  </a:moveTo>
                  <a:lnTo>
                    <a:pt x="184" y="160"/>
                  </a:lnTo>
                  <a:lnTo>
                    <a:pt x="48" y="156"/>
                  </a:lnTo>
                  <a:lnTo>
                    <a:pt x="0" y="96"/>
                  </a:lnTo>
                  <a:lnTo>
                    <a:pt x="0" y="0"/>
                  </a:lnTo>
                  <a:lnTo>
                    <a:pt x="184" y="0"/>
                  </a:lnTo>
                  <a:close/>
                </a:path>
              </a:pathLst>
            </a:custGeom>
            <a:gradFill rotWithShape="0">
              <a:gsLst>
                <a:gs pos="0">
                  <a:schemeClr val="accent1"/>
                </a:gs>
                <a:gs pos="100000">
                  <a:schemeClr val="accent1">
                    <a:gamma/>
                    <a:shade val="46275"/>
                    <a:invGamma/>
                  </a:schemeClr>
                </a:gs>
              </a:gsLst>
              <a:lin ang="5400000" scaled="1"/>
            </a:grad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grpSp>
        <p:nvGrpSpPr>
          <p:cNvPr id="196" name="Group 880"/>
          <p:cNvGrpSpPr>
            <a:grpSpLocks/>
          </p:cNvGrpSpPr>
          <p:nvPr>
            <p:custDataLst>
              <p:tags r:id="rId7"/>
            </p:custDataLst>
          </p:nvPr>
        </p:nvGrpSpPr>
        <p:grpSpPr bwMode="auto">
          <a:xfrm flipH="1">
            <a:off x="1973398" y="3660224"/>
            <a:ext cx="156305" cy="159370"/>
            <a:chOff x="2975" y="1999"/>
            <a:chExt cx="120" cy="122"/>
          </a:xfrm>
        </p:grpSpPr>
        <p:sp>
          <p:nvSpPr>
            <p:cNvPr id="197" name="Rectangle 881"/>
            <p:cNvSpPr>
              <a:spLocks noChangeArrowheads="1"/>
            </p:cNvSpPr>
            <p:nvPr/>
          </p:nvSpPr>
          <p:spPr bwMode="auto">
            <a:xfrm flipH="1">
              <a:off x="2975" y="2008"/>
              <a:ext cx="28" cy="77"/>
            </a:xfrm>
            <a:prstGeom prst="rect">
              <a:avLst/>
            </a:prstGeom>
            <a:gradFill rotWithShape="0">
              <a:gsLst>
                <a:gs pos="0">
                  <a:schemeClr val="accent1"/>
                </a:gs>
                <a:gs pos="100000">
                  <a:schemeClr val="accent1">
                    <a:gamma/>
                    <a:shade val="46275"/>
                    <a:invGamma/>
                  </a:schemeClr>
                </a:gs>
              </a:gsLst>
              <a:lin ang="5400000" scaled="1"/>
            </a:gra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98" name="Rectangle 882"/>
            <p:cNvSpPr>
              <a:spLocks noChangeArrowheads="1"/>
            </p:cNvSpPr>
            <p:nvPr/>
          </p:nvSpPr>
          <p:spPr bwMode="auto">
            <a:xfrm flipH="1">
              <a:off x="3003" y="2022"/>
              <a:ext cx="17" cy="56"/>
            </a:xfrm>
            <a:prstGeom prst="rect">
              <a:avLst/>
            </a:prstGeom>
            <a:gradFill rotWithShape="0">
              <a:gsLst>
                <a:gs pos="0">
                  <a:schemeClr val="accent1"/>
                </a:gs>
                <a:gs pos="100000">
                  <a:schemeClr val="accent1">
                    <a:gamma/>
                    <a:shade val="46275"/>
                    <a:invGamma/>
                  </a:schemeClr>
                </a:gs>
              </a:gsLst>
              <a:lin ang="5400000" scaled="1"/>
            </a:gra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99" name="Freeform 883"/>
            <p:cNvSpPr>
              <a:spLocks/>
            </p:cNvSpPr>
            <p:nvPr/>
          </p:nvSpPr>
          <p:spPr bwMode="auto">
            <a:xfrm flipH="1">
              <a:off x="3018" y="1999"/>
              <a:ext cx="77" cy="122"/>
            </a:xfrm>
            <a:custGeom>
              <a:avLst/>
              <a:gdLst>
                <a:gd name="T0" fmla="*/ 184 w 184"/>
                <a:gd name="T1" fmla="*/ 0 h 160"/>
                <a:gd name="T2" fmla="*/ 184 w 184"/>
                <a:gd name="T3" fmla="*/ 160 h 160"/>
                <a:gd name="T4" fmla="*/ 48 w 184"/>
                <a:gd name="T5" fmla="*/ 156 h 160"/>
                <a:gd name="T6" fmla="*/ 0 w 184"/>
                <a:gd name="T7" fmla="*/ 96 h 160"/>
                <a:gd name="T8" fmla="*/ 0 w 184"/>
                <a:gd name="T9" fmla="*/ 0 h 160"/>
                <a:gd name="T10" fmla="*/ 184 w 184"/>
                <a:gd name="T11" fmla="*/ 0 h 160"/>
              </a:gdLst>
              <a:ahLst/>
              <a:cxnLst>
                <a:cxn ang="0">
                  <a:pos x="T0" y="T1"/>
                </a:cxn>
                <a:cxn ang="0">
                  <a:pos x="T2" y="T3"/>
                </a:cxn>
                <a:cxn ang="0">
                  <a:pos x="T4" y="T5"/>
                </a:cxn>
                <a:cxn ang="0">
                  <a:pos x="T6" y="T7"/>
                </a:cxn>
                <a:cxn ang="0">
                  <a:pos x="T8" y="T9"/>
                </a:cxn>
                <a:cxn ang="0">
                  <a:pos x="T10" y="T11"/>
                </a:cxn>
              </a:cxnLst>
              <a:rect l="0" t="0" r="r" b="b"/>
              <a:pathLst>
                <a:path w="184" h="160">
                  <a:moveTo>
                    <a:pt x="184" y="0"/>
                  </a:moveTo>
                  <a:lnTo>
                    <a:pt x="184" y="160"/>
                  </a:lnTo>
                  <a:lnTo>
                    <a:pt x="48" y="156"/>
                  </a:lnTo>
                  <a:lnTo>
                    <a:pt x="0" y="96"/>
                  </a:lnTo>
                  <a:lnTo>
                    <a:pt x="0" y="0"/>
                  </a:lnTo>
                  <a:lnTo>
                    <a:pt x="184" y="0"/>
                  </a:lnTo>
                  <a:close/>
                </a:path>
              </a:pathLst>
            </a:custGeom>
            <a:gradFill rotWithShape="0">
              <a:gsLst>
                <a:gs pos="0">
                  <a:schemeClr val="accent1"/>
                </a:gs>
                <a:gs pos="100000">
                  <a:schemeClr val="accent1">
                    <a:gamma/>
                    <a:shade val="46275"/>
                    <a:invGamma/>
                  </a:schemeClr>
                </a:gs>
              </a:gsLst>
              <a:lin ang="5400000" scaled="1"/>
            </a:grad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sp>
        <p:nvSpPr>
          <p:cNvPr id="200" name="Line 594"/>
          <p:cNvSpPr>
            <a:spLocks noChangeShapeType="1"/>
          </p:cNvSpPr>
          <p:nvPr/>
        </p:nvSpPr>
        <p:spPr bwMode="auto">
          <a:xfrm>
            <a:off x="2140429" y="3727649"/>
            <a:ext cx="304948" cy="0"/>
          </a:xfrm>
          <a:prstGeom prst="line">
            <a:avLst/>
          </a:prstGeom>
          <a:noFill/>
          <a:ln w="12700">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nvGrpSpPr>
          <p:cNvPr id="201" name="Group 656"/>
          <p:cNvGrpSpPr>
            <a:grpSpLocks/>
          </p:cNvGrpSpPr>
          <p:nvPr>
            <p:custDataLst>
              <p:tags r:id="rId8"/>
            </p:custDataLst>
          </p:nvPr>
        </p:nvGrpSpPr>
        <p:grpSpPr bwMode="auto">
          <a:xfrm>
            <a:off x="1882986" y="4501511"/>
            <a:ext cx="504160" cy="361646"/>
            <a:chOff x="951" y="2031"/>
            <a:chExt cx="754" cy="517"/>
          </a:xfrm>
        </p:grpSpPr>
        <p:grpSp>
          <p:nvGrpSpPr>
            <p:cNvPr id="202" name="Group 551"/>
            <p:cNvGrpSpPr>
              <a:grpSpLocks/>
            </p:cNvGrpSpPr>
            <p:nvPr/>
          </p:nvGrpSpPr>
          <p:grpSpPr bwMode="auto">
            <a:xfrm>
              <a:off x="1008" y="2366"/>
              <a:ext cx="43" cy="179"/>
              <a:chOff x="687" y="2418"/>
              <a:chExt cx="49" cy="207"/>
            </a:xfrm>
          </p:grpSpPr>
          <p:sp>
            <p:nvSpPr>
              <p:cNvPr id="219" name="AutoShape 552"/>
              <p:cNvSpPr>
                <a:spLocks noChangeArrowheads="1"/>
              </p:cNvSpPr>
              <p:nvPr/>
            </p:nvSpPr>
            <p:spPr bwMode="auto">
              <a:xfrm>
                <a:off x="687" y="2460"/>
                <a:ext cx="49" cy="165"/>
              </a:xfrm>
              <a:prstGeom prst="roundRect">
                <a:avLst>
                  <a:gd name="adj" fmla="val 16667"/>
                </a:avLst>
              </a:prstGeom>
              <a:gradFill rotWithShape="0">
                <a:gsLst>
                  <a:gs pos="0">
                    <a:schemeClr val="accent1"/>
                  </a:gs>
                  <a:gs pos="100000">
                    <a:schemeClr val="accent1">
                      <a:gamma/>
                      <a:shade val="46275"/>
                      <a:invGamma/>
                    </a:schemeClr>
                  </a:gs>
                </a:gsLst>
                <a:lin ang="5400000" scaled="1"/>
              </a:gradFill>
              <a:ln w="63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220" name="AutoShape 553"/>
              <p:cNvSpPr>
                <a:spLocks noChangeArrowheads="1"/>
              </p:cNvSpPr>
              <p:nvPr/>
            </p:nvSpPr>
            <p:spPr bwMode="auto">
              <a:xfrm>
                <a:off x="699" y="2418"/>
                <a:ext cx="31" cy="45"/>
              </a:xfrm>
              <a:prstGeom prst="roundRect">
                <a:avLst>
                  <a:gd name="adj" fmla="val 16667"/>
                </a:avLst>
              </a:prstGeom>
              <a:gradFill rotWithShape="0">
                <a:gsLst>
                  <a:gs pos="0">
                    <a:schemeClr val="accent1"/>
                  </a:gs>
                  <a:gs pos="100000">
                    <a:schemeClr val="accent1">
                      <a:gamma/>
                      <a:shade val="46275"/>
                      <a:invGamma/>
                    </a:schemeClr>
                  </a:gs>
                </a:gsLst>
                <a:lin ang="5400000" scaled="1"/>
              </a:gradFill>
              <a:ln w="63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sp>
          <p:nvSpPr>
            <p:cNvPr id="203" name="Rectangle 572"/>
            <p:cNvSpPr>
              <a:spLocks noChangeArrowheads="1"/>
            </p:cNvSpPr>
            <p:nvPr/>
          </p:nvSpPr>
          <p:spPr bwMode="auto">
            <a:xfrm>
              <a:off x="1086" y="2424"/>
              <a:ext cx="137" cy="124"/>
            </a:xfrm>
            <a:prstGeom prst="rect">
              <a:avLst/>
            </a:prstGeom>
            <a:gradFill rotWithShape="0">
              <a:gsLst>
                <a:gs pos="0">
                  <a:schemeClr val="accent1"/>
                </a:gs>
                <a:gs pos="100000">
                  <a:schemeClr val="accent1">
                    <a:gamma/>
                    <a:shade val="46275"/>
                    <a:invGamma/>
                  </a:schemeClr>
                </a:gs>
              </a:gsLst>
              <a:lin ang="5400000" scaled="1"/>
            </a:gra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nvGrpSpPr>
            <p:cNvPr id="204" name="Group 602"/>
            <p:cNvGrpSpPr>
              <a:grpSpLocks/>
            </p:cNvGrpSpPr>
            <p:nvPr/>
          </p:nvGrpSpPr>
          <p:grpSpPr bwMode="auto">
            <a:xfrm>
              <a:off x="951" y="2366"/>
              <a:ext cx="42" cy="179"/>
              <a:chOff x="687" y="2418"/>
              <a:chExt cx="49" cy="207"/>
            </a:xfrm>
          </p:grpSpPr>
          <p:sp>
            <p:nvSpPr>
              <p:cNvPr id="217" name="AutoShape 603"/>
              <p:cNvSpPr>
                <a:spLocks noChangeArrowheads="1"/>
              </p:cNvSpPr>
              <p:nvPr/>
            </p:nvSpPr>
            <p:spPr bwMode="auto">
              <a:xfrm>
                <a:off x="687" y="2460"/>
                <a:ext cx="49" cy="165"/>
              </a:xfrm>
              <a:prstGeom prst="roundRect">
                <a:avLst>
                  <a:gd name="adj" fmla="val 16667"/>
                </a:avLst>
              </a:prstGeom>
              <a:gradFill rotWithShape="0">
                <a:gsLst>
                  <a:gs pos="0">
                    <a:schemeClr val="accent1"/>
                  </a:gs>
                  <a:gs pos="100000">
                    <a:schemeClr val="accent1">
                      <a:gamma/>
                      <a:shade val="46275"/>
                      <a:invGamma/>
                    </a:schemeClr>
                  </a:gs>
                </a:gsLst>
                <a:lin ang="5400000" scaled="1"/>
              </a:gradFill>
              <a:ln w="63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218" name="AutoShape 604"/>
              <p:cNvSpPr>
                <a:spLocks noChangeArrowheads="1"/>
              </p:cNvSpPr>
              <p:nvPr/>
            </p:nvSpPr>
            <p:spPr bwMode="auto">
              <a:xfrm>
                <a:off x="699" y="2418"/>
                <a:ext cx="31" cy="45"/>
              </a:xfrm>
              <a:prstGeom prst="roundRect">
                <a:avLst>
                  <a:gd name="adj" fmla="val 16667"/>
                </a:avLst>
              </a:prstGeom>
              <a:gradFill rotWithShape="0">
                <a:gsLst>
                  <a:gs pos="0">
                    <a:schemeClr val="accent1"/>
                  </a:gs>
                  <a:gs pos="100000">
                    <a:schemeClr val="accent1">
                      <a:gamma/>
                      <a:shade val="46275"/>
                      <a:invGamma/>
                    </a:schemeClr>
                  </a:gs>
                </a:gsLst>
                <a:lin ang="5400000" scaled="1"/>
              </a:gradFill>
              <a:ln w="63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sp>
          <p:nvSpPr>
            <p:cNvPr id="205" name="Rectangle 626"/>
            <p:cNvSpPr>
              <a:spLocks noChangeArrowheads="1"/>
            </p:cNvSpPr>
            <p:nvPr/>
          </p:nvSpPr>
          <p:spPr bwMode="auto">
            <a:xfrm>
              <a:off x="1244" y="2241"/>
              <a:ext cx="43" cy="108"/>
            </a:xfrm>
            <a:prstGeom prst="rect">
              <a:avLst/>
            </a:prstGeom>
            <a:gradFill rotWithShape="0">
              <a:gsLst>
                <a:gs pos="0">
                  <a:schemeClr val="accent1"/>
                </a:gs>
                <a:gs pos="100000">
                  <a:schemeClr val="accent1">
                    <a:gamma/>
                    <a:shade val="46275"/>
                    <a:invGamma/>
                  </a:schemeClr>
                </a:gs>
              </a:gsLst>
              <a:lin ang="5400000" scaled="1"/>
            </a:grad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206" name="Rectangle 627"/>
            <p:cNvSpPr>
              <a:spLocks noChangeArrowheads="1"/>
            </p:cNvSpPr>
            <p:nvPr/>
          </p:nvSpPr>
          <p:spPr bwMode="auto">
            <a:xfrm>
              <a:off x="1220" y="2261"/>
              <a:ext cx="24" cy="78"/>
            </a:xfrm>
            <a:prstGeom prst="rect">
              <a:avLst/>
            </a:prstGeom>
            <a:gradFill rotWithShape="0">
              <a:gsLst>
                <a:gs pos="0">
                  <a:schemeClr val="accent1"/>
                </a:gs>
                <a:gs pos="100000">
                  <a:schemeClr val="accent1">
                    <a:gamma/>
                    <a:shade val="46275"/>
                    <a:invGamma/>
                  </a:schemeClr>
                </a:gs>
              </a:gsLst>
              <a:lin ang="5400000" scaled="1"/>
            </a:grad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207" name="Rectangle 628"/>
            <p:cNvSpPr>
              <a:spLocks noChangeArrowheads="1"/>
            </p:cNvSpPr>
            <p:nvPr/>
          </p:nvSpPr>
          <p:spPr bwMode="auto">
            <a:xfrm>
              <a:off x="1287" y="2273"/>
              <a:ext cx="418" cy="43"/>
            </a:xfrm>
            <a:prstGeom prst="rect">
              <a:avLst/>
            </a:prstGeom>
            <a:gradFill rotWithShape="0">
              <a:gsLst>
                <a:gs pos="0">
                  <a:schemeClr val="accent1"/>
                </a:gs>
                <a:gs pos="100000">
                  <a:schemeClr val="accent1">
                    <a:gamma/>
                    <a:shade val="46275"/>
                    <a:invGamma/>
                  </a:schemeClr>
                </a:gs>
              </a:gsLst>
              <a:lin ang="5400000" scaled="1"/>
            </a:grad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208" name="Freeform 629"/>
            <p:cNvSpPr>
              <a:spLocks/>
            </p:cNvSpPr>
            <p:nvPr/>
          </p:nvSpPr>
          <p:spPr bwMode="auto">
            <a:xfrm>
              <a:off x="1035" y="2228"/>
              <a:ext cx="188" cy="173"/>
            </a:xfrm>
            <a:custGeom>
              <a:avLst/>
              <a:gdLst>
                <a:gd name="T0" fmla="*/ 184 w 184"/>
                <a:gd name="T1" fmla="*/ 0 h 160"/>
                <a:gd name="T2" fmla="*/ 184 w 184"/>
                <a:gd name="T3" fmla="*/ 160 h 160"/>
                <a:gd name="T4" fmla="*/ 48 w 184"/>
                <a:gd name="T5" fmla="*/ 156 h 160"/>
                <a:gd name="T6" fmla="*/ 0 w 184"/>
                <a:gd name="T7" fmla="*/ 96 h 160"/>
                <a:gd name="T8" fmla="*/ 0 w 184"/>
                <a:gd name="T9" fmla="*/ 0 h 160"/>
                <a:gd name="T10" fmla="*/ 184 w 184"/>
                <a:gd name="T11" fmla="*/ 0 h 160"/>
              </a:gdLst>
              <a:ahLst/>
              <a:cxnLst>
                <a:cxn ang="0">
                  <a:pos x="T0" y="T1"/>
                </a:cxn>
                <a:cxn ang="0">
                  <a:pos x="T2" y="T3"/>
                </a:cxn>
                <a:cxn ang="0">
                  <a:pos x="T4" y="T5"/>
                </a:cxn>
                <a:cxn ang="0">
                  <a:pos x="T6" y="T7"/>
                </a:cxn>
                <a:cxn ang="0">
                  <a:pos x="T8" y="T9"/>
                </a:cxn>
                <a:cxn ang="0">
                  <a:pos x="T10" y="T11"/>
                </a:cxn>
              </a:cxnLst>
              <a:rect l="0" t="0" r="r" b="b"/>
              <a:pathLst>
                <a:path w="184" h="160">
                  <a:moveTo>
                    <a:pt x="184" y="0"/>
                  </a:moveTo>
                  <a:lnTo>
                    <a:pt x="184" y="160"/>
                  </a:lnTo>
                  <a:lnTo>
                    <a:pt x="48" y="156"/>
                  </a:lnTo>
                  <a:lnTo>
                    <a:pt x="0" y="96"/>
                  </a:lnTo>
                  <a:lnTo>
                    <a:pt x="0" y="0"/>
                  </a:lnTo>
                  <a:lnTo>
                    <a:pt x="184" y="0"/>
                  </a:lnTo>
                  <a:close/>
                </a:path>
              </a:pathLst>
            </a:custGeom>
            <a:gradFill rotWithShape="0">
              <a:gsLst>
                <a:gs pos="0">
                  <a:schemeClr val="accent1"/>
                </a:gs>
                <a:gs pos="100000">
                  <a:schemeClr val="accent1">
                    <a:gamma/>
                    <a:shade val="46275"/>
                    <a:invGamma/>
                  </a:schemeClr>
                </a:gs>
              </a:gsLst>
              <a:lin ang="5400000" scaled="1"/>
            </a:grad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209" name="Line 630"/>
            <p:cNvSpPr>
              <a:spLocks noChangeShapeType="1"/>
            </p:cNvSpPr>
            <p:nvPr/>
          </p:nvSpPr>
          <p:spPr bwMode="auto">
            <a:xfrm flipV="1">
              <a:off x="1169" y="2397"/>
              <a:ext cx="0" cy="27"/>
            </a:xfrm>
            <a:prstGeom prst="line">
              <a:avLst/>
            </a:prstGeom>
            <a:no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210" name="Line 631"/>
            <p:cNvSpPr>
              <a:spLocks noChangeShapeType="1"/>
            </p:cNvSpPr>
            <p:nvPr/>
          </p:nvSpPr>
          <p:spPr bwMode="auto">
            <a:xfrm flipV="1">
              <a:off x="1138" y="2397"/>
              <a:ext cx="0" cy="27"/>
            </a:xfrm>
            <a:prstGeom prst="line">
              <a:avLst/>
            </a:prstGeom>
            <a:no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211" name="Rectangle 633"/>
            <p:cNvSpPr>
              <a:spLocks noChangeArrowheads="1"/>
            </p:cNvSpPr>
            <p:nvPr/>
          </p:nvSpPr>
          <p:spPr bwMode="auto">
            <a:xfrm>
              <a:off x="1236" y="2064"/>
              <a:ext cx="24" cy="78"/>
            </a:xfrm>
            <a:prstGeom prst="rect">
              <a:avLst/>
            </a:prstGeom>
            <a:gradFill rotWithShape="0">
              <a:gsLst>
                <a:gs pos="0">
                  <a:schemeClr val="accent1"/>
                </a:gs>
                <a:gs pos="100000">
                  <a:schemeClr val="accent1">
                    <a:gamma/>
                    <a:shade val="46275"/>
                    <a:invGamma/>
                  </a:schemeClr>
                </a:gs>
              </a:gsLst>
              <a:lin ang="5400000" scaled="1"/>
            </a:grad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212" name="Rectangle 634"/>
            <p:cNvSpPr>
              <a:spLocks noChangeArrowheads="1"/>
            </p:cNvSpPr>
            <p:nvPr/>
          </p:nvSpPr>
          <p:spPr bwMode="auto">
            <a:xfrm>
              <a:off x="1297" y="2089"/>
              <a:ext cx="278" cy="23"/>
            </a:xfrm>
            <a:prstGeom prst="rect">
              <a:avLst/>
            </a:prstGeom>
            <a:gradFill rotWithShape="0">
              <a:gsLst>
                <a:gs pos="0">
                  <a:schemeClr val="accent1"/>
                </a:gs>
                <a:gs pos="100000">
                  <a:schemeClr val="accent1">
                    <a:gamma/>
                    <a:shade val="46275"/>
                    <a:invGamma/>
                  </a:schemeClr>
                </a:gs>
              </a:gsLst>
              <a:lin ang="5400000" scaled="1"/>
            </a:grad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213" name="Freeform 635"/>
            <p:cNvSpPr>
              <a:spLocks/>
            </p:cNvSpPr>
            <p:nvPr/>
          </p:nvSpPr>
          <p:spPr bwMode="auto">
            <a:xfrm>
              <a:off x="1129" y="2031"/>
              <a:ext cx="110" cy="173"/>
            </a:xfrm>
            <a:custGeom>
              <a:avLst/>
              <a:gdLst>
                <a:gd name="T0" fmla="*/ 184 w 184"/>
                <a:gd name="T1" fmla="*/ 0 h 160"/>
                <a:gd name="T2" fmla="*/ 184 w 184"/>
                <a:gd name="T3" fmla="*/ 160 h 160"/>
                <a:gd name="T4" fmla="*/ 48 w 184"/>
                <a:gd name="T5" fmla="*/ 156 h 160"/>
                <a:gd name="T6" fmla="*/ 0 w 184"/>
                <a:gd name="T7" fmla="*/ 96 h 160"/>
                <a:gd name="T8" fmla="*/ 0 w 184"/>
                <a:gd name="T9" fmla="*/ 0 h 160"/>
                <a:gd name="T10" fmla="*/ 184 w 184"/>
                <a:gd name="T11" fmla="*/ 0 h 160"/>
              </a:gdLst>
              <a:ahLst/>
              <a:cxnLst>
                <a:cxn ang="0">
                  <a:pos x="T0" y="T1"/>
                </a:cxn>
                <a:cxn ang="0">
                  <a:pos x="T2" y="T3"/>
                </a:cxn>
                <a:cxn ang="0">
                  <a:pos x="T4" y="T5"/>
                </a:cxn>
                <a:cxn ang="0">
                  <a:pos x="T6" y="T7"/>
                </a:cxn>
                <a:cxn ang="0">
                  <a:pos x="T8" y="T9"/>
                </a:cxn>
                <a:cxn ang="0">
                  <a:pos x="T10" y="T11"/>
                </a:cxn>
              </a:cxnLst>
              <a:rect l="0" t="0" r="r" b="b"/>
              <a:pathLst>
                <a:path w="184" h="160">
                  <a:moveTo>
                    <a:pt x="184" y="0"/>
                  </a:moveTo>
                  <a:lnTo>
                    <a:pt x="184" y="160"/>
                  </a:lnTo>
                  <a:lnTo>
                    <a:pt x="48" y="156"/>
                  </a:lnTo>
                  <a:lnTo>
                    <a:pt x="0" y="96"/>
                  </a:lnTo>
                  <a:lnTo>
                    <a:pt x="0" y="0"/>
                  </a:lnTo>
                  <a:lnTo>
                    <a:pt x="184" y="0"/>
                  </a:lnTo>
                  <a:close/>
                </a:path>
              </a:pathLst>
            </a:custGeom>
            <a:gradFill rotWithShape="0">
              <a:gsLst>
                <a:gs pos="0">
                  <a:schemeClr val="accent1"/>
                </a:gs>
                <a:gs pos="100000">
                  <a:schemeClr val="accent1">
                    <a:gamma/>
                    <a:shade val="46275"/>
                    <a:invGamma/>
                  </a:schemeClr>
                </a:gs>
              </a:gsLst>
              <a:lin ang="5400000" scaled="1"/>
            </a:gradFill>
            <a:ln w="63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214" name="Line 636"/>
            <p:cNvSpPr>
              <a:spLocks noChangeShapeType="1"/>
            </p:cNvSpPr>
            <p:nvPr/>
          </p:nvSpPr>
          <p:spPr bwMode="auto">
            <a:xfrm flipV="1">
              <a:off x="1184" y="2200"/>
              <a:ext cx="0" cy="27"/>
            </a:xfrm>
            <a:prstGeom prst="line">
              <a:avLst/>
            </a:prstGeom>
            <a:no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215" name="Line 637"/>
            <p:cNvSpPr>
              <a:spLocks noChangeShapeType="1"/>
            </p:cNvSpPr>
            <p:nvPr/>
          </p:nvSpPr>
          <p:spPr bwMode="auto">
            <a:xfrm flipV="1">
              <a:off x="1154" y="2200"/>
              <a:ext cx="0" cy="27"/>
            </a:xfrm>
            <a:prstGeom prst="line">
              <a:avLst/>
            </a:prstGeom>
            <a:no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216" name="Rectangle 638"/>
            <p:cNvSpPr>
              <a:spLocks noChangeArrowheads="1"/>
            </p:cNvSpPr>
            <p:nvPr/>
          </p:nvSpPr>
          <p:spPr bwMode="auto">
            <a:xfrm>
              <a:off x="1260" y="2044"/>
              <a:ext cx="42" cy="108"/>
            </a:xfrm>
            <a:prstGeom prst="rect">
              <a:avLst/>
            </a:prstGeom>
            <a:gradFill rotWithShape="0">
              <a:gsLst>
                <a:gs pos="0">
                  <a:schemeClr val="accent1"/>
                </a:gs>
                <a:gs pos="100000">
                  <a:schemeClr val="accent1">
                    <a:gamma/>
                    <a:shade val="46275"/>
                    <a:invGamma/>
                  </a:schemeClr>
                </a:gs>
              </a:gsLst>
              <a:lin ang="5400000" scaled="1"/>
            </a:grad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pic>
        <p:nvPicPr>
          <p:cNvPr id="172" name="Picture 71" descr="Tank"/>
          <p:cNvPicPr>
            <a:picLocks noChangeAspect="1" noChangeArrowheads="1"/>
          </p:cNvPicPr>
          <p:nvPr>
            <p:custDataLst>
              <p:tags r:id="rId9"/>
            </p:custDataLst>
          </p:nvPr>
        </p:nvPicPr>
        <p:blipFill rotWithShape="1">
          <a:blip r:embed="rId27">
            <a:extLst>
              <a:ext uri="{28A0092B-C50C-407E-A947-70E740481C1C}">
                <a14:useLocalDpi xmlns:a14="http://schemas.microsoft.com/office/drawing/2010/main" val="0"/>
              </a:ext>
            </a:extLst>
          </a:blip>
          <a:srcRect r="38883" b="2849"/>
          <a:stretch/>
        </p:blipFill>
        <p:spPr bwMode="auto">
          <a:xfrm>
            <a:off x="6099117" y="2324100"/>
            <a:ext cx="1275323" cy="3726645"/>
          </a:xfrm>
          <a:prstGeom prst="rect">
            <a:avLst/>
          </a:prstGeom>
          <a:noFill/>
          <a:effectLst>
            <a:reflection blurRad="6350" stA="24000" endPos="3000" dir="5400000" sy="-100000" algn="bl" rotWithShape="0"/>
          </a:effectLst>
          <a:extLst>
            <a:ext uri="{909E8E84-426E-40DD-AFC4-6F175D3DCCD1}">
              <a14:hiddenFill xmlns:a14="http://schemas.microsoft.com/office/drawing/2010/main">
                <a:solidFill>
                  <a:srgbClr val="FFFFFF"/>
                </a:solidFill>
              </a14:hiddenFill>
            </a:ext>
          </a:extLst>
        </p:spPr>
      </p:pic>
      <p:grpSp>
        <p:nvGrpSpPr>
          <p:cNvPr id="221" name="Group 606"/>
          <p:cNvGrpSpPr>
            <a:grpSpLocks/>
          </p:cNvGrpSpPr>
          <p:nvPr>
            <p:custDataLst>
              <p:tags r:id="rId10"/>
            </p:custDataLst>
          </p:nvPr>
        </p:nvGrpSpPr>
        <p:grpSpPr bwMode="auto">
          <a:xfrm rot="12091">
            <a:off x="2315123" y="5388741"/>
            <a:ext cx="220094" cy="96637"/>
            <a:chOff x="1539" y="2880"/>
            <a:chExt cx="648" cy="243"/>
          </a:xfrm>
        </p:grpSpPr>
        <p:sp>
          <p:nvSpPr>
            <p:cNvPr id="222" name="Rectangle 607"/>
            <p:cNvSpPr>
              <a:spLocks noChangeArrowheads="1"/>
            </p:cNvSpPr>
            <p:nvPr/>
          </p:nvSpPr>
          <p:spPr bwMode="auto">
            <a:xfrm>
              <a:off x="2115" y="2880"/>
              <a:ext cx="72" cy="243"/>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223" name="Rectangle 608"/>
            <p:cNvSpPr>
              <a:spLocks noChangeArrowheads="1"/>
            </p:cNvSpPr>
            <p:nvPr/>
          </p:nvSpPr>
          <p:spPr bwMode="auto">
            <a:xfrm>
              <a:off x="1539" y="2970"/>
              <a:ext cx="576" cy="56"/>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sp>
        <p:nvSpPr>
          <p:cNvPr id="225" name="Freeform 956"/>
          <p:cNvSpPr>
            <a:spLocks/>
          </p:cNvSpPr>
          <p:nvPr/>
        </p:nvSpPr>
        <p:spPr bwMode="auto">
          <a:xfrm rot="120000" flipH="1" flipV="1">
            <a:off x="2232373" y="2308358"/>
            <a:ext cx="107268" cy="1492558"/>
          </a:xfrm>
          <a:custGeom>
            <a:avLst/>
            <a:gdLst>
              <a:gd name="T0" fmla="*/ 78 w 125"/>
              <a:gd name="T1" fmla="*/ 1839 h 1947"/>
              <a:gd name="T2" fmla="*/ 24 w 125"/>
              <a:gd name="T3" fmla="*/ 1006 h 1947"/>
              <a:gd name="T4" fmla="*/ 15 w 125"/>
              <a:gd name="T5" fmla="*/ 384 h 1947"/>
              <a:gd name="T6" fmla="*/ 3 w 125"/>
              <a:gd name="T7" fmla="*/ 177 h 1947"/>
              <a:gd name="T8" fmla="*/ 6 w 125"/>
              <a:gd name="T9" fmla="*/ 4 h 1947"/>
              <a:gd name="T10" fmla="*/ 42 w 125"/>
              <a:gd name="T11" fmla="*/ 199 h 1947"/>
              <a:gd name="T12" fmla="*/ 24 w 125"/>
              <a:gd name="T13" fmla="*/ 251 h 1947"/>
              <a:gd name="T14" fmla="*/ 48 w 125"/>
              <a:gd name="T15" fmla="*/ 387 h 1947"/>
              <a:gd name="T16" fmla="*/ 66 w 125"/>
              <a:gd name="T17" fmla="*/ 907 h 1947"/>
              <a:gd name="T18" fmla="*/ 102 w 125"/>
              <a:gd name="T19" fmla="*/ 1168 h 1947"/>
              <a:gd name="T20" fmla="*/ 99 w 125"/>
              <a:gd name="T21" fmla="*/ 1655 h 1947"/>
              <a:gd name="T22" fmla="*/ 78 w 125"/>
              <a:gd name="T23" fmla="*/ 1839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5" h="1947">
                <a:moveTo>
                  <a:pt x="78" y="1839"/>
                </a:moveTo>
                <a:cubicBezTo>
                  <a:pt x="67" y="1704"/>
                  <a:pt x="34" y="1248"/>
                  <a:pt x="24" y="1006"/>
                </a:cubicBezTo>
                <a:cubicBezTo>
                  <a:pt x="23" y="806"/>
                  <a:pt x="29" y="587"/>
                  <a:pt x="15" y="384"/>
                </a:cubicBezTo>
                <a:cubicBezTo>
                  <a:pt x="12" y="246"/>
                  <a:pt x="5" y="240"/>
                  <a:pt x="3" y="177"/>
                </a:cubicBezTo>
                <a:cubicBezTo>
                  <a:pt x="3" y="142"/>
                  <a:pt x="0" y="0"/>
                  <a:pt x="6" y="4"/>
                </a:cubicBezTo>
                <a:cubicBezTo>
                  <a:pt x="9" y="26"/>
                  <a:pt x="39" y="158"/>
                  <a:pt x="42" y="199"/>
                </a:cubicBezTo>
                <a:cubicBezTo>
                  <a:pt x="38" y="218"/>
                  <a:pt x="29" y="233"/>
                  <a:pt x="24" y="251"/>
                </a:cubicBezTo>
                <a:cubicBezTo>
                  <a:pt x="26" y="296"/>
                  <a:pt x="27" y="348"/>
                  <a:pt x="48" y="387"/>
                </a:cubicBezTo>
                <a:cubicBezTo>
                  <a:pt x="71" y="559"/>
                  <a:pt x="38" y="736"/>
                  <a:pt x="66" y="907"/>
                </a:cubicBezTo>
                <a:cubicBezTo>
                  <a:pt x="70" y="988"/>
                  <a:pt x="81" y="1091"/>
                  <a:pt x="102" y="1168"/>
                </a:cubicBezTo>
                <a:cubicBezTo>
                  <a:pt x="108" y="1329"/>
                  <a:pt x="125" y="1496"/>
                  <a:pt x="99" y="1655"/>
                </a:cubicBezTo>
                <a:cubicBezTo>
                  <a:pt x="95" y="1767"/>
                  <a:pt x="90" y="1947"/>
                  <a:pt x="78" y="1839"/>
                </a:cubicBezTo>
                <a:close/>
              </a:path>
            </a:pathLst>
          </a:custGeom>
          <a:gradFill rotWithShape="1">
            <a:gsLst>
              <a:gs pos="0">
                <a:schemeClr val="bg1">
                  <a:alpha val="39999"/>
                </a:schemeClr>
              </a:gs>
              <a:gs pos="100000">
                <a:schemeClr val="bg1">
                  <a:gamma/>
                  <a:shade val="86275"/>
                  <a:invGamma/>
                  <a:alpha val="39999"/>
                </a:schemeClr>
              </a:gs>
            </a:gsLst>
            <a:lin ang="5400000" scaled="1"/>
          </a:gradFill>
          <a:ln>
            <a:noFill/>
          </a:ln>
          <a:effectLst/>
          <a:extLst>
            <a:ext uri="{91240B29-F687-4F45-9708-019B960494DF}">
              <a14:hiddenLine xmlns:a14="http://schemas.microsoft.com/office/drawing/2010/main" w="28575" cap="flat" cmpd="sng">
                <a:solidFill>
                  <a:schemeClr val="bg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226" name="Freeform 225"/>
          <p:cNvSpPr/>
          <p:nvPr/>
        </p:nvSpPr>
        <p:spPr bwMode="gray">
          <a:xfrm>
            <a:off x="2272181" y="1820482"/>
            <a:ext cx="2995135" cy="1320486"/>
          </a:xfrm>
          <a:custGeom>
            <a:avLst/>
            <a:gdLst>
              <a:gd name="connsiteX0" fmla="*/ 6974 w 2901495"/>
              <a:gd name="connsiteY0" fmla="*/ 844784 h 1290751"/>
              <a:gd name="connsiteX1" fmla="*/ 99049 w 2901495"/>
              <a:gd name="connsiteY1" fmla="*/ 546334 h 1290751"/>
              <a:gd name="connsiteX2" fmla="*/ 429249 w 2901495"/>
              <a:gd name="connsiteY2" fmla="*/ 539984 h 1290751"/>
              <a:gd name="connsiteX3" fmla="*/ 1197599 w 2901495"/>
              <a:gd name="connsiteY3" fmla="*/ 1114659 h 1290751"/>
              <a:gd name="connsiteX4" fmla="*/ 1972299 w 2901495"/>
              <a:gd name="connsiteY4" fmla="*/ 1067034 h 1290751"/>
              <a:gd name="connsiteX5" fmla="*/ 2292974 w 2901495"/>
              <a:gd name="connsiteY5" fmla="*/ 1289284 h 1290751"/>
              <a:gd name="connsiteX6" fmla="*/ 2893049 w 2901495"/>
              <a:gd name="connsiteY6" fmla="*/ 940034 h 1290751"/>
              <a:gd name="connsiteX7" fmla="*/ 2616824 w 2901495"/>
              <a:gd name="connsiteY7" fmla="*/ 384409 h 1290751"/>
              <a:gd name="connsiteX8" fmla="*/ 2219949 w 2901495"/>
              <a:gd name="connsiteY8" fmla="*/ 463784 h 1290751"/>
              <a:gd name="connsiteX9" fmla="*/ 1635749 w 2901495"/>
              <a:gd name="connsiteY9" fmla="*/ 206609 h 1290751"/>
              <a:gd name="connsiteX10" fmla="*/ 1181724 w 2901495"/>
              <a:gd name="connsiteY10" fmla="*/ 285984 h 1290751"/>
              <a:gd name="connsiteX11" fmla="*/ 549899 w 2901495"/>
              <a:gd name="connsiteY11" fmla="*/ 31984 h 1290751"/>
              <a:gd name="connsiteX12" fmla="*/ 67299 w 2901495"/>
              <a:gd name="connsiteY12" fmla="*/ 92309 h 1290751"/>
              <a:gd name="connsiteX13" fmla="*/ 6974 w 2901495"/>
              <a:gd name="connsiteY13" fmla="*/ 844784 h 1290751"/>
              <a:gd name="connsiteX0" fmla="*/ 6974 w 2617291"/>
              <a:gd name="connsiteY0" fmla="*/ 844784 h 1314467"/>
              <a:gd name="connsiteX1" fmla="*/ 99049 w 2617291"/>
              <a:gd name="connsiteY1" fmla="*/ 546334 h 1314467"/>
              <a:gd name="connsiteX2" fmla="*/ 429249 w 2617291"/>
              <a:gd name="connsiteY2" fmla="*/ 539984 h 1314467"/>
              <a:gd name="connsiteX3" fmla="*/ 1197599 w 2617291"/>
              <a:gd name="connsiteY3" fmla="*/ 1114659 h 1314467"/>
              <a:gd name="connsiteX4" fmla="*/ 1972299 w 2617291"/>
              <a:gd name="connsiteY4" fmla="*/ 1067034 h 1314467"/>
              <a:gd name="connsiteX5" fmla="*/ 2292974 w 2617291"/>
              <a:gd name="connsiteY5" fmla="*/ 1289284 h 1314467"/>
              <a:gd name="connsiteX6" fmla="*/ 2616824 w 2617291"/>
              <a:gd name="connsiteY6" fmla="*/ 384409 h 1314467"/>
              <a:gd name="connsiteX7" fmla="*/ 2219949 w 2617291"/>
              <a:gd name="connsiteY7" fmla="*/ 463784 h 1314467"/>
              <a:gd name="connsiteX8" fmla="*/ 1635749 w 2617291"/>
              <a:gd name="connsiteY8" fmla="*/ 206609 h 1314467"/>
              <a:gd name="connsiteX9" fmla="*/ 1181724 w 2617291"/>
              <a:gd name="connsiteY9" fmla="*/ 285984 h 1314467"/>
              <a:gd name="connsiteX10" fmla="*/ 549899 w 2617291"/>
              <a:gd name="connsiteY10" fmla="*/ 31984 h 1314467"/>
              <a:gd name="connsiteX11" fmla="*/ 67299 w 2617291"/>
              <a:gd name="connsiteY11" fmla="*/ 92309 h 1314467"/>
              <a:gd name="connsiteX12" fmla="*/ 6974 w 2617291"/>
              <a:gd name="connsiteY12" fmla="*/ 844784 h 1314467"/>
              <a:gd name="connsiteX0" fmla="*/ 6974 w 2997596"/>
              <a:gd name="connsiteY0" fmla="*/ 844784 h 1304800"/>
              <a:gd name="connsiteX1" fmla="*/ 99049 w 2997596"/>
              <a:gd name="connsiteY1" fmla="*/ 546334 h 1304800"/>
              <a:gd name="connsiteX2" fmla="*/ 429249 w 2997596"/>
              <a:gd name="connsiteY2" fmla="*/ 539984 h 1304800"/>
              <a:gd name="connsiteX3" fmla="*/ 1197599 w 2997596"/>
              <a:gd name="connsiteY3" fmla="*/ 1114659 h 1304800"/>
              <a:gd name="connsiteX4" fmla="*/ 1972299 w 2997596"/>
              <a:gd name="connsiteY4" fmla="*/ 1067034 h 1304800"/>
              <a:gd name="connsiteX5" fmla="*/ 2292974 w 2997596"/>
              <a:gd name="connsiteY5" fmla="*/ 1289284 h 1304800"/>
              <a:gd name="connsiteX6" fmla="*/ 2991164 w 2997596"/>
              <a:gd name="connsiteY6" fmla="*/ 568559 h 1304800"/>
              <a:gd name="connsiteX7" fmla="*/ 2616824 w 2997596"/>
              <a:gd name="connsiteY7" fmla="*/ 384409 h 1304800"/>
              <a:gd name="connsiteX8" fmla="*/ 2219949 w 2997596"/>
              <a:gd name="connsiteY8" fmla="*/ 463784 h 1304800"/>
              <a:gd name="connsiteX9" fmla="*/ 1635749 w 2997596"/>
              <a:gd name="connsiteY9" fmla="*/ 206609 h 1304800"/>
              <a:gd name="connsiteX10" fmla="*/ 1181724 w 2997596"/>
              <a:gd name="connsiteY10" fmla="*/ 285984 h 1304800"/>
              <a:gd name="connsiteX11" fmla="*/ 549899 w 2997596"/>
              <a:gd name="connsiteY11" fmla="*/ 31984 h 1304800"/>
              <a:gd name="connsiteX12" fmla="*/ 67299 w 2997596"/>
              <a:gd name="connsiteY12" fmla="*/ 92309 h 1304800"/>
              <a:gd name="connsiteX13" fmla="*/ 6974 w 2997596"/>
              <a:gd name="connsiteY13" fmla="*/ 844784 h 1304800"/>
              <a:gd name="connsiteX0" fmla="*/ 6974 w 3002409"/>
              <a:gd name="connsiteY0" fmla="*/ 844784 h 1436028"/>
              <a:gd name="connsiteX1" fmla="*/ 99049 w 3002409"/>
              <a:gd name="connsiteY1" fmla="*/ 546334 h 1436028"/>
              <a:gd name="connsiteX2" fmla="*/ 429249 w 3002409"/>
              <a:gd name="connsiteY2" fmla="*/ 539984 h 1436028"/>
              <a:gd name="connsiteX3" fmla="*/ 1197599 w 3002409"/>
              <a:gd name="connsiteY3" fmla="*/ 1114659 h 1436028"/>
              <a:gd name="connsiteX4" fmla="*/ 1972299 w 3002409"/>
              <a:gd name="connsiteY4" fmla="*/ 1067034 h 1436028"/>
              <a:gd name="connsiteX5" fmla="*/ 2292974 w 3002409"/>
              <a:gd name="connsiteY5" fmla="*/ 1289284 h 1436028"/>
              <a:gd name="connsiteX6" fmla="*/ 2914963 w 3002409"/>
              <a:gd name="connsiteY6" fmla="*/ 1394059 h 1436028"/>
              <a:gd name="connsiteX7" fmla="*/ 2991164 w 3002409"/>
              <a:gd name="connsiteY7" fmla="*/ 568559 h 1436028"/>
              <a:gd name="connsiteX8" fmla="*/ 2616824 w 3002409"/>
              <a:gd name="connsiteY8" fmla="*/ 384409 h 1436028"/>
              <a:gd name="connsiteX9" fmla="*/ 2219949 w 3002409"/>
              <a:gd name="connsiteY9" fmla="*/ 463784 h 1436028"/>
              <a:gd name="connsiteX10" fmla="*/ 1635749 w 3002409"/>
              <a:gd name="connsiteY10" fmla="*/ 206609 h 1436028"/>
              <a:gd name="connsiteX11" fmla="*/ 1181724 w 3002409"/>
              <a:gd name="connsiteY11" fmla="*/ 285984 h 1436028"/>
              <a:gd name="connsiteX12" fmla="*/ 549899 w 3002409"/>
              <a:gd name="connsiteY12" fmla="*/ 31984 h 1436028"/>
              <a:gd name="connsiteX13" fmla="*/ 67299 w 3002409"/>
              <a:gd name="connsiteY13" fmla="*/ 92309 h 1436028"/>
              <a:gd name="connsiteX14" fmla="*/ 6974 w 3002409"/>
              <a:gd name="connsiteY14" fmla="*/ 844784 h 1436028"/>
              <a:gd name="connsiteX0" fmla="*/ 6974 w 3020716"/>
              <a:gd name="connsiteY0" fmla="*/ 844784 h 1406351"/>
              <a:gd name="connsiteX1" fmla="*/ 99049 w 3020716"/>
              <a:gd name="connsiteY1" fmla="*/ 546334 h 1406351"/>
              <a:gd name="connsiteX2" fmla="*/ 429249 w 3020716"/>
              <a:gd name="connsiteY2" fmla="*/ 539984 h 1406351"/>
              <a:gd name="connsiteX3" fmla="*/ 1197599 w 3020716"/>
              <a:gd name="connsiteY3" fmla="*/ 1114659 h 1406351"/>
              <a:gd name="connsiteX4" fmla="*/ 1972299 w 3020716"/>
              <a:gd name="connsiteY4" fmla="*/ 1067034 h 1406351"/>
              <a:gd name="connsiteX5" fmla="*/ 2914963 w 3020716"/>
              <a:gd name="connsiteY5" fmla="*/ 1394059 h 1406351"/>
              <a:gd name="connsiteX6" fmla="*/ 2991164 w 3020716"/>
              <a:gd name="connsiteY6" fmla="*/ 568559 h 1406351"/>
              <a:gd name="connsiteX7" fmla="*/ 2616824 w 3020716"/>
              <a:gd name="connsiteY7" fmla="*/ 384409 h 1406351"/>
              <a:gd name="connsiteX8" fmla="*/ 2219949 w 3020716"/>
              <a:gd name="connsiteY8" fmla="*/ 463784 h 1406351"/>
              <a:gd name="connsiteX9" fmla="*/ 1635749 w 3020716"/>
              <a:gd name="connsiteY9" fmla="*/ 206609 h 1406351"/>
              <a:gd name="connsiteX10" fmla="*/ 1181724 w 3020716"/>
              <a:gd name="connsiteY10" fmla="*/ 285984 h 1406351"/>
              <a:gd name="connsiteX11" fmla="*/ 549899 w 3020716"/>
              <a:gd name="connsiteY11" fmla="*/ 31984 h 1406351"/>
              <a:gd name="connsiteX12" fmla="*/ 67299 w 3020716"/>
              <a:gd name="connsiteY12" fmla="*/ 92309 h 1406351"/>
              <a:gd name="connsiteX13" fmla="*/ 6974 w 3020716"/>
              <a:gd name="connsiteY13" fmla="*/ 844784 h 1406351"/>
              <a:gd name="connsiteX0" fmla="*/ 6974 w 3020716"/>
              <a:gd name="connsiteY0" fmla="*/ 844784 h 1403094"/>
              <a:gd name="connsiteX1" fmla="*/ 99049 w 3020716"/>
              <a:gd name="connsiteY1" fmla="*/ 546334 h 1403094"/>
              <a:gd name="connsiteX2" fmla="*/ 429249 w 3020716"/>
              <a:gd name="connsiteY2" fmla="*/ 539984 h 1403094"/>
              <a:gd name="connsiteX3" fmla="*/ 1197599 w 3020716"/>
              <a:gd name="connsiteY3" fmla="*/ 1114659 h 1403094"/>
              <a:gd name="connsiteX4" fmla="*/ 1705599 w 3020716"/>
              <a:gd name="connsiteY4" fmla="*/ 914634 h 1403094"/>
              <a:gd name="connsiteX5" fmla="*/ 2914963 w 3020716"/>
              <a:gd name="connsiteY5" fmla="*/ 1394059 h 1403094"/>
              <a:gd name="connsiteX6" fmla="*/ 2991164 w 3020716"/>
              <a:gd name="connsiteY6" fmla="*/ 568559 h 1403094"/>
              <a:gd name="connsiteX7" fmla="*/ 2616824 w 3020716"/>
              <a:gd name="connsiteY7" fmla="*/ 384409 h 1403094"/>
              <a:gd name="connsiteX8" fmla="*/ 2219949 w 3020716"/>
              <a:gd name="connsiteY8" fmla="*/ 463784 h 1403094"/>
              <a:gd name="connsiteX9" fmla="*/ 1635749 w 3020716"/>
              <a:gd name="connsiteY9" fmla="*/ 206609 h 1403094"/>
              <a:gd name="connsiteX10" fmla="*/ 1181724 w 3020716"/>
              <a:gd name="connsiteY10" fmla="*/ 285984 h 1403094"/>
              <a:gd name="connsiteX11" fmla="*/ 549899 w 3020716"/>
              <a:gd name="connsiteY11" fmla="*/ 31984 h 1403094"/>
              <a:gd name="connsiteX12" fmla="*/ 67299 w 3020716"/>
              <a:gd name="connsiteY12" fmla="*/ 92309 h 1403094"/>
              <a:gd name="connsiteX13" fmla="*/ 6974 w 3020716"/>
              <a:gd name="connsiteY13" fmla="*/ 844784 h 1403094"/>
              <a:gd name="connsiteX0" fmla="*/ 6974 w 3020716"/>
              <a:gd name="connsiteY0" fmla="*/ 844784 h 1403378"/>
              <a:gd name="connsiteX1" fmla="*/ 99049 w 3020716"/>
              <a:gd name="connsiteY1" fmla="*/ 546334 h 1403378"/>
              <a:gd name="connsiteX2" fmla="*/ 429249 w 3020716"/>
              <a:gd name="connsiteY2" fmla="*/ 539984 h 1403378"/>
              <a:gd name="connsiteX3" fmla="*/ 1000749 w 3020716"/>
              <a:gd name="connsiteY3" fmla="*/ 1006709 h 1403378"/>
              <a:gd name="connsiteX4" fmla="*/ 1705599 w 3020716"/>
              <a:gd name="connsiteY4" fmla="*/ 914634 h 1403378"/>
              <a:gd name="connsiteX5" fmla="*/ 2914963 w 3020716"/>
              <a:gd name="connsiteY5" fmla="*/ 1394059 h 1403378"/>
              <a:gd name="connsiteX6" fmla="*/ 2991164 w 3020716"/>
              <a:gd name="connsiteY6" fmla="*/ 568559 h 1403378"/>
              <a:gd name="connsiteX7" fmla="*/ 2616824 w 3020716"/>
              <a:gd name="connsiteY7" fmla="*/ 384409 h 1403378"/>
              <a:gd name="connsiteX8" fmla="*/ 2219949 w 3020716"/>
              <a:gd name="connsiteY8" fmla="*/ 463784 h 1403378"/>
              <a:gd name="connsiteX9" fmla="*/ 1635749 w 3020716"/>
              <a:gd name="connsiteY9" fmla="*/ 206609 h 1403378"/>
              <a:gd name="connsiteX10" fmla="*/ 1181724 w 3020716"/>
              <a:gd name="connsiteY10" fmla="*/ 285984 h 1403378"/>
              <a:gd name="connsiteX11" fmla="*/ 549899 w 3020716"/>
              <a:gd name="connsiteY11" fmla="*/ 31984 h 1403378"/>
              <a:gd name="connsiteX12" fmla="*/ 67299 w 3020716"/>
              <a:gd name="connsiteY12" fmla="*/ 92309 h 1403378"/>
              <a:gd name="connsiteX13" fmla="*/ 6974 w 3020716"/>
              <a:gd name="connsiteY13" fmla="*/ 844784 h 1403378"/>
              <a:gd name="connsiteX0" fmla="*/ 6974 w 3020716"/>
              <a:gd name="connsiteY0" fmla="*/ 844784 h 1403378"/>
              <a:gd name="connsiteX1" fmla="*/ 99049 w 3020716"/>
              <a:gd name="connsiteY1" fmla="*/ 546334 h 1403378"/>
              <a:gd name="connsiteX2" fmla="*/ 429249 w 3020716"/>
              <a:gd name="connsiteY2" fmla="*/ 539984 h 1403378"/>
              <a:gd name="connsiteX3" fmla="*/ 1000749 w 3020716"/>
              <a:gd name="connsiteY3" fmla="*/ 1006709 h 1403378"/>
              <a:gd name="connsiteX4" fmla="*/ 1705599 w 3020716"/>
              <a:gd name="connsiteY4" fmla="*/ 914634 h 1403378"/>
              <a:gd name="connsiteX5" fmla="*/ 2914963 w 3020716"/>
              <a:gd name="connsiteY5" fmla="*/ 1394059 h 1403378"/>
              <a:gd name="connsiteX6" fmla="*/ 2991164 w 3020716"/>
              <a:gd name="connsiteY6" fmla="*/ 568559 h 1403378"/>
              <a:gd name="connsiteX7" fmla="*/ 2616824 w 3020716"/>
              <a:gd name="connsiteY7" fmla="*/ 384409 h 1403378"/>
              <a:gd name="connsiteX8" fmla="*/ 2219949 w 3020716"/>
              <a:gd name="connsiteY8" fmla="*/ 463784 h 1403378"/>
              <a:gd name="connsiteX9" fmla="*/ 1635749 w 3020716"/>
              <a:gd name="connsiteY9" fmla="*/ 206609 h 1403378"/>
              <a:gd name="connsiteX10" fmla="*/ 1130924 w 3020716"/>
              <a:gd name="connsiteY10" fmla="*/ 254234 h 1403378"/>
              <a:gd name="connsiteX11" fmla="*/ 549899 w 3020716"/>
              <a:gd name="connsiteY11" fmla="*/ 31984 h 1403378"/>
              <a:gd name="connsiteX12" fmla="*/ 67299 w 3020716"/>
              <a:gd name="connsiteY12" fmla="*/ 92309 h 1403378"/>
              <a:gd name="connsiteX13" fmla="*/ 6974 w 3020716"/>
              <a:gd name="connsiteY13" fmla="*/ 844784 h 1403378"/>
              <a:gd name="connsiteX0" fmla="*/ 6974 w 3004279"/>
              <a:gd name="connsiteY0" fmla="*/ 844784 h 1435212"/>
              <a:gd name="connsiteX1" fmla="*/ 99049 w 3004279"/>
              <a:gd name="connsiteY1" fmla="*/ 546334 h 1435212"/>
              <a:gd name="connsiteX2" fmla="*/ 429249 w 3004279"/>
              <a:gd name="connsiteY2" fmla="*/ 539984 h 1435212"/>
              <a:gd name="connsiteX3" fmla="*/ 1000749 w 3004279"/>
              <a:gd name="connsiteY3" fmla="*/ 1006709 h 1435212"/>
              <a:gd name="connsiteX4" fmla="*/ 1705599 w 3004279"/>
              <a:gd name="connsiteY4" fmla="*/ 914634 h 1435212"/>
              <a:gd name="connsiteX5" fmla="*/ 2229162 w 3004279"/>
              <a:gd name="connsiteY5" fmla="*/ 1311510 h 1435212"/>
              <a:gd name="connsiteX6" fmla="*/ 2914963 w 3004279"/>
              <a:gd name="connsiteY6" fmla="*/ 1394059 h 1435212"/>
              <a:gd name="connsiteX7" fmla="*/ 2991164 w 3004279"/>
              <a:gd name="connsiteY7" fmla="*/ 568559 h 1435212"/>
              <a:gd name="connsiteX8" fmla="*/ 2616824 w 3004279"/>
              <a:gd name="connsiteY8" fmla="*/ 384409 h 1435212"/>
              <a:gd name="connsiteX9" fmla="*/ 2219949 w 3004279"/>
              <a:gd name="connsiteY9" fmla="*/ 463784 h 1435212"/>
              <a:gd name="connsiteX10" fmla="*/ 1635749 w 3004279"/>
              <a:gd name="connsiteY10" fmla="*/ 206609 h 1435212"/>
              <a:gd name="connsiteX11" fmla="*/ 1130924 w 3004279"/>
              <a:gd name="connsiteY11" fmla="*/ 254234 h 1435212"/>
              <a:gd name="connsiteX12" fmla="*/ 549899 w 3004279"/>
              <a:gd name="connsiteY12" fmla="*/ 31984 h 1435212"/>
              <a:gd name="connsiteX13" fmla="*/ 67299 w 3004279"/>
              <a:gd name="connsiteY13" fmla="*/ 92309 h 1435212"/>
              <a:gd name="connsiteX14" fmla="*/ 6974 w 3004279"/>
              <a:gd name="connsiteY14" fmla="*/ 844784 h 1435212"/>
              <a:gd name="connsiteX0" fmla="*/ 6974 w 3004279"/>
              <a:gd name="connsiteY0" fmla="*/ 844784 h 1435212"/>
              <a:gd name="connsiteX1" fmla="*/ 99049 w 3004279"/>
              <a:gd name="connsiteY1" fmla="*/ 546334 h 1435212"/>
              <a:gd name="connsiteX2" fmla="*/ 429249 w 3004279"/>
              <a:gd name="connsiteY2" fmla="*/ 539984 h 1435212"/>
              <a:gd name="connsiteX3" fmla="*/ 1000749 w 3004279"/>
              <a:gd name="connsiteY3" fmla="*/ 1006709 h 1435212"/>
              <a:gd name="connsiteX4" fmla="*/ 1705599 w 3004279"/>
              <a:gd name="connsiteY4" fmla="*/ 914634 h 1435212"/>
              <a:gd name="connsiteX5" fmla="*/ 2229162 w 3004279"/>
              <a:gd name="connsiteY5" fmla="*/ 1311510 h 1435212"/>
              <a:gd name="connsiteX6" fmla="*/ 2914963 w 3004279"/>
              <a:gd name="connsiteY6" fmla="*/ 1394059 h 1435212"/>
              <a:gd name="connsiteX7" fmla="*/ 2991164 w 3004279"/>
              <a:gd name="connsiteY7" fmla="*/ 568559 h 1435212"/>
              <a:gd name="connsiteX8" fmla="*/ 2616824 w 3004279"/>
              <a:gd name="connsiteY8" fmla="*/ 384409 h 1435212"/>
              <a:gd name="connsiteX9" fmla="*/ 2219949 w 3004279"/>
              <a:gd name="connsiteY9" fmla="*/ 463784 h 1435212"/>
              <a:gd name="connsiteX10" fmla="*/ 1635749 w 3004279"/>
              <a:gd name="connsiteY10" fmla="*/ 206609 h 1435212"/>
              <a:gd name="connsiteX11" fmla="*/ 1130924 w 3004279"/>
              <a:gd name="connsiteY11" fmla="*/ 254234 h 1435212"/>
              <a:gd name="connsiteX12" fmla="*/ 549899 w 3004279"/>
              <a:gd name="connsiteY12" fmla="*/ 31984 h 1435212"/>
              <a:gd name="connsiteX13" fmla="*/ 67299 w 3004279"/>
              <a:gd name="connsiteY13" fmla="*/ 92309 h 1435212"/>
              <a:gd name="connsiteX14" fmla="*/ 6974 w 3004279"/>
              <a:gd name="connsiteY14" fmla="*/ 844784 h 1435212"/>
              <a:gd name="connsiteX0" fmla="*/ 6974 w 2995135"/>
              <a:gd name="connsiteY0" fmla="*/ 844784 h 1320486"/>
              <a:gd name="connsiteX1" fmla="*/ 99049 w 2995135"/>
              <a:gd name="connsiteY1" fmla="*/ 546334 h 1320486"/>
              <a:gd name="connsiteX2" fmla="*/ 429249 w 2995135"/>
              <a:gd name="connsiteY2" fmla="*/ 539984 h 1320486"/>
              <a:gd name="connsiteX3" fmla="*/ 1000749 w 2995135"/>
              <a:gd name="connsiteY3" fmla="*/ 1006709 h 1320486"/>
              <a:gd name="connsiteX4" fmla="*/ 1705599 w 2995135"/>
              <a:gd name="connsiteY4" fmla="*/ 914634 h 1320486"/>
              <a:gd name="connsiteX5" fmla="*/ 2229162 w 2995135"/>
              <a:gd name="connsiteY5" fmla="*/ 1311510 h 1320486"/>
              <a:gd name="connsiteX6" fmla="*/ 2876863 w 2995135"/>
              <a:gd name="connsiteY6" fmla="*/ 1152759 h 1320486"/>
              <a:gd name="connsiteX7" fmla="*/ 2991164 w 2995135"/>
              <a:gd name="connsiteY7" fmla="*/ 568559 h 1320486"/>
              <a:gd name="connsiteX8" fmla="*/ 2616824 w 2995135"/>
              <a:gd name="connsiteY8" fmla="*/ 384409 h 1320486"/>
              <a:gd name="connsiteX9" fmla="*/ 2219949 w 2995135"/>
              <a:gd name="connsiteY9" fmla="*/ 463784 h 1320486"/>
              <a:gd name="connsiteX10" fmla="*/ 1635749 w 2995135"/>
              <a:gd name="connsiteY10" fmla="*/ 206609 h 1320486"/>
              <a:gd name="connsiteX11" fmla="*/ 1130924 w 2995135"/>
              <a:gd name="connsiteY11" fmla="*/ 254234 h 1320486"/>
              <a:gd name="connsiteX12" fmla="*/ 549899 w 2995135"/>
              <a:gd name="connsiteY12" fmla="*/ 31984 h 1320486"/>
              <a:gd name="connsiteX13" fmla="*/ 67299 w 2995135"/>
              <a:gd name="connsiteY13" fmla="*/ 92309 h 1320486"/>
              <a:gd name="connsiteX14" fmla="*/ 6974 w 2995135"/>
              <a:gd name="connsiteY14" fmla="*/ 844784 h 1320486"/>
              <a:gd name="connsiteX0" fmla="*/ 6974 w 2995135"/>
              <a:gd name="connsiteY0" fmla="*/ 844784 h 1320486"/>
              <a:gd name="connsiteX1" fmla="*/ 99049 w 2995135"/>
              <a:gd name="connsiteY1" fmla="*/ 546334 h 1320486"/>
              <a:gd name="connsiteX2" fmla="*/ 429249 w 2995135"/>
              <a:gd name="connsiteY2" fmla="*/ 539984 h 1320486"/>
              <a:gd name="connsiteX3" fmla="*/ 1000749 w 2995135"/>
              <a:gd name="connsiteY3" fmla="*/ 1006709 h 1320486"/>
              <a:gd name="connsiteX4" fmla="*/ 1705599 w 2995135"/>
              <a:gd name="connsiteY4" fmla="*/ 914634 h 1320486"/>
              <a:gd name="connsiteX5" fmla="*/ 2229162 w 2995135"/>
              <a:gd name="connsiteY5" fmla="*/ 1311510 h 1320486"/>
              <a:gd name="connsiteX6" fmla="*/ 2876863 w 2995135"/>
              <a:gd name="connsiteY6" fmla="*/ 1152759 h 1320486"/>
              <a:gd name="connsiteX7" fmla="*/ 2991164 w 2995135"/>
              <a:gd name="connsiteY7" fmla="*/ 568559 h 1320486"/>
              <a:gd name="connsiteX8" fmla="*/ 2616824 w 2995135"/>
              <a:gd name="connsiteY8" fmla="*/ 384409 h 1320486"/>
              <a:gd name="connsiteX9" fmla="*/ 2219949 w 2995135"/>
              <a:gd name="connsiteY9" fmla="*/ 463784 h 1320486"/>
              <a:gd name="connsiteX10" fmla="*/ 1635749 w 2995135"/>
              <a:gd name="connsiteY10" fmla="*/ 206609 h 1320486"/>
              <a:gd name="connsiteX11" fmla="*/ 1130924 w 2995135"/>
              <a:gd name="connsiteY11" fmla="*/ 254234 h 1320486"/>
              <a:gd name="connsiteX12" fmla="*/ 549899 w 2995135"/>
              <a:gd name="connsiteY12" fmla="*/ 31984 h 1320486"/>
              <a:gd name="connsiteX13" fmla="*/ 67299 w 2995135"/>
              <a:gd name="connsiteY13" fmla="*/ 92309 h 1320486"/>
              <a:gd name="connsiteX14" fmla="*/ 6974 w 2995135"/>
              <a:gd name="connsiteY14" fmla="*/ 844784 h 1320486"/>
              <a:gd name="connsiteX0" fmla="*/ 6974 w 2995135"/>
              <a:gd name="connsiteY0" fmla="*/ 844784 h 1320486"/>
              <a:gd name="connsiteX1" fmla="*/ 99049 w 2995135"/>
              <a:gd name="connsiteY1" fmla="*/ 546334 h 1320486"/>
              <a:gd name="connsiteX2" fmla="*/ 429249 w 2995135"/>
              <a:gd name="connsiteY2" fmla="*/ 539984 h 1320486"/>
              <a:gd name="connsiteX3" fmla="*/ 1000749 w 2995135"/>
              <a:gd name="connsiteY3" fmla="*/ 1006709 h 1320486"/>
              <a:gd name="connsiteX4" fmla="*/ 1705599 w 2995135"/>
              <a:gd name="connsiteY4" fmla="*/ 914634 h 1320486"/>
              <a:gd name="connsiteX5" fmla="*/ 2229162 w 2995135"/>
              <a:gd name="connsiteY5" fmla="*/ 1311510 h 1320486"/>
              <a:gd name="connsiteX6" fmla="*/ 2876863 w 2995135"/>
              <a:gd name="connsiteY6" fmla="*/ 1152759 h 1320486"/>
              <a:gd name="connsiteX7" fmla="*/ 2991164 w 2995135"/>
              <a:gd name="connsiteY7" fmla="*/ 568559 h 1320486"/>
              <a:gd name="connsiteX8" fmla="*/ 2616824 w 2995135"/>
              <a:gd name="connsiteY8" fmla="*/ 384409 h 1320486"/>
              <a:gd name="connsiteX9" fmla="*/ 2219949 w 2995135"/>
              <a:gd name="connsiteY9" fmla="*/ 539984 h 1320486"/>
              <a:gd name="connsiteX10" fmla="*/ 1635749 w 2995135"/>
              <a:gd name="connsiteY10" fmla="*/ 206609 h 1320486"/>
              <a:gd name="connsiteX11" fmla="*/ 1130924 w 2995135"/>
              <a:gd name="connsiteY11" fmla="*/ 254234 h 1320486"/>
              <a:gd name="connsiteX12" fmla="*/ 549899 w 2995135"/>
              <a:gd name="connsiteY12" fmla="*/ 31984 h 1320486"/>
              <a:gd name="connsiteX13" fmla="*/ 67299 w 2995135"/>
              <a:gd name="connsiteY13" fmla="*/ 92309 h 1320486"/>
              <a:gd name="connsiteX14" fmla="*/ 6974 w 2995135"/>
              <a:gd name="connsiteY14" fmla="*/ 844784 h 1320486"/>
              <a:gd name="connsiteX0" fmla="*/ 6974 w 2995135"/>
              <a:gd name="connsiteY0" fmla="*/ 844784 h 1320486"/>
              <a:gd name="connsiteX1" fmla="*/ 99049 w 2995135"/>
              <a:gd name="connsiteY1" fmla="*/ 546334 h 1320486"/>
              <a:gd name="connsiteX2" fmla="*/ 429249 w 2995135"/>
              <a:gd name="connsiteY2" fmla="*/ 539984 h 1320486"/>
              <a:gd name="connsiteX3" fmla="*/ 1000749 w 2995135"/>
              <a:gd name="connsiteY3" fmla="*/ 1006709 h 1320486"/>
              <a:gd name="connsiteX4" fmla="*/ 1705599 w 2995135"/>
              <a:gd name="connsiteY4" fmla="*/ 914634 h 1320486"/>
              <a:gd name="connsiteX5" fmla="*/ 2229162 w 2995135"/>
              <a:gd name="connsiteY5" fmla="*/ 1311510 h 1320486"/>
              <a:gd name="connsiteX6" fmla="*/ 2876863 w 2995135"/>
              <a:gd name="connsiteY6" fmla="*/ 1152759 h 1320486"/>
              <a:gd name="connsiteX7" fmla="*/ 2991164 w 2995135"/>
              <a:gd name="connsiteY7" fmla="*/ 568559 h 1320486"/>
              <a:gd name="connsiteX8" fmla="*/ 2616824 w 2995135"/>
              <a:gd name="connsiteY8" fmla="*/ 384409 h 1320486"/>
              <a:gd name="connsiteX9" fmla="*/ 2219949 w 2995135"/>
              <a:gd name="connsiteY9" fmla="*/ 539984 h 1320486"/>
              <a:gd name="connsiteX10" fmla="*/ 1673849 w 2995135"/>
              <a:gd name="connsiteY10" fmla="*/ 206609 h 1320486"/>
              <a:gd name="connsiteX11" fmla="*/ 1130924 w 2995135"/>
              <a:gd name="connsiteY11" fmla="*/ 254234 h 1320486"/>
              <a:gd name="connsiteX12" fmla="*/ 549899 w 2995135"/>
              <a:gd name="connsiteY12" fmla="*/ 31984 h 1320486"/>
              <a:gd name="connsiteX13" fmla="*/ 67299 w 2995135"/>
              <a:gd name="connsiteY13" fmla="*/ 92309 h 1320486"/>
              <a:gd name="connsiteX14" fmla="*/ 6974 w 2995135"/>
              <a:gd name="connsiteY14" fmla="*/ 844784 h 1320486"/>
              <a:gd name="connsiteX0" fmla="*/ 6974 w 2995135"/>
              <a:gd name="connsiteY0" fmla="*/ 844784 h 1320486"/>
              <a:gd name="connsiteX1" fmla="*/ 99049 w 2995135"/>
              <a:gd name="connsiteY1" fmla="*/ 546334 h 1320486"/>
              <a:gd name="connsiteX2" fmla="*/ 429249 w 2995135"/>
              <a:gd name="connsiteY2" fmla="*/ 539984 h 1320486"/>
              <a:gd name="connsiteX3" fmla="*/ 1000749 w 2995135"/>
              <a:gd name="connsiteY3" fmla="*/ 1006709 h 1320486"/>
              <a:gd name="connsiteX4" fmla="*/ 1705599 w 2995135"/>
              <a:gd name="connsiteY4" fmla="*/ 914634 h 1320486"/>
              <a:gd name="connsiteX5" fmla="*/ 2229162 w 2995135"/>
              <a:gd name="connsiteY5" fmla="*/ 1311510 h 1320486"/>
              <a:gd name="connsiteX6" fmla="*/ 2876863 w 2995135"/>
              <a:gd name="connsiteY6" fmla="*/ 1152759 h 1320486"/>
              <a:gd name="connsiteX7" fmla="*/ 2991164 w 2995135"/>
              <a:gd name="connsiteY7" fmla="*/ 568559 h 1320486"/>
              <a:gd name="connsiteX8" fmla="*/ 2616824 w 2995135"/>
              <a:gd name="connsiteY8" fmla="*/ 384409 h 1320486"/>
              <a:gd name="connsiteX9" fmla="*/ 2219949 w 2995135"/>
              <a:gd name="connsiteY9" fmla="*/ 539984 h 1320486"/>
              <a:gd name="connsiteX10" fmla="*/ 1673849 w 2995135"/>
              <a:gd name="connsiteY10" fmla="*/ 206609 h 1320486"/>
              <a:gd name="connsiteX11" fmla="*/ 1130924 w 2995135"/>
              <a:gd name="connsiteY11" fmla="*/ 254234 h 1320486"/>
              <a:gd name="connsiteX12" fmla="*/ 549899 w 2995135"/>
              <a:gd name="connsiteY12" fmla="*/ 31984 h 1320486"/>
              <a:gd name="connsiteX13" fmla="*/ 67299 w 2995135"/>
              <a:gd name="connsiteY13" fmla="*/ 92309 h 1320486"/>
              <a:gd name="connsiteX14" fmla="*/ 6974 w 2995135"/>
              <a:gd name="connsiteY14" fmla="*/ 844784 h 1320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5135" h="1320486">
                <a:moveTo>
                  <a:pt x="6974" y="844784"/>
                </a:moveTo>
                <a:cubicBezTo>
                  <a:pt x="12266" y="920455"/>
                  <a:pt x="28670" y="597134"/>
                  <a:pt x="99049" y="546334"/>
                </a:cubicBezTo>
                <a:cubicBezTo>
                  <a:pt x="169428" y="495534"/>
                  <a:pt x="278966" y="463255"/>
                  <a:pt x="429249" y="539984"/>
                </a:cubicBezTo>
                <a:cubicBezTo>
                  <a:pt x="579532" y="616713"/>
                  <a:pt x="788024" y="944267"/>
                  <a:pt x="1000749" y="1006709"/>
                </a:cubicBezTo>
                <a:cubicBezTo>
                  <a:pt x="1213474" y="1069151"/>
                  <a:pt x="1500864" y="863834"/>
                  <a:pt x="1705599" y="914634"/>
                </a:cubicBezTo>
                <a:cubicBezTo>
                  <a:pt x="1910334" y="965434"/>
                  <a:pt x="2033951" y="1271823"/>
                  <a:pt x="2229162" y="1311510"/>
                </a:cubicBezTo>
                <a:cubicBezTo>
                  <a:pt x="2424373" y="1351198"/>
                  <a:pt x="2754096" y="1252242"/>
                  <a:pt x="2876863" y="1152759"/>
                </a:cubicBezTo>
                <a:cubicBezTo>
                  <a:pt x="2999630" y="1053276"/>
                  <a:pt x="3001695" y="665925"/>
                  <a:pt x="2991164" y="568559"/>
                </a:cubicBezTo>
                <a:cubicBezTo>
                  <a:pt x="2980633" y="471193"/>
                  <a:pt x="2745360" y="389171"/>
                  <a:pt x="2616824" y="384409"/>
                </a:cubicBezTo>
                <a:cubicBezTo>
                  <a:pt x="2488288" y="379647"/>
                  <a:pt x="2377111" y="569617"/>
                  <a:pt x="2219949" y="539984"/>
                </a:cubicBezTo>
                <a:cubicBezTo>
                  <a:pt x="2062787" y="510351"/>
                  <a:pt x="1855353" y="254234"/>
                  <a:pt x="1673849" y="206609"/>
                </a:cubicBezTo>
                <a:cubicBezTo>
                  <a:pt x="1492345" y="158984"/>
                  <a:pt x="1318249" y="283338"/>
                  <a:pt x="1130924" y="254234"/>
                </a:cubicBezTo>
                <a:cubicBezTo>
                  <a:pt x="943599" y="225130"/>
                  <a:pt x="735636" y="64263"/>
                  <a:pt x="549899" y="31984"/>
                </a:cubicBezTo>
                <a:cubicBezTo>
                  <a:pt x="364162" y="-295"/>
                  <a:pt x="157257" y="-40512"/>
                  <a:pt x="67299" y="92309"/>
                </a:cubicBezTo>
                <a:cubicBezTo>
                  <a:pt x="-22659" y="225130"/>
                  <a:pt x="1682" y="769113"/>
                  <a:pt x="6974" y="844784"/>
                </a:cubicBezTo>
                <a:close/>
              </a:path>
            </a:pathLst>
          </a:custGeom>
          <a:gradFill flip="none" rotWithShape="1">
            <a:gsLst>
              <a:gs pos="0">
                <a:schemeClr val="accent4">
                  <a:lumMod val="20000"/>
                  <a:lumOff val="80000"/>
                  <a:alpha val="0"/>
                </a:schemeClr>
              </a:gs>
              <a:gs pos="100000">
                <a:schemeClr val="accent4">
                  <a:shade val="100000"/>
                  <a:satMod val="115000"/>
                  <a:alpha val="49000"/>
                  <a:lumMod val="70000"/>
                  <a:lumOff val="30000"/>
                </a:schemeClr>
              </a:gs>
            </a:gsLst>
            <a:lin ang="10800000" scaled="1"/>
            <a:tileRect/>
          </a:gradFill>
          <a:ln w="9525" cap="flat" cmpd="sng" algn="ctr">
            <a:noFill/>
            <a:prstDash val="solid"/>
            <a:round/>
            <a:headEnd type="none" w="med" len="med"/>
            <a:tailEnd type="none" w="med" len="med"/>
          </a:ln>
          <a:effectLst/>
        </p:spPr>
        <p:txBody>
          <a:bodyPr lIns="0" tIns="0" rIns="0" bIns="0"/>
          <a:lstStyle/>
          <a:p>
            <a:pPr marL="182563" indent="-182563"/>
            <a:endParaRPr lang="en-US" sz="1200" dirty="0">
              <a:solidFill>
                <a:schemeClr val="tx1"/>
              </a:solidFill>
              <a:latin typeface="Arial" charset="0"/>
            </a:endParaRPr>
          </a:p>
        </p:txBody>
      </p:sp>
      <p:grpSp>
        <p:nvGrpSpPr>
          <p:cNvPr id="321" name="Group 320"/>
          <p:cNvGrpSpPr/>
          <p:nvPr>
            <p:custDataLst>
              <p:tags r:id="rId11"/>
            </p:custDataLst>
          </p:nvPr>
        </p:nvGrpSpPr>
        <p:grpSpPr>
          <a:xfrm>
            <a:off x="5030983" y="5307517"/>
            <a:ext cx="352757" cy="883187"/>
            <a:chOff x="5873987" y="1896131"/>
            <a:chExt cx="786245" cy="1968500"/>
          </a:xfrm>
        </p:grpSpPr>
        <p:sp>
          <p:nvSpPr>
            <p:cNvPr id="322" name="Rectangle 611"/>
            <p:cNvSpPr>
              <a:spLocks noChangeArrowheads="1"/>
            </p:cNvSpPr>
            <p:nvPr/>
          </p:nvSpPr>
          <p:spPr bwMode="auto">
            <a:xfrm>
              <a:off x="5874706" y="1899306"/>
              <a:ext cx="785526" cy="1965325"/>
            </a:xfrm>
            <a:prstGeom prst="rect">
              <a:avLst/>
            </a:prstGeom>
            <a:solidFill>
              <a:schemeClr val="bg1"/>
            </a:solidFill>
            <a:ln w="19050" algn="ctr">
              <a:solidFill>
                <a:schemeClr val="tx1"/>
              </a:solidFill>
              <a:miter lim="800000"/>
              <a:headEnd/>
              <a:tailEnd/>
            </a:ln>
            <a:effectLst/>
            <a:extLst/>
          </p:spPr>
          <p:txBody>
            <a:bodyPr wrap="none" lIns="0" tIns="0" rIns="0" bIns="0" anchor="ctr">
              <a:noAutofit/>
            </a:bodyPr>
            <a:lstStyle/>
            <a:p>
              <a:pPr>
                <a:defRPr/>
              </a:pPr>
              <a:endParaRPr lang="de-DE"/>
            </a:p>
          </p:txBody>
        </p:sp>
        <p:sp>
          <p:nvSpPr>
            <p:cNvPr id="323" name="Rectangle 611"/>
            <p:cNvSpPr>
              <a:spLocks noChangeArrowheads="1"/>
            </p:cNvSpPr>
            <p:nvPr/>
          </p:nvSpPr>
          <p:spPr bwMode="auto">
            <a:xfrm>
              <a:off x="5874706" y="1896131"/>
              <a:ext cx="785526" cy="1965325"/>
            </a:xfrm>
            <a:prstGeom prst="rect">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16200000" scaled="1"/>
              <a:tileRect/>
            </a:gradFill>
            <a:ln w="9525" algn="ctr">
              <a:noFill/>
              <a:miter lim="800000"/>
              <a:headEnd/>
              <a:tailEnd/>
            </a:ln>
            <a:effectLst/>
            <a:extLst/>
          </p:spPr>
          <p:txBody>
            <a:bodyPr wrap="none" lIns="0" tIns="0" rIns="0" bIns="0" anchor="ctr">
              <a:noAutofit/>
            </a:bodyPr>
            <a:lstStyle/>
            <a:p>
              <a:pPr>
                <a:defRPr/>
              </a:pPr>
              <a:endParaRPr lang="de-DE"/>
            </a:p>
          </p:txBody>
        </p:sp>
        <p:sp>
          <p:nvSpPr>
            <p:cNvPr id="324" name="Rectangle 611"/>
            <p:cNvSpPr>
              <a:spLocks noChangeArrowheads="1"/>
            </p:cNvSpPr>
            <p:nvPr/>
          </p:nvSpPr>
          <p:spPr bwMode="auto">
            <a:xfrm flipH="1">
              <a:off x="6156176" y="3800842"/>
              <a:ext cx="504056" cy="45719"/>
            </a:xfrm>
            <a:prstGeom prst="rect">
              <a:avLst/>
            </a:prstGeom>
            <a:gradFill flip="none" rotWithShape="1">
              <a:gsLst>
                <a:gs pos="0">
                  <a:srgbClr val="D9D9D9">
                    <a:lumMod val="0"/>
                    <a:lumOff val="100000"/>
                    <a:alpha val="59000"/>
                  </a:srgbClr>
                </a:gs>
                <a:gs pos="27000">
                  <a:schemeClr val="bg1">
                    <a:shade val="100000"/>
                    <a:satMod val="115000"/>
                    <a:alpha val="0"/>
                  </a:schemeClr>
                </a:gs>
              </a:gsLst>
              <a:lin ang="0" scaled="1"/>
              <a:tileRect/>
            </a:gradFill>
            <a:ln w="9525" algn="ctr">
              <a:noFill/>
              <a:miter lim="800000"/>
              <a:headEnd/>
              <a:tailEnd/>
            </a:ln>
            <a:effectLst/>
            <a:extLst/>
          </p:spPr>
          <p:txBody>
            <a:bodyPr wrap="none" lIns="0" tIns="0" rIns="0" bIns="0" anchor="ctr">
              <a:noAutofit/>
            </a:bodyPr>
            <a:lstStyle/>
            <a:p>
              <a:pPr>
                <a:defRPr/>
              </a:pPr>
              <a:endParaRPr lang="de-DE"/>
            </a:p>
          </p:txBody>
        </p:sp>
        <p:sp>
          <p:nvSpPr>
            <p:cNvPr id="325" name="Rectangle 611"/>
            <p:cNvSpPr>
              <a:spLocks noChangeArrowheads="1"/>
            </p:cNvSpPr>
            <p:nvPr/>
          </p:nvSpPr>
          <p:spPr bwMode="auto">
            <a:xfrm>
              <a:off x="5873987" y="3800842"/>
              <a:ext cx="504056" cy="45719"/>
            </a:xfrm>
            <a:prstGeom prst="rect">
              <a:avLst/>
            </a:prstGeom>
            <a:gradFill flip="none" rotWithShape="1">
              <a:gsLst>
                <a:gs pos="0">
                  <a:schemeClr val="bg2">
                    <a:shade val="30000"/>
                    <a:satMod val="115000"/>
                  </a:schemeClr>
                </a:gs>
                <a:gs pos="100000">
                  <a:schemeClr val="bg2">
                    <a:shade val="100000"/>
                    <a:satMod val="115000"/>
                    <a:alpha val="0"/>
                  </a:schemeClr>
                </a:gs>
              </a:gsLst>
              <a:lin ang="0" scaled="1"/>
              <a:tileRect/>
            </a:gradFill>
            <a:ln w="9525" algn="ctr">
              <a:noFill/>
              <a:miter lim="800000"/>
              <a:headEnd/>
              <a:tailEnd/>
            </a:ln>
            <a:effectLst/>
            <a:extLst/>
          </p:spPr>
          <p:txBody>
            <a:bodyPr wrap="none" lIns="0" tIns="0" rIns="0" bIns="0" anchor="ctr">
              <a:noAutofit/>
            </a:bodyPr>
            <a:lstStyle/>
            <a:p>
              <a:pPr>
                <a:defRPr/>
              </a:pPr>
              <a:endParaRPr lang="de-DE"/>
            </a:p>
          </p:txBody>
        </p:sp>
        <p:sp>
          <p:nvSpPr>
            <p:cNvPr id="326" name="Rectangle 611"/>
            <p:cNvSpPr>
              <a:spLocks noChangeArrowheads="1"/>
            </p:cNvSpPr>
            <p:nvPr/>
          </p:nvSpPr>
          <p:spPr bwMode="auto">
            <a:xfrm>
              <a:off x="5874782" y="1896131"/>
              <a:ext cx="504056" cy="1893317"/>
            </a:xfrm>
            <a:prstGeom prst="rect">
              <a:avLst/>
            </a:prstGeom>
            <a:gradFill flip="none" rotWithShape="1">
              <a:gsLst>
                <a:gs pos="0">
                  <a:schemeClr val="bg2"/>
                </a:gs>
                <a:gs pos="57000">
                  <a:schemeClr val="bg1">
                    <a:shade val="100000"/>
                    <a:satMod val="115000"/>
                    <a:alpha val="0"/>
                  </a:schemeClr>
                </a:gs>
              </a:gsLst>
              <a:lin ang="0" scaled="1"/>
              <a:tileRect/>
            </a:gradFill>
            <a:ln w="9525" algn="ctr">
              <a:noFill/>
              <a:miter lim="800000"/>
              <a:headEnd/>
              <a:tailEnd/>
            </a:ln>
            <a:effectLst/>
            <a:extLst/>
          </p:spPr>
          <p:txBody>
            <a:bodyPr wrap="none" lIns="0" tIns="0" rIns="0" bIns="0" anchor="ctr">
              <a:noAutofit/>
            </a:bodyPr>
            <a:lstStyle/>
            <a:p>
              <a:pPr>
                <a:defRPr/>
              </a:pPr>
              <a:endParaRPr lang="de-DE"/>
            </a:p>
          </p:txBody>
        </p:sp>
        <p:sp>
          <p:nvSpPr>
            <p:cNvPr id="327" name="Rectangle 611"/>
            <p:cNvSpPr>
              <a:spLocks noChangeArrowheads="1"/>
            </p:cNvSpPr>
            <p:nvPr/>
          </p:nvSpPr>
          <p:spPr bwMode="auto">
            <a:xfrm flipH="1">
              <a:off x="6156176" y="1896131"/>
              <a:ext cx="504056" cy="1893317"/>
            </a:xfrm>
            <a:prstGeom prst="rect">
              <a:avLst/>
            </a:prstGeom>
            <a:gradFill flip="none" rotWithShape="1">
              <a:gsLst>
                <a:gs pos="0">
                  <a:srgbClr val="D9D9D9">
                    <a:lumMod val="0"/>
                    <a:lumOff val="100000"/>
                    <a:alpha val="59000"/>
                  </a:srgbClr>
                </a:gs>
                <a:gs pos="27000">
                  <a:schemeClr val="bg1">
                    <a:shade val="100000"/>
                    <a:satMod val="115000"/>
                    <a:alpha val="0"/>
                  </a:schemeClr>
                </a:gs>
              </a:gsLst>
              <a:lin ang="0" scaled="1"/>
              <a:tileRect/>
            </a:gradFill>
            <a:ln w="9525" algn="ctr">
              <a:noFill/>
              <a:miter lim="800000"/>
              <a:headEnd/>
              <a:tailEnd/>
            </a:ln>
            <a:effectLst/>
            <a:extLst/>
          </p:spPr>
          <p:txBody>
            <a:bodyPr wrap="none" lIns="0" tIns="0" rIns="0" bIns="0" anchor="ctr">
              <a:noAutofit/>
            </a:bodyPr>
            <a:lstStyle/>
            <a:p>
              <a:pPr>
                <a:defRPr/>
              </a:pPr>
              <a:endParaRPr lang="de-DE"/>
            </a:p>
          </p:txBody>
        </p:sp>
        <p:sp>
          <p:nvSpPr>
            <p:cNvPr id="328" name="Rectangle 612"/>
            <p:cNvSpPr>
              <a:spLocks noChangeArrowheads="1"/>
            </p:cNvSpPr>
            <p:nvPr/>
          </p:nvSpPr>
          <p:spPr bwMode="auto">
            <a:xfrm>
              <a:off x="5930938" y="1953244"/>
              <a:ext cx="673062" cy="1744555"/>
            </a:xfrm>
            <a:prstGeom prst="rect">
              <a:avLst/>
            </a:prstGeom>
            <a:gradFill flip="none" rotWithShape="1">
              <a:gsLst>
                <a:gs pos="0">
                  <a:srgbClr val="DDDDDD">
                    <a:shade val="30000"/>
                    <a:satMod val="115000"/>
                  </a:srgbClr>
                </a:gs>
                <a:gs pos="50000">
                  <a:srgbClr val="DDDDDD">
                    <a:shade val="67500"/>
                    <a:satMod val="115000"/>
                  </a:srgbClr>
                </a:gs>
                <a:gs pos="100000">
                  <a:srgbClr val="DDDDDD">
                    <a:shade val="100000"/>
                    <a:satMod val="115000"/>
                  </a:srgbClr>
                </a:gs>
              </a:gsLst>
              <a:lin ang="16200000" scaled="1"/>
              <a:tileRect/>
            </a:gradFill>
            <a:ln w="6350">
              <a:solidFill>
                <a:schemeClr val="tx1"/>
              </a:solidFill>
              <a:miter lim="800000"/>
              <a:headEnd/>
              <a:tailEnd/>
            </a:ln>
          </p:spPr>
          <p:txBody>
            <a:bodyPr wrap="none" lIns="0" tIns="0" rIns="0" bIns="0" anchor="ctr">
              <a:no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eaLnBrk="1" hangingPunct="1"/>
              <a:endParaRPr lang="de-DE" altLang="en-US">
                <a:cs typeface="Arial" charset="0"/>
              </a:endParaRPr>
            </a:p>
          </p:txBody>
        </p:sp>
        <p:sp>
          <p:nvSpPr>
            <p:cNvPr id="329" name="Rectangle 611"/>
            <p:cNvSpPr>
              <a:spLocks noChangeArrowheads="1"/>
            </p:cNvSpPr>
            <p:nvPr/>
          </p:nvSpPr>
          <p:spPr bwMode="auto">
            <a:xfrm flipH="1">
              <a:off x="6150836" y="1961318"/>
              <a:ext cx="447824" cy="1733550"/>
            </a:xfrm>
            <a:prstGeom prst="rect">
              <a:avLst/>
            </a:prstGeom>
            <a:gradFill flip="none" rotWithShape="1">
              <a:gsLst>
                <a:gs pos="0">
                  <a:srgbClr val="D9D9D9">
                    <a:lumMod val="0"/>
                    <a:lumOff val="100000"/>
                    <a:alpha val="76000"/>
                  </a:srgbClr>
                </a:gs>
                <a:gs pos="100000">
                  <a:schemeClr val="bg1">
                    <a:shade val="100000"/>
                    <a:satMod val="115000"/>
                    <a:alpha val="0"/>
                  </a:schemeClr>
                </a:gs>
              </a:gsLst>
              <a:lin ang="0" scaled="1"/>
              <a:tileRect/>
            </a:gradFill>
            <a:ln w="9525" algn="ctr">
              <a:noFill/>
              <a:miter lim="800000"/>
              <a:headEnd/>
              <a:tailEnd/>
            </a:ln>
            <a:effectLst/>
            <a:extLst/>
          </p:spPr>
          <p:txBody>
            <a:bodyPr wrap="none" lIns="0" tIns="0" rIns="0" bIns="0" anchor="ctr">
              <a:noAutofit/>
            </a:bodyPr>
            <a:lstStyle/>
            <a:p>
              <a:pPr>
                <a:defRPr/>
              </a:pPr>
              <a:endParaRPr lang="de-DE"/>
            </a:p>
          </p:txBody>
        </p:sp>
        <p:sp>
          <p:nvSpPr>
            <p:cNvPr id="330" name="Rectangle 616"/>
            <p:cNvSpPr>
              <a:spLocks noChangeArrowheads="1"/>
            </p:cNvSpPr>
            <p:nvPr/>
          </p:nvSpPr>
          <p:spPr bwMode="auto">
            <a:xfrm>
              <a:off x="6154850" y="2399594"/>
              <a:ext cx="225238" cy="138235"/>
            </a:xfrm>
            <a:prstGeom prst="rect">
              <a:avLst/>
            </a:prstGeom>
            <a:gradFill flip="none" rotWithShape="1">
              <a:gsLst>
                <a:gs pos="0">
                  <a:schemeClr val="folHlink">
                    <a:tint val="66000"/>
                    <a:satMod val="160000"/>
                  </a:schemeClr>
                </a:gs>
                <a:gs pos="50000">
                  <a:schemeClr val="folHlink">
                    <a:tint val="44500"/>
                    <a:satMod val="160000"/>
                  </a:schemeClr>
                </a:gs>
                <a:gs pos="100000">
                  <a:schemeClr val="folHlink">
                    <a:tint val="23500"/>
                    <a:satMod val="160000"/>
                  </a:schemeClr>
                </a:gs>
              </a:gsLst>
              <a:lin ang="13500000" scaled="1"/>
              <a:tileRect/>
            </a:gradFill>
            <a:ln w="9525">
              <a:solidFill>
                <a:schemeClr val="bg2"/>
              </a:solidFill>
              <a:miter lim="800000"/>
              <a:headEnd/>
              <a:tailEnd/>
            </a:ln>
          </p:spPr>
          <p:txBody>
            <a:bodyPr wrap="none" lIns="0" tIns="0" rIns="0" bIns="0" anchor="ctr">
              <a:no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eaLnBrk="1" hangingPunct="1"/>
              <a:endParaRPr lang="de-DE" altLang="en-US">
                <a:cs typeface="Arial" charset="0"/>
              </a:endParaRPr>
            </a:p>
          </p:txBody>
        </p:sp>
        <p:sp>
          <p:nvSpPr>
            <p:cNvPr id="331" name="Rectangle 330"/>
            <p:cNvSpPr/>
            <p:nvPr/>
          </p:nvSpPr>
          <p:spPr bwMode="gray">
            <a:xfrm rot="16200000" flipV="1">
              <a:off x="5968275" y="2545052"/>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32" name="Rectangle 331"/>
            <p:cNvSpPr/>
            <p:nvPr/>
          </p:nvSpPr>
          <p:spPr bwMode="gray">
            <a:xfrm rot="16200000" flipV="1">
              <a:off x="5968275" y="2462718"/>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33" name="Rectangle 332"/>
            <p:cNvSpPr/>
            <p:nvPr/>
          </p:nvSpPr>
          <p:spPr bwMode="gray">
            <a:xfrm rot="16200000" flipV="1">
              <a:off x="5968275" y="2380384"/>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34" name="Rectangle 333"/>
            <p:cNvSpPr/>
            <p:nvPr/>
          </p:nvSpPr>
          <p:spPr bwMode="gray">
            <a:xfrm rot="16200000" flipV="1">
              <a:off x="5968275" y="2298050"/>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35" name="Rectangle 334"/>
            <p:cNvSpPr/>
            <p:nvPr/>
          </p:nvSpPr>
          <p:spPr bwMode="gray">
            <a:xfrm rot="16200000" flipV="1">
              <a:off x="5968275" y="2215716"/>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36" name="Rectangle 335"/>
            <p:cNvSpPr/>
            <p:nvPr/>
          </p:nvSpPr>
          <p:spPr bwMode="gray">
            <a:xfrm rot="16200000" flipV="1">
              <a:off x="5968275" y="2133382"/>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37" name="Rectangle 336"/>
            <p:cNvSpPr/>
            <p:nvPr/>
          </p:nvSpPr>
          <p:spPr bwMode="gray">
            <a:xfrm rot="16200000" flipV="1">
              <a:off x="5968275" y="2051048"/>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38" name="Rectangle 337"/>
            <p:cNvSpPr/>
            <p:nvPr/>
          </p:nvSpPr>
          <p:spPr bwMode="gray">
            <a:xfrm rot="16200000" flipV="1">
              <a:off x="5968275" y="1968714"/>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39" name="Rectangle 338"/>
            <p:cNvSpPr/>
            <p:nvPr/>
          </p:nvSpPr>
          <p:spPr bwMode="gray">
            <a:xfrm rot="16200000" flipV="1">
              <a:off x="5968275" y="3203724"/>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40" name="Rectangle 339"/>
            <p:cNvSpPr/>
            <p:nvPr/>
          </p:nvSpPr>
          <p:spPr bwMode="gray">
            <a:xfrm rot="16200000" flipV="1">
              <a:off x="5968275" y="3121390"/>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41" name="Rectangle 340"/>
            <p:cNvSpPr/>
            <p:nvPr/>
          </p:nvSpPr>
          <p:spPr bwMode="gray">
            <a:xfrm rot="16200000" flipV="1">
              <a:off x="5968275" y="3039056"/>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42" name="Rectangle 341"/>
            <p:cNvSpPr/>
            <p:nvPr/>
          </p:nvSpPr>
          <p:spPr bwMode="gray">
            <a:xfrm rot="16200000" flipV="1">
              <a:off x="5968275" y="2956722"/>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43" name="Rectangle 342"/>
            <p:cNvSpPr/>
            <p:nvPr/>
          </p:nvSpPr>
          <p:spPr bwMode="gray">
            <a:xfrm rot="16200000" flipV="1">
              <a:off x="5968275" y="2874388"/>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44" name="Rectangle 343"/>
            <p:cNvSpPr/>
            <p:nvPr/>
          </p:nvSpPr>
          <p:spPr bwMode="gray">
            <a:xfrm rot="16200000" flipV="1">
              <a:off x="5968275" y="2792054"/>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45" name="Rectangle 344"/>
            <p:cNvSpPr/>
            <p:nvPr/>
          </p:nvSpPr>
          <p:spPr bwMode="gray">
            <a:xfrm rot="16200000" flipV="1">
              <a:off x="5968275" y="2709720"/>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46" name="Rectangle 345"/>
            <p:cNvSpPr/>
            <p:nvPr/>
          </p:nvSpPr>
          <p:spPr bwMode="gray">
            <a:xfrm rot="16200000" flipV="1">
              <a:off x="5968275" y="2627386"/>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47" name="Rectangle 346"/>
            <p:cNvSpPr/>
            <p:nvPr/>
          </p:nvSpPr>
          <p:spPr bwMode="gray">
            <a:xfrm rot="16200000" flipV="1">
              <a:off x="5968275" y="3615386"/>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48" name="Rectangle 347"/>
            <p:cNvSpPr/>
            <p:nvPr/>
          </p:nvSpPr>
          <p:spPr bwMode="gray">
            <a:xfrm rot="16200000" flipV="1">
              <a:off x="5968275" y="3533060"/>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49" name="Rectangle 348"/>
            <p:cNvSpPr/>
            <p:nvPr/>
          </p:nvSpPr>
          <p:spPr bwMode="gray">
            <a:xfrm rot="16200000" flipV="1">
              <a:off x="5968275" y="3450726"/>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50" name="Rectangle 349"/>
            <p:cNvSpPr/>
            <p:nvPr/>
          </p:nvSpPr>
          <p:spPr bwMode="gray">
            <a:xfrm rot="16200000" flipV="1">
              <a:off x="5968275" y="3368392"/>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51" name="Rectangle 350"/>
            <p:cNvSpPr/>
            <p:nvPr/>
          </p:nvSpPr>
          <p:spPr bwMode="gray">
            <a:xfrm rot="16200000" flipV="1">
              <a:off x="5968275" y="3286058"/>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grpSp>
      <p:sp>
        <p:nvSpPr>
          <p:cNvPr id="132" name="Oval 131"/>
          <p:cNvSpPr/>
          <p:nvPr/>
        </p:nvSpPr>
        <p:spPr bwMode="gray">
          <a:xfrm rot="20689385">
            <a:off x="4333453" y="4491644"/>
            <a:ext cx="1882526" cy="1882526"/>
          </a:xfrm>
          <a:prstGeom prst="ellipse">
            <a:avLst/>
          </a:prstGeom>
          <a:gradFill flip="none" rotWithShape="1">
            <a:gsLst>
              <a:gs pos="82000">
                <a:schemeClr val="bg1">
                  <a:shade val="67500"/>
                  <a:satMod val="115000"/>
                </a:schemeClr>
              </a:gs>
              <a:gs pos="57000">
                <a:schemeClr val="bg1">
                  <a:shade val="100000"/>
                  <a:satMod val="115000"/>
                </a:schemeClr>
              </a:gs>
            </a:gsLst>
            <a:path path="circle">
              <a:fillToRect l="50000" t="50000" r="50000" b="50000"/>
            </a:path>
            <a:tileRect/>
          </a:gradFill>
          <a:ln w="19050"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cxnSp>
        <p:nvCxnSpPr>
          <p:cNvPr id="254" name="Straight Connector 253"/>
          <p:cNvCxnSpPr/>
          <p:nvPr/>
        </p:nvCxnSpPr>
        <p:spPr bwMode="gray">
          <a:xfrm flipV="1">
            <a:off x="5489642" y="4268075"/>
            <a:ext cx="250646" cy="324375"/>
          </a:xfrm>
          <a:prstGeom prst="line">
            <a:avLst/>
          </a:prstGeom>
          <a:ln w="12700">
            <a:solidFill>
              <a:schemeClr val="bg2"/>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gray">
          <a:xfrm flipV="1">
            <a:off x="5282433" y="3514725"/>
            <a:ext cx="50197" cy="1204915"/>
          </a:xfrm>
          <a:prstGeom prst="line">
            <a:avLst/>
          </a:prstGeom>
          <a:ln w="12700">
            <a:solidFill>
              <a:schemeClr val="bg2"/>
            </a:solidFill>
            <a:prstDash val="sysDot"/>
          </a:ln>
        </p:spPr>
        <p:style>
          <a:lnRef idx="1">
            <a:schemeClr val="accent1"/>
          </a:lnRef>
          <a:fillRef idx="0">
            <a:schemeClr val="accent1"/>
          </a:fillRef>
          <a:effectRef idx="0">
            <a:schemeClr val="accent1"/>
          </a:effectRef>
          <a:fontRef idx="minor">
            <a:schemeClr val="tx1"/>
          </a:fontRef>
        </p:style>
      </p:cxnSp>
      <p:grpSp>
        <p:nvGrpSpPr>
          <p:cNvPr id="248" name="Group 247"/>
          <p:cNvGrpSpPr/>
          <p:nvPr>
            <p:custDataLst>
              <p:tags r:id="rId12"/>
            </p:custDataLst>
          </p:nvPr>
        </p:nvGrpSpPr>
        <p:grpSpPr>
          <a:xfrm rot="373561">
            <a:off x="4795456" y="2624147"/>
            <a:ext cx="1151310" cy="1080772"/>
            <a:chOff x="5179276" y="3193351"/>
            <a:chExt cx="922043" cy="865552"/>
          </a:xfrm>
          <a:solidFill>
            <a:schemeClr val="accent1"/>
          </a:solidFill>
          <a:effectLst/>
        </p:grpSpPr>
        <p:sp>
          <p:nvSpPr>
            <p:cNvPr id="249" name="Oval 248"/>
            <p:cNvSpPr/>
            <p:nvPr/>
          </p:nvSpPr>
          <p:spPr bwMode="gray">
            <a:xfrm>
              <a:off x="5207522" y="3193351"/>
              <a:ext cx="865552" cy="865552"/>
            </a:xfrm>
            <a:prstGeom prst="ellipse">
              <a:avLst/>
            </a:prstGeom>
            <a:gradFill flip="none" rotWithShape="1">
              <a:gsLst>
                <a:gs pos="0">
                  <a:schemeClr val="accent4">
                    <a:lumMod val="60000"/>
                    <a:lumOff val="40000"/>
                    <a:shade val="67500"/>
                    <a:satMod val="115000"/>
                  </a:schemeClr>
                </a:gs>
                <a:gs pos="66000">
                  <a:schemeClr val="accent4">
                    <a:shade val="100000"/>
                    <a:satMod val="115000"/>
                    <a:lumMod val="42000"/>
                    <a:lumOff val="58000"/>
                  </a:schemeClr>
                </a:gs>
              </a:gsLst>
              <a:lin ang="14400000" scaled="0"/>
              <a:tileRect/>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Bef>
                  <a:spcPts val="1100"/>
                </a:spcBef>
                <a:buClr>
                  <a:schemeClr val="tx2"/>
                </a:buClr>
                <a:buSzPct val="70000"/>
              </a:pPr>
              <a:endParaRPr lang="en-US" sz="1200" b="1" dirty="0">
                <a:solidFill>
                  <a:schemeClr val="bg1"/>
                </a:solidFill>
                <a:latin typeface="Arial" pitchFamily="34" charset="0"/>
                <a:cs typeface="Arial" pitchFamily="34" charset="0"/>
              </a:endParaRPr>
            </a:p>
          </p:txBody>
        </p:sp>
        <p:sp>
          <p:nvSpPr>
            <p:cNvPr id="250" name="Rectangle 249"/>
            <p:cNvSpPr/>
            <p:nvPr/>
          </p:nvSpPr>
          <p:spPr bwMode="gray">
            <a:xfrm>
              <a:off x="5179276" y="3494898"/>
              <a:ext cx="922043" cy="26246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r>
                <a:rPr lang="en-US" sz="1200" b="1" dirty="0" smtClean="0">
                  <a:solidFill>
                    <a:schemeClr val="accent1"/>
                  </a:solidFill>
                  <a:latin typeface="Arial" pitchFamily="34" charset="0"/>
                </a:rPr>
                <a:t>SYNTHETIC </a:t>
              </a:r>
            </a:p>
          </p:txBody>
        </p:sp>
      </p:grpSp>
      <p:cxnSp>
        <p:nvCxnSpPr>
          <p:cNvPr id="7" name="Straight Connector 6"/>
          <p:cNvCxnSpPr/>
          <p:nvPr/>
        </p:nvCxnSpPr>
        <p:spPr bwMode="gray">
          <a:xfrm rot="192935">
            <a:off x="4853008" y="4253328"/>
            <a:ext cx="216694" cy="402431"/>
          </a:xfrm>
          <a:prstGeom prst="line">
            <a:avLst/>
          </a:prstGeom>
          <a:ln w="12700">
            <a:solidFill>
              <a:schemeClr val="bg2"/>
            </a:solidFill>
            <a:prstDash val="sysDot"/>
          </a:ln>
        </p:spPr>
        <p:style>
          <a:lnRef idx="1">
            <a:schemeClr val="accent1"/>
          </a:lnRef>
          <a:fillRef idx="0">
            <a:schemeClr val="accent1"/>
          </a:fillRef>
          <a:effectRef idx="0">
            <a:schemeClr val="accent1"/>
          </a:effectRef>
          <a:fontRef idx="minor">
            <a:schemeClr val="tx1"/>
          </a:fontRef>
        </p:style>
      </p:cxnSp>
      <p:grpSp>
        <p:nvGrpSpPr>
          <p:cNvPr id="251" name="Group 250"/>
          <p:cNvGrpSpPr>
            <a:grpSpLocks noChangeAspect="1"/>
          </p:cNvGrpSpPr>
          <p:nvPr>
            <p:custDataLst>
              <p:tags r:id="rId13"/>
            </p:custDataLst>
          </p:nvPr>
        </p:nvGrpSpPr>
        <p:grpSpPr>
          <a:xfrm rot="1837774">
            <a:off x="5438762" y="3376726"/>
            <a:ext cx="1079850" cy="1079850"/>
            <a:chOff x="5207522" y="3193351"/>
            <a:chExt cx="865552" cy="865552"/>
          </a:xfrm>
          <a:solidFill>
            <a:schemeClr val="accent1"/>
          </a:solidFill>
          <a:effectLst/>
        </p:grpSpPr>
        <p:sp>
          <p:nvSpPr>
            <p:cNvPr id="252" name="Oval 251"/>
            <p:cNvSpPr/>
            <p:nvPr/>
          </p:nvSpPr>
          <p:spPr bwMode="gray">
            <a:xfrm>
              <a:off x="5207522" y="3193351"/>
              <a:ext cx="865552" cy="865552"/>
            </a:xfrm>
            <a:prstGeom prst="ellipse">
              <a:avLst/>
            </a:prstGeom>
            <a:solidFill>
              <a:schemeClr val="accent4">
                <a:lumMod val="60000"/>
                <a:lumOff val="40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b="1" dirty="0" smtClean="0">
                <a:solidFill>
                  <a:schemeClr val="bg1"/>
                </a:solidFill>
                <a:latin typeface="Arial" pitchFamily="34" charset="0"/>
                <a:cs typeface="Arial" pitchFamily="34" charset="0"/>
              </a:endParaRPr>
            </a:p>
          </p:txBody>
        </p:sp>
        <p:sp>
          <p:nvSpPr>
            <p:cNvPr id="253" name="Rectangle 252"/>
            <p:cNvSpPr/>
            <p:nvPr/>
          </p:nvSpPr>
          <p:spPr bwMode="gray">
            <a:xfrm>
              <a:off x="5280798" y="3352202"/>
              <a:ext cx="719000" cy="54785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r>
                <a:rPr lang="en-US" sz="1200" b="1" dirty="0" smtClean="0">
                  <a:solidFill>
                    <a:schemeClr val="accent1"/>
                  </a:solidFill>
                  <a:latin typeface="Arial" pitchFamily="34" charset="0"/>
                </a:rPr>
                <a:t>AMBIENT </a:t>
              </a:r>
            </a:p>
          </p:txBody>
        </p:sp>
      </p:grpSp>
      <p:grpSp>
        <p:nvGrpSpPr>
          <p:cNvPr id="245" name="Group 244"/>
          <p:cNvGrpSpPr>
            <a:grpSpLocks noChangeAspect="1"/>
          </p:cNvGrpSpPr>
          <p:nvPr>
            <p:custDataLst>
              <p:tags r:id="rId14"/>
            </p:custDataLst>
          </p:nvPr>
        </p:nvGrpSpPr>
        <p:grpSpPr>
          <a:xfrm rot="20559395">
            <a:off x="4146795" y="3278417"/>
            <a:ext cx="1079844" cy="1079844"/>
            <a:chOff x="5207522" y="3193351"/>
            <a:chExt cx="865552" cy="865552"/>
          </a:xfrm>
          <a:solidFill>
            <a:schemeClr val="accent1"/>
          </a:solidFill>
          <a:effectLst/>
        </p:grpSpPr>
        <p:sp>
          <p:nvSpPr>
            <p:cNvPr id="246" name="Oval 245"/>
            <p:cNvSpPr/>
            <p:nvPr/>
          </p:nvSpPr>
          <p:spPr bwMode="gray">
            <a:xfrm>
              <a:off x="5207522" y="3193351"/>
              <a:ext cx="865552" cy="865552"/>
            </a:xfrm>
            <a:prstGeom prst="ellipse">
              <a:avLst/>
            </a:prstGeom>
            <a:gradFill flip="none" rotWithShape="1">
              <a:gsLst>
                <a:gs pos="0">
                  <a:schemeClr val="accent4">
                    <a:lumMod val="60000"/>
                    <a:lumOff val="40000"/>
                    <a:tint val="66000"/>
                    <a:satMod val="160000"/>
                  </a:schemeClr>
                </a:gs>
                <a:gs pos="50000">
                  <a:schemeClr val="accent4">
                    <a:lumMod val="60000"/>
                    <a:lumOff val="40000"/>
                    <a:tint val="44500"/>
                    <a:satMod val="160000"/>
                  </a:schemeClr>
                </a:gs>
                <a:gs pos="100000">
                  <a:schemeClr val="accent4">
                    <a:lumMod val="60000"/>
                    <a:lumOff val="40000"/>
                    <a:tint val="23500"/>
                    <a:satMod val="160000"/>
                  </a:schemeClr>
                </a:gs>
              </a:gsLst>
              <a:lin ang="13500000" scaled="1"/>
              <a:tileRect/>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b="1" dirty="0" smtClean="0">
                <a:solidFill>
                  <a:schemeClr val="bg1"/>
                </a:solidFill>
                <a:latin typeface="Arial" pitchFamily="34" charset="0"/>
                <a:cs typeface="Arial" pitchFamily="34" charset="0"/>
              </a:endParaRPr>
            </a:p>
          </p:txBody>
        </p:sp>
        <p:sp>
          <p:nvSpPr>
            <p:cNvPr id="247" name="Rectangle 246"/>
            <p:cNvSpPr/>
            <p:nvPr/>
          </p:nvSpPr>
          <p:spPr bwMode="gray">
            <a:xfrm>
              <a:off x="5308787" y="3294616"/>
              <a:ext cx="663022" cy="6630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r>
                <a:rPr lang="en-US" b="1" dirty="0" smtClean="0">
                  <a:solidFill>
                    <a:schemeClr val="accent1"/>
                  </a:solidFill>
                  <a:latin typeface="Arial" pitchFamily="34" charset="0"/>
                </a:rPr>
                <a:t>N</a:t>
              </a:r>
              <a:r>
                <a:rPr lang="en-US" b="1" baseline="-25000" dirty="0" smtClean="0">
                  <a:solidFill>
                    <a:schemeClr val="accent1"/>
                  </a:solidFill>
                  <a:latin typeface="Arial" pitchFamily="34" charset="0"/>
                </a:rPr>
                <a:t>2</a:t>
              </a:r>
            </a:p>
          </p:txBody>
        </p:sp>
      </p:grpSp>
      <p:grpSp>
        <p:nvGrpSpPr>
          <p:cNvPr id="4" name="Group 3"/>
          <p:cNvGrpSpPr/>
          <p:nvPr>
            <p:custDataLst>
              <p:tags r:id="rId15"/>
            </p:custDataLst>
          </p:nvPr>
        </p:nvGrpSpPr>
        <p:grpSpPr>
          <a:xfrm>
            <a:off x="4928320" y="4648614"/>
            <a:ext cx="615872" cy="1541942"/>
            <a:chOff x="5873987" y="1896131"/>
            <a:chExt cx="786245" cy="1968500"/>
          </a:xfrm>
        </p:grpSpPr>
        <p:sp>
          <p:nvSpPr>
            <p:cNvPr id="286" name="Rectangle 611"/>
            <p:cNvSpPr>
              <a:spLocks noChangeArrowheads="1"/>
            </p:cNvSpPr>
            <p:nvPr/>
          </p:nvSpPr>
          <p:spPr bwMode="auto">
            <a:xfrm>
              <a:off x="5874706" y="1899306"/>
              <a:ext cx="785526" cy="1965325"/>
            </a:xfrm>
            <a:prstGeom prst="rect">
              <a:avLst/>
            </a:prstGeom>
            <a:solidFill>
              <a:schemeClr val="bg1"/>
            </a:solidFill>
            <a:ln w="19050" algn="ctr">
              <a:solidFill>
                <a:schemeClr val="tx1"/>
              </a:solidFill>
              <a:miter lim="800000"/>
              <a:headEnd/>
              <a:tailEnd/>
            </a:ln>
            <a:effectLst/>
            <a:extLst/>
          </p:spPr>
          <p:txBody>
            <a:bodyPr wrap="none" lIns="0" tIns="0" rIns="0" bIns="0" anchor="ctr">
              <a:noAutofit/>
            </a:bodyPr>
            <a:lstStyle/>
            <a:p>
              <a:pPr>
                <a:defRPr/>
              </a:pPr>
              <a:endParaRPr lang="de-DE"/>
            </a:p>
          </p:txBody>
        </p:sp>
        <p:sp>
          <p:nvSpPr>
            <p:cNvPr id="287" name="Rectangle 611"/>
            <p:cNvSpPr>
              <a:spLocks noChangeArrowheads="1"/>
            </p:cNvSpPr>
            <p:nvPr/>
          </p:nvSpPr>
          <p:spPr bwMode="auto">
            <a:xfrm>
              <a:off x="5874706" y="1896131"/>
              <a:ext cx="785526" cy="1965325"/>
            </a:xfrm>
            <a:prstGeom prst="rect">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16200000" scaled="1"/>
              <a:tileRect/>
            </a:gradFill>
            <a:ln w="9525" algn="ctr">
              <a:noFill/>
              <a:miter lim="800000"/>
              <a:headEnd/>
              <a:tailEnd/>
            </a:ln>
            <a:effectLst/>
            <a:extLst/>
          </p:spPr>
          <p:txBody>
            <a:bodyPr wrap="none" lIns="0" tIns="0" rIns="0" bIns="0" anchor="ctr">
              <a:noAutofit/>
            </a:bodyPr>
            <a:lstStyle/>
            <a:p>
              <a:pPr>
                <a:defRPr/>
              </a:pPr>
              <a:endParaRPr lang="de-DE"/>
            </a:p>
          </p:txBody>
        </p:sp>
        <p:sp>
          <p:nvSpPr>
            <p:cNvPr id="288" name="Rectangle 611"/>
            <p:cNvSpPr>
              <a:spLocks noChangeArrowheads="1"/>
            </p:cNvSpPr>
            <p:nvPr/>
          </p:nvSpPr>
          <p:spPr bwMode="auto">
            <a:xfrm flipH="1">
              <a:off x="6156176" y="3800842"/>
              <a:ext cx="504056" cy="45719"/>
            </a:xfrm>
            <a:prstGeom prst="rect">
              <a:avLst/>
            </a:prstGeom>
            <a:gradFill flip="none" rotWithShape="1">
              <a:gsLst>
                <a:gs pos="0">
                  <a:srgbClr val="D9D9D9">
                    <a:lumMod val="0"/>
                    <a:lumOff val="100000"/>
                    <a:alpha val="59000"/>
                  </a:srgbClr>
                </a:gs>
                <a:gs pos="27000">
                  <a:schemeClr val="bg1">
                    <a:shade val="100000"/>
                    <a:satMod val="115000"/>
                    <a:alpha val="0"/>
                  </a:schemeClr>
                </a:gs>
              </a:gsLst>
              <a:lin ang="0" scaled="1"/>
              <a:tileRect/>
            </a:gradFill>
            <a:ln w="9525" algn="ctr">
              <a:noFill/>
              <a:miter lim="800000"/>
              <a:headEnd/>
              <a:tailEnd/>
            </a:ln>
            <a:effectLst/>
            <a:extLst/>
          </p:spPr>
          <p:txBody>
            <a:bodyPr wrap="none" lIns="0" tIns="0" rIns="0" bIns="0" anchor="ctr">
              <a:noAutofit/>
            </a:bodyPr>
            <a:lstStyle/>
            <a:p>
              <a:pPr>
                <a:defRPr/>
              </a:pPr>
              <a:endParaRPr lang="de-DE"/>
            </a:p>
          </p:txBody>
        </p:sp>
        <p:sp>
          <p:nvSpPr>
            <p:cNvPr id="289" name="Rectangle 611"/>
            <p:cNvSpPr>
              <a:spLocks noChangeArrowheads="1"/>
            </p:cNvSpPr>
            <p:nvPr/>
          </p:nvSpPr>
          <p:spPr bwMode="auto">
            <a:xfrm>
              <a:off x="5873987" y="3800842"/>
              <a:ext cx="504056" cy="45719"/>
            </a:xfrm>
            <a:prstGeom prst="rect">
              <a:avLst/>
            </a:prstGeom>
            <a:gradFill flip="none" rotWithShape="1">
              <a:gsLst>
                <a:gs pos="0">
                  <a:schemeClr val="bg2">
                    <a:shade val="30000"/>
                    <a:satMod val="115000"/>
                  </a:schemeClr>
                </a:gs>
                <a:gs pos="100000">
                  <a:schemeClr val="bg2">
                    <a:shade val="100000"/>
                    <a:satMod val="115000"/>
                    <a:alpha val="0"/>
                  </a:schemeClr>
                </a:gs>
              </a:gsLst>
              <a:lin ang="0" scaled="1"/>
              <a:tileRect/>
            </a:gradFill>
            <a:ln w="9525" algn="ctr">
              <a:noFill/>
              <a:miter lim="800000"/>
              <a:headEnd/>
              <a:tailEnd/>
            </a:ln>
            <a:effectLst/>
            <a:extLst/>
          </p:spPr>
          <p:txBody>
            <a:bodyPr wrap="none" lIns="0" tIns="0" rIns="0" bIns="0" anchor="ctr">
              <a:noAutofit/>
            </a:bodyPr>
            <a:lstStyle/>
            <a:p>
              <a:pPr>
                <a:defRPr/>
              </a:pPr>
              <a:endParaRPr lang="de-DE"/>
            </a:p>
          </p:txBody>
        </p:sp>
        <p:sp>
          <p:nvSpPr>
            <p:cNvPr id="290" name="Rectangle 611"/>
            <p:cNvSpPr>
              <a:spLocks noChangeArrowheads="1"/>
            </p:cNvSpPr>
            <p:nvPr/>
          </p:nvSpPr>
          <p:spPr bwMode="auto">
            <a:xfrm>
              <a:off x="5874782" y="1896131"/>
              <a:ext cx="504056" cy="1893317"/>
            </a:xfrm>
            <a:prstGeom prst="rect">
              <a:avLst/>
            </a:prstGeom>
            <a:gradFill flip="none" rotWithShape="1">
              <a:gsLst>
                <a:gs pos="0">
                  <a:schemeClr val="bg2"/>
                </a:gs>
                <a:gs pos="57000">
                  <a:schemeClr val="bg1">
                    <a:shade val="100000"/>
                    <a:satMod val="115000"/>
                    <a:alpha val="0"/>
                  </a:schemeClr>
                </a:gs>
              </a:gsLst>
              <a:lin ang="0" scaled="1"/>
              <a:tileRect/>
            </a:gradFill>
            <a:ln w="9525" algn="ctr">
              <a:noFill/>
              <a:miter lim="800000"/>
              <a:headEnd/>
              <a:tailEnd/>
            </a:ln>
            <a:effectLst/>
            <a:extLst/>
          </p:spPr>
          <p:txBody>
            <a:bodyPr wrap="none" lIns="0" tIns="0" rIns="0" bIns="0" anchor="ctr">
              <a:noAutofit/>
            </a:bodyPr>
            <a:lstStyle/>
            <a:p>
              <a:pPr>
                <a:defRPr/>
              </a:pPr>
              <a:endParaRPr lang="de-DE"/>
            </a:p>
          </p:txBody>
        </p:sp>
        <p:sp>
          <p:nvSpPr>
            <p:cNvPr id="291" name="Rectangle 611"/>
            <p:cNvSpPr>
              <a:spLocks noChangeArrowheads="1"/>
            </p:cNvSpPr>
            <p:nvPr/>
          </p:nvSpPr>
          <p:spPr bwMode="auto">
            <a:xfrm flipH="1">
              <a:off x="6156176" y="1896131"/>
              <a:ext cx="504056" cy="1893317"/>
            </a:xfrm>
            <a:prstGeom prst="rect">
              <a:avLst/>
            </a:prstGeom>
            <a:gradFill flip="none" rotWithShape="1">
              <a:gsLst>
                <a:gs pos="0">
                  <a:srgbClr val="D9D9D9">
                    <a:lumMod val="0"/>
                    <a:lumOff val="100000"/>
                    <a:alpha val="59000"/>
                  </a:srgbClr>
                </a:gs>
                <a:gs pos="27000">
                  <a:schemeClr val="bg1">
                    <a:shade val="100000"/>
                    <a:satMod val="115000"/>
                    <a:alpha val="0"/>
                  </a:schemeClr>
                </a:gs>
              </a:gsLst>
              <a:lin ang="0" scaled="1"/>
              <a:tileRect/>
            </a:gradFill>
            <a:ln w="9525" algn="ctr">
              <a:noFill/>
              <a:miter lim="800000"/>
              <a:headEnd/>
              <a:tailEnd/>
            </a:ln>
            <a:effectLst/>
            <a:extLst/>
          </p:spPr>
          <p:txBody>
            <a:bodyPr wrap="none" lIns="0" tIns="0" rIns="0" bIns="0" anchor="ctr">
              <a:noAutofit/>
            </a:bodyPr>
            <a:lstStyle/>
            <a:p>
              <a:pPr>
                <a:defRPr/>
              </a:pPr>
              <a:endParaRPr lang="de-DE"/>
            </a:p>
          </p:txBody>
        </p:sp>
        <p:sp>
          <p:nvSpPr>
            <p:cNvPr id="292" name="Rectangle 612"/>
            <p:cNvSpPr>
              <a:spLocks noChangeArrowheads="1"/>
            </p:cNvSpPr>
            <p:nvPr/>
          </p:nvSpPr>
          <p:spPr bwMode="auto">
            <a:xfrm>
              <a:off x="5930938" y="1953244"/>
              <a:ext cx="673062" cy="1744555"/>
            </a:xfrm>
            <a:prstGeom prst="rect">
              <a:avLst/>
            </a:prstGeom>
            <a:gradFill flip="none" rotWithShape="1">
              <a:gsLst>
                <a:gs pos="0">
                  <a:srgbClr val="DDDDDD">
                    <a:shade val="30000"/>
                    <a:satMod val="115000"/>
                  </a:srgbClr>
                </a:gs>
                <a:gs pos="50000">
                  <a:srgbClr val="DDDDDD">
                    <a:shade val="67500"/>
                    <a:satMod val="115000"/>
                  </a:srgbClr>
                </a:gs>
                <a:gs pos="100000">
                  <a:srgbClr val="DDDDDD">
                    <a:shade val="100000"/>
                    <a:satMod val="115000"/>
                  </a:srgbClr>
                </a:gs>
              </a:gsLst>
              <a:lin ang="16200000" scaled="1"/>
              <a:tileRect/>
            </a:gradFill>
            <a:ln w="6350">
              <a:solidFill>
                <a:schemeClr val="tx1"/>
              </a:solidFill>
              <a:miter lim="800000"/>
              <a:headEnd/>
              <a:tailEnd/>
            </a:ln>
          </p:spPr>
          <p:txBody>
            <a:bodyPr wrap="none" lIns="0" tIns="0" rIns="0" bIns="0" anchor="ctr">
              <a:no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eaLnBrk="1" hangingPunct="1"/>
              <a:endParaRPr lang="de-DE" altLang="en-US">
                <a:cs typeface="Arial" charset="0"/>
              </a:endParaRPr>
            </a:p>
          </p:txBody>
        </p:sp>
        <p:sp>
          <p:nvSpPr>
            <p:cNvPr id="293" name="Rectangle 611"/>
            <p:cNvSpPr>
              <a:spLocks noChangeArrowheads="1"/>
            </p:cNvSpPr>
            <p:nvPr/>
          </p:nvSpPr>
          <p:spPr bwMode="auto">
            <a:xfrm flipH="1">
              <a:off x="6150836" y="1961318"/>
              <a:ext cx="447824" cy="1733550"/>
            </a:xfrm>
            <a:prstGeom prst="rect">
              <a:avLst/>
            </a:prstGeom>
            <a:gradFill flip="none" rotWithShape="1">
              <a:gsLst>
                <a:gs pos="0">
                  <a:srgbClr val="D9D9D9">
                    <a:lumMod val="0"/>
                    <a:lumOff val="100000"/>
                    <a:alpha val="76000"/>
                  </a:srgbClr>
                </a:gs>
                <a:gs pos="100000">
                  <a:schemeClr val="bg1">
                    <a:shade val="100000"/>
                    <a:satMod val="115000"/>
                    <a:alpha val="0"/>
                  </a:schemeClr>
                </a:gs>
              </a:gsLst>
              <a:lin ang="0" scaled="1"/>
              <a:tileRect/>
            </a:gradFill>
            <a:ln w="9525" algn="ctr">
              <a:noFill/>
              <a:miter lim="800000"/>
              <a:headEnd/>
              <a:tailEnd/>
            </a:ln>
            <a:effectLst/>
            <a:extLst/>
          </p:spPr>
          <p:txBody>
            <a:bodyPr wrap="none" lIns="0" tIns="0" rIns="0" bIns="0" anchor="ctr">
              <a:noAutofit/>
            </a:bodyPr>
            <a:lstStyle/>
            <a:p>
              <a:pPr>
                <a:defRPr/>
              </a:pPr>
              <a:endParaRPr lang="de-DE"/>
            </a:p>
          </p:txBody>
        </p:sp>
        <p:sp>
          <p:nvSpPr>
            <p:cNvPr id="294" name="Rectangle 616"/>
            <p:cNvSpPr>
              <a:spLocks noChangeArrowheads="1"/>
            </p:cNvSpPr>
            <p:nvPr/>
          </p:nvSpPr>
          <p:spPr bwMode="auto">
            <a:xfrm>
              <a:off x="6154850" y="2399594"/>
              <a:ext cx="225238" cy="138235"/>
            </a:xfrm>
            <a:prstGeom prst="rect">
              <a:avLst/>
            </a:prstGeom>
            <a:gradFill flip="none" rotWithShape="1">
              <a:gsLst>
                <a:gs pos="0">
                  <a:schemeClr val="folHlink">
                    <a:tint val="66000"/>
                    <a:satMod val="160000"/>
                  </a:schemeClr>
                </a:gs>
                <a:gs pos="50000">
                  <a:schemeClr val="folHlink">
                    <a:tint val="44500"/>
                    <a:satMod val="160000"/>
                  </a:schemeClr>
                </a:gs>
                <a:gs pos="100000">
                  <a:schemeClr val="folHlink">
                    <a:tint val="23500"/>
                    <a:satMod val="160000"/>
                  </a:schemeClr>
                </a:gs>
              </a:gsLst>
              <a:lin ang="13500000" scaled="1"/>
              <a:tileRect/>
            </a:gradFill>
            <a:ln w="9525">
              <a:solidFill>
                <a:schemeClr val="bg2"/>
              </a:solidFill>
              <a:miter lim="800000"/>
              <a:headEnd/>
              <a:tailEnd/>
            </a:ln>
          </p:spPr>
          <p:txBody>
            <a:bodyPr wrap="none" lIns="0" tIns="0" rIns="0" bIns="0" anchor="ctr">
              <a:no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eaLnBrk="1" hangingPunct="1"/>
              <a:endParaRPr lang="de-DE" altLang="en-US">
                <a:cs typeface="Arial" charset="0"/>
              </a:endParaRPr>
            </a:p>
          </p:txBody>
        </p:sp>
        <p:sp>
          <p:nvSpPr>
            <p:cNvPr id="295" name="Rectangle 294"/>
            <p:cNvSpPr/>
            <p:nvPr/>
          </p:nvSpPr>
          <p:spPr bwMode="gray">
            <a:xfrm rot="16200000" flipV="1">
              <a:off x="5968275" y="2545052"/>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296" name="Rectangle 295"/>
            <p:cNvSpPr/>
            <p:nvPr/>
          </p:nvSpPr>
          <p:spPr bwMode="gray">
            <a:xfrm rot="16200000" flipV="1">
              <a:off x="5968275" y="2462718"/>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297" name="Rectangle 296"/>
            <p:cNvSpPr/>
            <p:nvPr/>
          </p:nvSpPr>
          <p:spPr bwMode="gray">
            <a:xfrm rot="16200000" flipV="1">
              <a:off x="5968275" y="2380384"/>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298" name="Rectangle 297"/>
            <p:cNvSpPr/>
            <p:nvPr/>
          </p:nvSpPr>
          <p:spPr bwMode="gray">
            <a:xfrm rot="16200000" flipV="1">
              <a:off x="5968275" y="2298050"/>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299" name="Rectangle 298"/>
            <p:cNvSpPr/>
            <p:nvPr/>
          </p:nvSpPr>
          <p:spPr bwMode="gray">
            <a:xfrm rot="16200000" flipV="1">
              <a:off x="5968275" y="2215716"/>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00" name="Rectangle 299"/>
            <p:cNvSpPr/>
            <p:nvPr/>
          </p:nvSpPr>
          <p:spPr bwMode="gray">
            <a:xfrm rot="16200000" flipV="1">
              <a:off x="5968275" y="2133382"/>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01" name="Rectangle 300"/>
            <p:cNvSpPr/>
            <p:nvPr/>
          </p:nvSpPr>
          <p:spPr bwMode="gray">
            <a:xfrm rot="16200000" flipV="1">
              <a:off x="5968275" y="2051048"/>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02" name="Rectangle 301"/>
            <p:cNvSpPr/>
            <p:nvPr/>
          </p:nvSpPr>
          <p:spPr bwMode="gray">
            <a:xfrm rot="16200000" flipV="1">
              <a:off x="5968275" y="1968714"/>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03" name="Rectangle 302"/>
            <p:cNvSpPr/>
            <p:nvPr/>
          </p:nvSpPr>
          <p:spPr bwMode="gray">
            <a:xfrm rot="16200000" flipV="1">
              <a:off x="5968275" y="3203724"/>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04" name="Rectangle 303"/>
            <p:cNvSpPr/>
            <p:nvPr/>
          </p:nvSpPr>
          <p:spPr bwMode="gray">
            <a:xfrm rot="16200000" flipV="1">
              <a:off x="5968275" y="3121390"/>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05" name="Rectangle 304"/>
            <p:cNvSpPr/>
            <p:nvPr/>
          </p:nvSpPr>
          <p:spPr bwMode="gray">
            <a:xfrm rot="16200000" flipV="1">
              <a:off x="5968275" y="3039056"/>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06" name="Rectangle 305"/>
            <p:cNvSpPr/>
            <p:nvPr/>
          </p:nvSpPr>
          <p:spPr bwMode="gray">
            <a:xfrm rot="16200000" flipV="1">
              <a:off x="5968275" y="2956722"/>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07" name="Rectangle 306"/>
            <p:cNvSpPr/>
            <p:nvPr/>
          </p:nvSpPr>
          <p:spPr bwMode="gray">
            <a:xfrm rot="16200000" flipV="1">
              <a:off x="5968275" y="2874388"/>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08" name="Rectangle 307"/>
            <p:cNvSpPr/>
            <p:nvPr/>
          </p:nvSpPr>
          <p:spPr bwMode="gray">
            <a:xfrm rot="16200000" flipV="1">
              <a:off x="5968275" y="2792054"/>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09" name="Rectangle 308"/>
            <p:cNvSpPr/>
            <p:nvPr/>
          </p:nvSpPr>
          <p:spPr bwMode="gray">
            <a:xfrm rot="16200000" flipV="1">
              <a:off x="5968275" y="2709720"/>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10" name="Rectangle 309"/>
            <p:cNvSpPr/>
            <p:nvPr/>
          </p:nvSpPr>
          <p:spPr bwMode="gray">
            <a:xfrm rot="16200000" flipV="1">
              <a:off x="5968275" y="2627386"/>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11" name="Rectangle 310"/>
            <p:cNvSpPr/>
            <p:nvPr/>
          </p:nvSpPr>
          <p:spPr bwMode="gray">
            <a:xfrm rot="16200000" flipV="1">
              <a:off x="5968275" y="3615386"/>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12" name="Rectangle 311"/>
            <p:cNvSpPr/>
            <p:nvPr/>
          </p:nvSpPr>
          <p:spPr bwMode="gray">
            <a:xfrm rot="16200000" flipV="1">
              <a:off x="5968275" y="3533060"/>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13" name="Rectangle 312"/>
            <p:cNvSpPr/>
            <p:nvPr/>
          </p:nvSpPr>
          <p:spPr bwMode="gray">
            <a:xfrm rot="16200000" flipV="1">
              <a:off x="5968275" y="3450726"/>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14" name="Rectangle 313"/>
            <p:cNvSpPr/>
            <p:nvPr/>
          </p:nvSpPr>
          <p:spPr bwMode="gray">
            <a:xfrm rot="16200000" flipV="1">
              <a:off x="5968275" y="3368392"/>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15" name="Rectangle 314"/>
            <p:cNvSpPr/>
            <p:nvPr/>
          </p:nvSpPr>
          <p:spPr bwMode="gray">
            <a:xfrm rot="16200000" flipV="1">
              <a:off x="5968275" y="3286058"/>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grpSp>
      <p:grpSp>
        <p:nvGrpSpPr>
          <p:cNvPr id="146" name="Group 145"/>
          <p:cNvGrpSpPr/>
          <p:nvPr>
            <p:custDataLst>
              <p:tags r:id="rId16"/>
            </p:custDataLst>
          </p:nvPr>
        </p:nvGrpSpPr>
        <p:grpSpPr>
          <a:xfrm>
            <a:off x="4334146" y="4489688"/>
            <a:ext cx="1876154" cy="1876154"/>
            <a:chOff x="7949737" y="2674214"/>
            <a:chExt cx="702552" cy="702552"/>
          </a:xfrm>
        </p:grpSpPr>
        <p:sp>
          <p:nvSpPr>
            <p:cNvPr id="147" name="Oval 146"/>
            <p:cNvSpPr/>
            <p:nvPr/>
          </p:nvSpPr>
          <p:spPr bwMode="gray">
            <a:xfrm>
              <a:off x="7949737" y="2674214"/>
              <a:ext cx="702552" cy="702552"/>
            </a:xfrm>
            <a:prstGeom prst="ellipse">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48" name="Oval 147"/>
            <p:cNvSpPr/>
            <p:nvPr/>
          </p:nvSpPr>
          <p:spPr bwMode="gray">
            <a:xfrm>
              <a:off x="8410557" y="3099383"/>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49" name="Oval 148"/>
            <p:cNvSpPr/>
            <p:nvPr/>
          </p:nvSpPr>
          <p:spPr bwMode="gray">
            <a:xfrm>
              <a:off x="8162213" y="2803686"/>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50" name="Oval 149"/>
            <p:cNvSpPr/>
            <p:nvPr/>
          </p:nvSpPr>
          <p:spPr bwMode="gray">
            <a:xfrm>
              <a:off x="8096955" y="2916038"/>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51" name="Oval 150"/>
            <p:cNvSpPr/>
            <p:nvPr/>
          </p:nvSpPr>
          <p:spPr bwMode="gray">
            <a:xfrm>
              <a:off x="8266436" y="3198538"/>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52" name="Oval 151"/>
            <p:cNvSpPr/>
            <p:nvPr/>
          </p:nvSpPr>
          <p:spPr bwMode="gray">
            <a:xfrm>
              <a:off x="8093687" y="3120147"/>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53" name="Oval 152"/>
            <p:cNvSpPr/>
            <p:nvPr/>
          </p:nvSpPr>
          <p:spPr bwMode="gray">
            <a:xfrm>
              <a:off x="8058937" y="2965196"/>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54" name="Oval 153"/>
            <p:cNvSpPr/>
            <p:nvPr/>
          </p:nvSpPr>
          <p:spPr bwMode="gray">
            <a:xfrm>
              <a:off x="8107225" y="2802494"/>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55" name="Oval 154"/>
            <p:cNvSpPr/>
            <p:nvPr/>
          </p:nvSpPr>
          <p:spPr bwMode="gray">
            <a:xfrm>
              <a:off x="8382862" y="319522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56" name="Oval 155"/>
            <p:cNvSpPr/>
            <p:nvPr/>
          </p:nvSpPr>
          <p:spPr bwMode="gray">
            <a:xfrm>
              <a:off x="8130085" y="3081787"/>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57" name="Oval 156"/>
            <p:cNvSpPr/>
            <p:nvPr/>
          </p:nvSpPr>
          <p:spPr bwMode="gray">
            <a:xfrm>
              <a:off x="8308605" y="276649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58" name="Oval 157"/>
            <p:cNvSpPr/>
            <p:nvPr/>
          </p:nvSpPr>
          <p:spPr bwMode="gray">
            <a:xfrm>
              <a:off x="8182713" y="3152498"/>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59" name="Oval 158"/>
            <p:cNvSpPr/>
            <p:nvPr/>
          </p:nvSpPr>
          <p:spPr bwMode="gray">
            <a:xfrm>
              <a:off x="8294979" y="2868056"/>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60" name="Oval 159"/>
            <p:cNvSpPr/>
            <p:nvPr/>
          </p:nvSpPr>
          <p:spPr bwMode="gray">
            <a:xfrm>
              <a:off x="8258783" y="2982514"/>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61" name="Oval 160"/>
            <p:cNvSpPr/>
            <p:nvPr/>
          </p:nvSpPr>
          <p:spPr bwMode="gray">
            <a:xfrm>
              <a:off x="8250209" y="307216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62" name="Oval 161"/>
            <p:cNvSpPr/>
            <p:nvPr/>
          </p:nvSpPr>
          <p:spPr bwMode="gray">
            <a:xfrm>
              <a:off x="8165140" y="2959767"/>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63" name="Oval 162"/>
            <p:cNvSpPr/>
            <p:nvPr/>
          </p:nvSpPr>
          <p:spPr bwMode="gray">
            <a:xfrm>
              <a:off x="8351637" y="3010607"/>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64" name="Oval 163"/>
            <p:cNvSpPr/>
            <p:nvPr/>
          </p:nvSpPr>
          <p:spPr bwMode="gray">
            <a:xfrm>
              <a:off x="8443274" y="2879689"/>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65" name="Oval 164"/>
            <p:cNvSpPr/>
            <p:nvPr/>
          </p:nvSpPr>
          <p:spPr bwMode="gray">
            <a:xfrm>
              <a:off x="8406961" y="2840879"/>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66" name="Oval 165"/>
            <p:cNvSpPr/>
            <p:nvPr/>
          </p:nvSpPr>
          <p:spPr bwMode="gray">
            <a:xfrm>
              <a:off x="8202842" y="2910506"/>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67" name="Oval 166"/>
            <p:cNvSpPr/>
            <p:nvPr/>
          </p:nvSpPr>
          <p:spPr bwMode="gray">
            <a:xfrm>
              <a:off x="8345623" y="294651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68" name="Oval 167"/>
            <p:cNvSpPr/>
            <p:nvPr/>
          </p:nvSpPr>
          <p:spPr bwMode="gray">
            <a:xfrm>
              <a:off x="8454870" y="302061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sp>
          <p:nvSpPr>
            <p:cNvPr id="169" name="Oval 168"/>
            <p:cNvSpPr/>
            <p:nvPr/>
          </p:nvSpPr>
          <p:spPr bwMode="gray">
            <a:xfrm>
              <a:off x="8322584" y="3116608"/>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600" dirty="0" smtClean="0">
                <a:solidFill>
                  <a:schemeClr val="bg1"/>
                </a:solidFill>
                <a:latin typeface="Arial" pitchFamily="34" charset="0"/>
                <a:cs typeface="Arial" pitchFamily="34" charset="0"/>
              </a:endParaRPr>
            </a:p>
          </p:txBody>
        </p:sp>
      </p:grpSp>
      <p:grpSp>
        <p:nvGrpSpPr>
          <p:cNvPr id="3" name="Group 2"/>
          <p:cNvGrpSpPr/>
          <p:nvPr>
            <p:custDataLst>
              <p:tags r:id="rId17"/>
            </p:custDataLst>
          </p:nvPr>
        </p:nvGrpSpPr>
        <p:grpSpPr>
          <a:xfrm>
            <a:off x="4352156" y="4518660"/>
            <a:ext cx="1830944" cy="1830944"/>
            <a:chOff x="5207522" y="3193351"/>
            <a:chExt cx="865552" cy="865552"/>
          </a:xfrm>
          <a:effectLst/>
        </p:grpSpPr>
        <p:sp>
          <p:nvSpPr>
            <p:cNvPr id="171" name="Oval 170"/>
            <p:cNvSpPr/>
            <p:nvPr/>
          </p:nvSpPr>
          <p:spPr bwMode="gray">
            <a:xfrm>
              <a:off x="5207522" y="3193351"/>
              <a:ext cx="865552" cy="8655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b="1" dirty="0" smtClean="0">
                <a:solidFill>
                  <a:schemeClr val="bg1"/>
                </a:solidFill>
                <a:latin typeface="Arial" pitchFamily="34" charset="0"/>
                <a:cs typeface="Arial" pitchFamily="34" charset="0"/>
              </a:endParaRPr>
            </a:p>
          </p:txBody>
        </p:sp>
        <p:sp>
          <p:nvSpPr>
            <p:cNvPr id="244" name="Rectangle 243"/>
            <p:cNvSpPr/>
            <p:nvPr/>
          </p:nvSpPr>
          <p:spPr bwMode="gray">
            <a:xfrm>
              <a:off x="5274788" y="3260619"/>
              <a:ext cx="731021" cy="731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r>
                <a:rPr lang="en-US" b="1" dirty="0" smtClean="0">
                  <a:solidFill>
                    <a:schemeClr val="bg1"/>
                  </a:solidFill>
                  <a:latin typeface="Arial" pitchFamily="34" charset="0"/>
                </a:rPr>
                <a:t>ZERO GAS</a:t>
              </a:r>
            </a:p>
          </p:txBody>
        </p:sp>
      </p:grpSp>
      <p:grpSp>
        <p:nvGrpSpPr>
          <p:cNvPr id="357" name="Group 356"/>
          <p:cNvGrpSpPr/>
          <p:nvPr>
            <p:custDataLst>
              <p:tags r:id="rId18"/>
            </p:custDataLst>
          </p:nvPr>
        </p:nvGrpSpPr>
        <p:grpSpPr>
          <a:xfrm rot="20689385">
            <a:off x="2031217" y="2191357"/>
            <a:ext cx="6483102" cy="6483102"/>
            <a:chOff x="2178298" y="2200641"/>
            <a:chExt cx="6483102" cy="6483102"/>
          </a:xfrm>
        </p:grpSpPr>
        <p:grpSp>
          <p:nvGrpSpPr>
            <p:cNvPr id="353" name="Group 352"/>
            <p:cNvGrpSpPr/>
            <p:nvPr/>
          </p:nvGrpSpPr>
          <p:grpSpPr>
            <a:xfrm>
              <a:off x="6336196" y="5309893"/>
              <a:ext cx="1900770" cy="274419"/>
              <a:chOff x="6336196" y="5309893"/>
              <a:chExt cx="1900770" cy="274419"/>
            </a:xfrm>
          </p:grpSpPr>
          <p:grpSp>
            <p:nvGrpSpPr>
              <p:cNvPr id="352" name="Group 351"/>
              <p:cNvGrpSpPr/>
              <p:nvPr/>
            </p:nvGrpSpPr>
            <p:grpSpPr>
              <a:xfrm>
                <a:off x="6336196" y="5309893"/>
                <a:ext cx="1900770" cy="274419"/>
                <a:chOff x="6336196" y="5309893"/>
                <a:chExt cx="1900770" cy="274419"/>
              </a:xfrm>
              <a:gradFill flip="none" rotWithShape="1">
                <a:gsLst>
                  <a:gs pos="0">
                    <a:schemeClr val="bg2">
                      <a:shade val="30000"/>
                      <a:satMod val="115000"/>
                      <a:lumMod val="63000"/>
                    </a:schemeClr>
                  </a:gs>
                  <a:gs pos="100000">
                    <a:schemeClr val="bg2">
                      <a:shade val="100000"/>
                      <a:satMod val="115000"/>
                      <a:lumMod val="84000"/>
                      <a:lumOff val="16000"/>
                    </a:schemeClr>
                  </a:gs>
                </a:gsLst>
                <a:lin ang="16200000" scaled="1"/>
                <a:tileRect/>
              </a:gradFill>
            </p:grpSpPr>
            <p:sp>
              <p:nvSpPr>
                <p:cNvPr id="318" name="Rounded Rectangle 317"/>
                <p:cNvSpPr/>
                <p:nvPr/>
              </p:nvSpPr>
              <p:spPr bwMode="gray">
                <a:xfrm>
                  <a:off x="6336196" y="5309893"/>
                  <a:ext cx="765584" cy="274419"/>
                </a:xfrm>
                <a:prstGeom prst="roundRect">
                  <a:avLst/>
                </a:prstGeom>
                <a:grp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sp>
              <p:nvSpPr>
                <p:cNvPr id="354" name="Rounded Rectangle 353"/>
                <p:cNvSpPr/>
                <p:nvPr/>
              </p:nvSpPr>
              <p:spPr bwMode="gray">
                <a:xfrm>
                  <a:off x="7101780" y="5309893"/>
                  <a:ext cx="216024" cy="274419"/>
                </a:xfrm>
                <a:prstGeom prst="roundRect">
                  <a:avLst>
                    <a:gd name="adj" fmla="val 25485"/>
                  </a:avLst>
                </a:prstGeom>
                <a:grp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sp>
              <p:nvSpPr>
                <p:cNvPr id="355" name="Rounded Rectangle 354"/>
                <p:cNvSpPr/>
                <p:nvPr/>
              </p:nvSpPr>
              <p:spPr bwMode="gray">
                <a:xfrm>
                  <a:off x="7317804" y="5309893"/>
                  <a:ext cx="765584" cy="274419"/>
                </a:xfrm>
                <a:prstGeom prst="roundRect">
                  <a:avLst/>
                </a:prstGeom>
                <a:grp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sp>
              <p:nvSpPr>
                <p:cNvPr id="356" name="Rounded Rectangle 355"/>
                <p:cNvSpPr/>
                <p:nvPr/>
              </p:nvSpPr>
              <p:spPr bwMode="gray">
                <a:xfrm>
                  <a:off x="8020942" y="5309893"/>
                  <a:ext cx="216024" cy="274419"/>
                </a:xfrm>
                <a:prstGeom prst="roundRect">
                  <a:avLst>
                    <a:gd name="adj" fmla="val 50000"/>
                  </a:avLst>
                </a:prstGeom>
                <a:grp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grpSp>
          <p:sp>
            <p:nvSpPr>
              <p:cNvPr id="362" name="Rounded Rectangle 361"/>
              <p:cNvSpPr/>
              <p:nvPr/>
            </p:nvSpPr>
            <p:spPr bwMode="gray">
              <a:xfrm>
                <a:off x="6336196" y="5310734"/>
                <a:ext cx="1900770" cy="194231"/>
              </a:xfrm>
              <a:custGeom>
                <a:avLst/>
                <a:gdLst>
                  <a:gd name="connsiteX0" fmla="*/ 40427 w 1900770"/>
                  <a:gd name="connsiteY0" fmla="*/ 0 h 129515"/>
                  <a:gd name="connsiteX1" fmla="*/ 725157 w 1900770"/>
                  <a:gd name="connsiteY1" fmla="*/ 0 h 129515"/>
                  <a:gd name="connsiteX2" fmla="*/ 765584 w 1900770"/>
                  <a:gd name="connsiteY2" fmla="*/ 31262 h 129515"/>
                  <a:gd name="connsiteX3" fmla="*/ 765584 w 1900770"/>
                  <a:gd name="connsiteY3" fmla="*/ 42574 h 129515"/>
                  <a:gd name="connsiteX4" fmla="*/ 820638 w 1900770"/>
                  <a:gd name="connsiteY4" fmla="*/ 0 h 129515"/>
                  <a:gd name="connsiteX5" fmla="*/ 926554 w 1900770"/>
                  <a:gd name="connsiteY5" fmla="*/ 0 h 129515"/>
                  <a:gd name="connsiteX6" fmla="*/ 981608 w 1900770"/>
                  <a:gd name="connsiteY6" fmla="*/ 42574 h 129515"/>
                  <a:gd name="connsiteX7" fmla="*/ 981608 w 1900770"/>
                  <a:gd name="connsiteY7" fmla="*/ 31262 h 129515"/>
                  <a:gd name="connsiteX8" fmla="*/ 1022035 w 1900770"/>
                  <a:gd name="connsiteY8" fmla="*/ 0 h 129515"/>
                  <a:gd name="connsiteX9" fmla="*/ 1706765 w 1900770"/>
                  <a:gd name="connsiteY9" fmla="*/ 0 h 129515"/>
                  <a:gd name="connsiteX10" fmla="*/ 1737620 w 1900770"/>
                  <a:gd name="connsiteY10" fmla="*/ 13392 h 129515"/>
                  <a:gd name="connsiteX11" fmla="*/ 1792758 w 1900770"/>
                  <a:gd name="connsiteY11" fmla="*/ 0 h 129515"/>
                  <a:gd name="connsiteX12" fmla="*/ 1900770 w 1900770"/>
                  <a:gd name="connsiteY12" fmla="*/ 83526 h 129515"/>
                  <a:gd name="connsiteX13" fmla="*/ 1900770 w 1900770"/>
                  <a:gd name="connsiteY13" fmla="*/ 104042 h 129515"/>
                  <a:gd name="connsiteX14" fmla="*/ 1894120 w 1900770"/>
                  <a:gd name="connsiteY14" fmla="*/ 129515 h 129515"/>
                  <a:gd name="connsiteX15" fmla="*/ 1798542 w 1900770"/>
                  <a:gd name="connsiteY15" fmla="*/ 55960 h 129515"/>
                  <a:gd name="connsiteX16" fmla="*/ 1786974 w 1900770"/>
                  <a:gd name="connsiteY16" fmla="*/ 55960 h 129515"/>
                  <a:gd name="connsiteX17" fmla="*/ 1738757 w 1900770"/>
                  <a:gd name="connsiteY17" fmla="*/ 70519 h 129515"/>
                  <a:gd name="connsiteX18" fmla="*/ 1713115 w 1900770"/>
                  <a:gd name="connsiteY18" fmla="*/ 55960 h 129515"/>
                  <a:gd name="connsiteX19" fmla="*/ 1015685 w 1900770"/>
                  <a:gd name="connsiteY19" fmla="*/ 55960 h 129515"/>
                  <a:gd name="connsiteX20" fmla="*/ 981608 w 1900770"/>
                  <a:gd name="connsiteY20" fmla="*/ 92136 h 129515"/>
                  <a:gd name="connsiteX21" fmla="*/ 981608 w 1900770"/>
                  <a:gd name="connsiteY21" fmla="*/ 111276 h 129515"/>
                  <a:gd name="connsiteX22" fmla="*/ 929502 w 1900770"/>
                  <a:gd name="connsiteY22" fmla="*/ 55960 h 129515"/>
                  <a:gd name="connsiteX23" fmla="*/ 817690 w 1900770"/>
                  <a:gd name="connsiteY23" fmla="*/ 55960 h 129515"/>
                  <a:gd name="connsiteX24" fmla="*/ 765584 w 1900770"/>
                  <a:gd name="connsiteY24" fmla="*/ 92136 h 129515"/>
                  <a:gd name="connsiteX25" fmla="*/ 731507 w 1900770"/>
                  <a:gd name="connsiteY25" fmla="*/ 55960 h 129515"/>
                  <a:gd name="connsiteX26" fmla="*/ 34077 w 1900770"/>
                  <a:gd name="connsiteY26" fmla="*/ 55960 h 129515"/>
                  <a:gd name="connsiteX27" fmla="*/ 0 w 1900770"/>
                  <a:gd name="connsiteY27" fmla="*/ 92136 h 129515"/>
                  <a:gd name="connsiteX28" fmla="*/ 0 w 1900770"/>
                  <a:gd name="connsiteY28" fmla="*/ 31262 h 129515"/>
                  <a:gd name="connsiteX29" fmla="*/ 40427 w 1900770"/>
                  <a:gd name="connsiteY29" fmla="*/ 0 h 129515"/>
                  <a:gd name="connsiteX0" fmla="*/ 40427 w 1900770"/>
                  <a:gd name="connsiteY0" fmla="*/ 0 h 129515"/>
                  <a:gd name="connsiteX1" fmla="*/ 725157 w 1900770"/>
                  <a:gd name="connsiteY1" fmla="*/ 0 h 129515"/>
                  <a:gd name="connsiteX2" fmla="*/ 765584 w 1900770"/>
                  <a:gd name="connsiteY2" fmla="*/ 31262 h 129515"/>
                  <a:gd name="connsiteX3" fmla="*/ 820638 w 1900770"/>
                  <a:gd name="connsiteY3" fmla="*/ 0 h 129515"/>
                  <a:gd name="connsiteX4" fmla="*/ 926554 w 1900770"/>
                  <a:gd name="connsiteY4" fmla="*/ 0 h 129515"/>
                  <a:gd name="connsiteX5" fmla="*/ 981608 w 1900770"/>
                  <a:gd name="connsiteY5" fmla="*/ 42574 h 129515"/>
                  <a:gd name="connsiteX6" fmla="*/ 981608 w 1900770"/>
                  <a:gd name="connsiteY6" fmla="*/ 31262 h 129515"/>
                  <a:gd name="connsiteX7" fmla="*/ 1022035 w 1900770"/>
                  <a:gd name="connsiteY7" fmla="*/ 0 h 129515"/>
                  <a:gd name="connsiteX8" fmla="*/ 1706765 w 1900770"/>
                  <a:gd name="connsiteY8" fmla="*/ 0 h 129515"/>
                  <a:gd name="connsiteX9" fmla="*/ 1737620 w 1900770"/>
                  <a:gd name="connsiteY9" fmla="*/ 13392 h 129515"/>
                  <a:gd name="connsiteX10" fmla="*/ 1792758 w 1900770"/>
                  <a:gd name="connsiteY10" fmla="*/ 0 h 129515"/>
                  <a:gd name="connsiteX11" fmla="*/ 1900770 w 1900770"/>
                  <a:gd name="connsiteY11" fmla="*/ 83526 h 129515"/>
                  <a:gd name="connsiteX12" fmla="*/ 1900770 w 1900770"/>
                  <a:gd name="connsiteY12" fmla="*/ 104042 h 129515"/>
                  <a:gd name="connsiteX13" fmla="*/ 1894120 w 1900770"/>
                  <a:gd name="connsiteY13" fmla="*/ 129515 h 129515"/>
                  <a:gd name="connsiteX14" fmla="*/ 1798542 w 1900770"/>
                  <a:gd name="connsiteY14" fmla="*/ 55960 h 129515"/>
                  <a:gd name="connsiteX15" fmla="*/ 1786974 w 1900770"/>
                  <a:gd name="connsiteY15" fmla="*/ 55960 h 129515"/>
                  <a:gd name="connsiteX16" fmla="*/ 1738757 w 1900770"/>
                  <a:gd name="connsiteY16" fmla="*/ 70519 h 129515"/>
                  <a:gd name="connsiteX17" fmla="*/ 1713115 w 1900770"/>
                  <a:gd name="connsiteY17" fmla="*/ 55960 h 129515"/>
                  <a:gd name="connsiteX18" fmla="*/ 1015685 w 1900770"/>
                  <a:gd name="connsiteY18" fmla="*/ 55960 h 129515"/>
                  <a:gd name="connsiteX19" fmla="*/ 981608 w 1900770"/>
                  <a:gd name="connsiteY19" fmla="*/ 92136 h 129515"/>
                  <a:gd name="connsiteX20" fmla="*/ 981608 w 1900770"/>
                  <a:gd name="connsiteY20" fmla="*/ 111276 h 129515"/>
                  <a:gd name="connsiteX21" fmla="*/ 929502 w 1900770"/>
                  <a:gd name="connsiteY21" fmla="*/ 55960 h 129515"/>
                  <a:gd name="connsiteX22" fmla="*/ 817690 w 1900770"/>
                  <a:gd name="connsiteY22" fmla="*/ 55960 h 129515"/>
                  <a:gd name="connsiteX23" fmla="*/ 765584 w 1900770"/>
                  <a:gd name="connsiteY23" fmla="*/ 92136 h 129515"/>
                  <a:gd name="connsiteX24" fmla="*/ 731507 w 1900770"/>
                  <a:gd name="connsiteY24" fmla="*/ 55960 h 129515"/>
                  <a:gd name="connsiteX25" fmla="*/ 34077 w 1900770"/>
                  <a:gd name="connsiteY25" fmla="*/ 55960 h 129515"/>
                  <a:gd name="connsiteX26" fmla="*/ 0 w 1900770"/>
                  <a:gd name="connsiteY26" fmla="*/ 92136 h 129515"/>
                  <a:gd name="connsiteX27" fmla="*/ 0 w 1900770"/>
                  <a:gd name="connsiteY27" fmla="*/ 31262 h 129515"/>
                  <a:gd name="connsiteX28" fmla="*/ 40427 w 1900770"/>
                  <a:gd name="connsiteY28" fmla="*/ 0 h 129515"/>
                  <a:gd name="connsiteX0" fmla="*/ 40427 w 1900770"/>
                  <a:gd name="connsiteY0" fmla="*/ 0 h 129515"/>
                  <a:gd name="connsiteX1" fmla="*/ 725157 w 1900770"/>
                  <a:gd name="connsiteY1" fmla="*/ 0 h 129515"/>
                  <a:gd name="connsiteX2" fmla="*/ 765584 w 1900770"/>
                  <a:gd name="connsiteY2" fmla="*/ 31262 h 129515"/>
                  <a:gd name="connsiteX3" fmla="*/ 820638 w 1900770"/>
                  <a:gd name="connsiteY3" fmla="*/ 0 h 129515"/>
                  <a:gd name="connsiteX4" fmla="*/ 926554 w 1900770"/>
                  <a:gd name="connsiteY4" fmla="*/ 0 h 129515"/>
                  <a:gd name="connsiteX5" fmla="*/ 981608 w 1900770"/>
                  <a:gd name="connsiteY5" fmla="*/ 42574 h 129515"/>
                  <a:gd name="connsiteX6" fmla="*/ 981608 w 1900770"/>
                  <a:gd name="connsiteY6" fmla="*/ 31262 h 129515"/>
                  <a:gd name="connsiteX7" fmla="*/ 1022035 w 1900770"/>
                  <a:gd name="connsiteY7" fmla="*/ 0 h 129515"/>
                  <a:gd name="connsiteX8" fmla="*/ 1706765 w 1900770"/>
                  <a:gd name="connsiteY8" fmla="*/ 0 h 129515"/>
                  <a:gd name="connsiteX9" fmla="*/ 1737620 w 1900770"/>
                  <a:gd name="connsiteY9" fmla="*/ 13392 h 129515"/>
                  <a:gd name="connsiteX10" fmla="*/ 1792758 w 1900770"/>
                  <a:gd name="connsiteY10" fmla="*/ 0 h 129515"/>
                  <a:gd name="connsiteX11" fmla="*/ 1900770 w 1900770"/>
                  <a:gd name="connsiteY11" fmla="*/ 83526 h 129515"/>
                  <a:gd name="connsiteX12" fmla="*/ 1900770 w 1900770"/>
                  <a:gd name="connsiteY12" fmla="*/ 104042 h 129515"/>
                  <a:gd name="connsiteX13" fmla="*/ 1894120 w 1900770"/>
                  <a:gd name="connsiteY13" fmla="*/ 129515 h 129515"/>
                  <a:gd name="connsiteX14" fmla="*/ 1798542 w 1900770"/>
                  <a:gd name="connsiteY14" fmla="*/ 55960 h 129515"/>
                  <a:gd name="connsiteX15" fmla="*/ 1786974 w 1900770"/>
                  <a:gd name="connsiteY15" fmla="*/ 55960 h 129515"/>
                  <a:gd name="connsiteX16" fmla="*/ 1738757 w 1900770"/>
                  <a:gd name="connsiteY16" fmla="*/ 70519 h 129515"/>
                  <a:gd name="connsiteX17" fmla="*/ 1713115 w 1900770"/>
                  <a:gd name="connsiteY17" fmla="*/ 55960 h 129515"/>
                  <a:gd name="connsiteX18" fmla="*/ 1015685 w 1900770"/>
                  <a:gd name="connsiteY18" fmla="*/ 55960 h 129515"/>
                  <a:gd name="connsiteX19" fmla="*/ 981608 w 1900770"/>
                  <a:gd name="connsiteY19" fmla="*/ 92136 h 129515"/>
                  <a:gd name="connsiteX20" fmla="*/ 929502 w 1900770"/>
                  <a:gd name="connsiteY20" fmla="*/ 55960 h 129515"/>
                  <a:gd name="connsiteX21" fmla="*/ 817690 w 1900770"/>
                  <a:gd name="connsiteY21" fmla="*/ 55960 h 129515"/>
                  <a:gd name="connsiteX22" fmla="*/ 765584 w 1900770"/>
                  <a:gd name="connsiteY22" fmla="*/ 92136 h 129515"/>
                  <a:gd name="connsiteX23" fmla="*/ 731507 w 1900770"/>
                  <a:gd name="connsiteY23" fmla="*/ 55960 h 129515"/>
                  <a:gd name="connsiteX24" fmla="*/ 34077 w 1900770"/>
                  <a:gd name="connsiteY24" fmla="*/ 55960 h 129515"/>
                  <a:gd name="connsiteX25" fmla="*/ 0 w 1900770"/>
                  <a:gd name="connsiteY25" fmla="*/ 92136 h 129515"/>
                  <a:gd name="connsiteX26" fmla="*/ 0 w 1900770"/>
                  <a:gd name="connsiteY26" fmla="*/ 31262 h 129515"/>
                  <a:gd name="connsiteX27" fmla="*/ 40427 w 1900770"/>
                  <a:gd name="connsiteY27" fmla="*/ 0 h 129515"/>
                  <a:gd name="connsiteX0" fmla="*/ 40427 w 1900770"/>
                  <a:gd name="connsiteY0" fmla="*/ 0 h 129515"/>
                  <a:gd name="connsiteX1" fmla="*/ 725157 w 1900770"/>
                  <a:gd name="connsiteY1" fmla="*/ 0 h 129515"/>
                  <a:gd name="connsiteX2" fmla="*/ 765584 w 1900770"/>
                  <a:gd name="connsiteY2" fmla="*/ 31262 h 129515"/>
                  <a:gd name="connsiteX3" fmla="*/ 794444 w 1900770"/>
                  <a:gd name="connsiteY3" fmla="*/ 0 h 129515"/>
                  <a:gd name="connsiteX4" fmla="*/ 926554 w 1900770"/>
                  <a:gd name="connsiteY4" fmla="*/ 0 h 129515"/>
                  <a:gd name="connsiteX5" fmla="*/ 981608 w 1900770"/>
                  <a:gd name="connsiteY5" fmla="*/ 42574 h 129515"/>
                  <a:gd name="connsiteX6" fmla="*/ 981608 w 1900770"/>
                  <a:gd name="connsiteY6" fmla="*/ 31262 h 129515"/>
                  <a:gd name="connsiteX7" fmla="*/ 1022035 w 1900770"/>
                  <a:gd name="connsiteY7" fmla="*/ 0 h 129515"/>
                  <a:gd name="connsiteX8" fmla="*/ 1706765 w 1900770"/>
                  <a:gd name="connsiteY8" fmla="*/ 0 h 129515"/>
                  <a:gd name="connsiteX9" fmla="*/ 1737620 w 1900770"/>
                  <a:gd name="connsiteY9" fmla="*/ 13392 h 129515"/>
                  <a:gd name="connsiteX10" fmla="*/ 1792758 w 1900770"/>
                  <a:gd name="connsiteY10" fmla="*/ 0 h 129515"/>
                  <a:gd name="connsiteX11" fmla="*/ 1900770 w 1900770"/>
                  <a:gd name="connsiteY11" fmla="*/ 83526 h 129515"/>
                  <a:gd name="connsiteX12" fmla="*/ 1900770 w 1900770"/>
                  <a:gd name="connsiteY12" fmla="*/ 104042 h 129515"/>
                  <a:gd name="connsiteX13" fmla="*/ 1894120 w 1900770"/>
                  <a:gd name="connsiteY13" fmla="*/ 129515 h 129515"/>
                  <a:gd name="connsiteX14" fmla="*/ 1798542 w 1900770"/>
                  <a:gd name="connsiteY14" fmla="*/ 55960 h 129515"/>
                  <a:gd name="connsiteX15" fmla="*/ 1786974 w 1900770"/>
                  <a:gd name="connsiteY15" fmla="*/ 55960 h 129515"/>
                  <a:gd name="connsiteX16" fmla="*/ 1738757 w 1900770"/>
                  <a:gd name="connsiteY16" fmla="*/ 70519 h 129515"/>
                  <a:gd name="connsiteX17" fmla="*/ 1713115 w 1900770"/>
                  <a:gd name="connsiteY17" fmla="*/ 55960 h 129515"/>
                  <a:gd name="connsiteX18" fmla="*/ 1015685 w 1900770"/>
                  <a:gd name="connsiteY18" fmla="*/ 55960 h 129515"/>
                  <a:gd name="connsiteX19" fmla="*/ 981608 w 1900770"/>
                  <a:gd name="connsiteY19" fmla="*/ 92136 h 129515"/>
                  <a:gd name="connsiteX20" fmla="*/ 929502 w 1900770"/>
                  <a:gd name="connsiteY20" fmla="*/ 55960 h 129515"/>
                  <a:gd name="connsiteX21" fmla="*/ 817690 w 1900770"/>
                  <a:gd name="connsiteY21" fmla="*/ 55960 h 129515"/>
                  <a:gd name="connsiteX22" fmla="*/ 765584 w 1900770"/>
                  <a:gd name="connsiteY22" fmla="*/ 92136 h 129515"/>
                  <a:gd name="connsiteX23" fmla="*/ 731507 w 1900770"/>
                  <a:gd name="connsiteY23" fmla="*/ 55960 h 129515"/>
                  <a:gd name="connsiteX24" fmla="*/ 34077 w 1900770"/>
                  <a:gd name="connsiteY24" fmla="*/ 55960 h 129515"/>
                  <a:gd name="connsiteX25" fmla="*/ 0 w 1900770"/>
                  <a:gd name="connsiteY25" fmla="*/ 92136 h 129515"/>
                  <a:gd name="connsiteX26" fmla="*/ 0 w 1900770"/>
                  <a:gd name="connsiteY26" fmla="*/ 31262 h 129515"/>
                  <a:gd name="connsiteX27" fmla="*/ 40427 w 1900770"/>
                  <a:gd name="connsiteY27" fmla="*/ 0 h 129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900770" h="129515">
                    <a:moveTo>
                      <a:pt x="40427" y="0"/>
                    </a:moveTo>
                    <a:lnTo>
                      <a:pt x="725157" y="0"/>
                    </a:lnTo>
                    <a:cubicBezTo>
                      <a:pt x="747484" y="0"/>
                      <a:pt x="765584" y="13997"/>
                      <a:pt x="765584" y="31262"/>
                    </a:cubicBezTo>
                    <a:lnTo>
                      <a:pt x="794444" y="0"/>
                    </a:lnTo>
                    <a:lnTo>
                      <a:pt x="926554" y="0"/>
                    </a:lnTo>
                    <a:cubicBezTo>
                      <a:pt x="956959" y="0"/>
                      <a:pt x="981608" y="19061"/>
                      <a:pt x="981608" y="42574"/>
                    </a:cubicBezTo>
                    <a:lnTo>
                      <a:pt x="981608" y="31262"/>
                    </a:lnTo>
                    <a:cubicBezTo>
                      <a:pt x="981608" y="13997"/>
                      <a:pt x="999708" y="0"/>
                      <a:pt x="1022035" y="0"/>
                    </a:cubicBezTo>
                    <a:lnTo>
                      <a:pt x="1706765" y="0"/>
                    </a:lnTo>
                    <a:cubicBezTo>
                      <a:pt x="1720000" y="0"/>
                      <a:pt x="1731749" y="4918"/>
                      <a:pt x="1737620" y="13392"/>
                    </a:cubicBezTo>
                    <a:cubicBezTo>
                      <a:pt x="1752993" y="4440"/>
                      <a:pt x="1772205" y="0"/>
                      <a:pt x="1792758" y="0"/>
                    </a:cubicBezTo>
                    <a:cubicBezTo>
                      <a:pt x="1852411" y="0"/>
                      <a:pt x="1900770" y="37396"/>
                      <a:pt x="1900770" y="83526"/>
                    </a:cubicBezTo>
                    <a:lnTo>
                      <a:pt x="1900770" y="104042"/>
                    </a:lnTo>
                    <a:lnTo>
                      <a:pt x="1894120" y="129515"/>
                    </a:lnTo>
                    <a:cubicBezTo>
                      <a:pt x="1881424" y="86563"/>
                      <a:pt x="1843350" y="55960"/>
                      <a:pt x="1798542" y="55960"/>
                    </a:cubicBezTo>
                    <a:lnTo>
                      <a:pt x="1786974" y="55960"/>
                    </a:lnTo>
                    <a:cubicBezTo>
                      <a:pt x="1769256" y="55960"/>
                      <a:pt x="1752590" y="60746"/>
                      <a:pt x="1738757" y="70519"/>
                    </a:cubicBezTo>
                    <a:cubicBezTo>
                      <a:pt x="1733559" y="61303"/>
                      <a:pt x="1723925" y="55960"/>
                      <a:pt x="1713115" y="55960"/>
                    </a:cubicBezTo>
                    <a:lnTo>
                      <a:pt x="1015685" y="55960"/>
                    </a:lnTo>
                    <a:cubicBezTo>
                      <a:pt x="996865" y="55960"/>
                      <a:pt x="981608" y="72157"/>
                      <a:pt x="981608" y="92136"/>
                    </a:cubicBezTo>
                    <a:lnTo>
                      <a:pt x="929502" y="55960"/>
                    </a:lnTo>
                    <a:lnTo>
                      <a:pt x="817690" y="55960"/>
                    </a:lnTo>
                    <a:cubicBezTo>
                      <a:pt x="790370" y="61989"/>
                      <a:pt x="779948" y="92136"/>
                      <a:pt x="765584" y="92136"/>
                    </a:cubicBezTo>
                    <a:cubicBezTo>
                      <a:pt x="765584" y="72157"/>
                      <a:pt x="750327" y="55960"/>
                      <a:pt x="731507" y="55960"/>
                    </a:cubicBezTo>
                    <a:lnTo>
                      <a:pt x="34077" y="55960"/>
                    </a:lnTo>
                    <a:cubicBezTo>
                      <a:pt x="15257" y="55960"/>
                      <a:pt x="0" y="72157"/>
                      <a:pt x="0" y="92136"/>
                    </a:cubicBezTo>
                    <a:lnTo>
                      <a:pt x="0" y="31262"/>
                    </a:lnTo>
                    <a:cubicBezTo>
                      <a:pt x="0" y="13997"/>
                      <a:pt x="18100" y="0"/>
                      <a:pt x="40427" y="0"/>
                    </a:cubicBezTo>
                    <a:close/>
                  </a:path>
                </a:pathLst>
              </a:custGeom>
              <a:solidFill>
                <a:srgbClr val="FFFFFF">
                  <a:alpha val="30196"/>
                </a:srgbClr>
              </a:solidFill>
              <a:ln w="9525" cap="flat" cmpd="sng" algn="ctr">
                <a:noFill/>
                <a:prstDash val="solid"/>
              </a:ln>
              <a:effectLst>
                <a:softEdge rad="25400"/>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grpSp>
        <p:sp>
          <p:nvSpPr>
            <p:cNvPr id="370" name="Oval 369"/>
            <p:cNvSpPr/>
            <p:nvPr/>
          </p:nvSpPr>
          <p:spPr bwMode="gray">
            <a:xfrm>
              <a:off x="4478586" y="4500929"/>
              <a:ext cx="1882526" cy="1882526"/>
            </a:xfrm>
            <a:prstGeom prst="ellipse">
              <a:avLst/>
            </a:prstGeom>
            <a:gradFill flip="none" rotWithShape="1">
              <a:gsLst>
                <a:gs pos="82000">
                  <a:schemeClr val="bg1">
                    <a:shade val="67500"/>
                    <a:satMod val="115000"/>
                    <a:lumMod val="83000"/>
                    <a:alpha val="62000"/>
                  </a:schemeClr>
                </a:gs>
                <a:gs pos="46000">
                  <a:schemeClr val="bg1">
                    <a:shade val="100000"/>
                    <a:satMod val="115000"/>
                    <a:alpha val="0"/>
                  </a:schemeClr>
                </a:gs>
              </a:gsLst>
              <a:path path="circle">
                <a:fillToRect l="50000" t="50000" r="50000" b="50000"/>
              </a:path>
              <a:tileRect/>
            </a:gradFill>
            <a:ln w="76200" cap="flat" cmpd="sng" algn="ctr">
              <a:solidFill>
                <a:schemeClr val="tx1"/>
              </a:solid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402" name="Oval 401"/>
            <p:cNvSpPr/>
            <p:nvPr/>
          </p:nvSpPr>
          <p:spPr bwMode="gray">
            <a:xfrm>
              <a:off x="4499224" y="4521567"/>
              <a:ext cx="1844426" cy="1844426"/>
            </a:xfrm>
            <a:prstGeom prst="ellipse">
              <a:avLst/>
            </a:prstGeom>
            <a:noFill/>
            <a:ln w="19050" cap="flat" cmpd="sng" algn="ctr">
              <a:solidFill>
                <a:schemeClr val="bg2"/>
              </a:solid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403" name="Oval 402"/>
            <p:cNvSpPr>
              <a:spLocks noChangeAspect="1"/>
            </p:cNvSpPr>
            <p:nvPr/>
          </p:nvSpPr>
          <p:spPr bwMode="gray">
            <a:xfrm>
              <a:off x="4483849" y="4506192"/>
              <a:ext cx="1872000" cy="1872000"/>
            </a:xfrm>
            <a:prstGeom prst="ellipse">
              <a:avLst/>
            </a:prstGeom>
            <a:noFill/>
            <a:ln w="28575" cap="flat" cmpd="sng" algn="ctr">
              <a:solidFill>
                <a:schemeClr val="accent4"/>
              </a:solid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406" name="Oval 405"/>
            <p:cNvSpPr/>
            <p:nvPr/>
          </p:nvSpPr>
          <p:spPr bwMode="gray">
            <a:xfrm>
              <a:off x="2178298" y="2200641"/>
              <a:ext cx="6483102" cy="6483102"/>
            </a:xfrm>
            <a:prstGeom prst="ellipse">
              <a:avLst/>
            </a:prstGeom>
            <a:noFill/>
            <a:ln w="1270" cap="sq" cmpd="sng" algn="ctr">
              <a:solidFill>
                <a:srgbClr val="FFFFFF">
                  <a:alpha val="1176"/>
                </a:srgbClr>
              </a:solidFill>
              <a:prstDash val="solid"/>
              <a:miter lim="800000"/>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145" name="Oval 144"/>
            <p:cNvSpPr/>
            <p:nvPr/>
          </p:nvSpPr>
          <p:spPr bwMode="gray">
            <a:xfrm rot="20910578">
              <a:off x="5747405" y="4733201"/>
              <a:ext cx="536469" cy="1351743"/>
            </a:xfrm>
            <a:custGeom>
              <a:avLst/>
              <a:gdLst>
                <a:gd name="connsiteX0" fmla="*/ 0 w 1882526"/>
                <a:gd name="connsiteY0" fmla="*/ 941263 h 1882526"/>
                <a:gd name="connsiteX1" fmla="*/ 941263 w 1882526"/>
                <a:gd name="connsiteY1" fmla="*/ 0 h 1882526"/>
                <a:gd name="connsiteX2" fmla="*/ 1882526 w 1882526"/>
                <a:gd name="connsiteY2" fmla="*/ 941263 h 1882526"/>
                <a:gd name="connsiteX3" fmla="*/ 941263 w 1882526"/>
                <a:gd name="connsiteY3" fmla="*/ 1882526 h 1882526"/>
                <a:gd name="connsiteX4" fmla="*/ 0 w 1882526"/>
                <a:gd name="connsiteY4" fmla="*/ 941263 h 1882526"/>
                <a:gd name="connsiteX0" fmla="*/ 0 w 941263"/>
                <a:gd name="connsiteY0" fmla="*/ 1908691 h 1934856"/>
                <a:gd name="connsiteX1" fmla="*/ 0 w 941263"/>
                <a:gd name="connsiteY1" fmla="*/ 26165 h 1934856"/>
                <a:gd name="connsiteX2" fmla="*/ 941263 w 941263"/>
                <a:gd name="connsiteY2" fmla="*/ 967428 h 1934856"/>
                <a:gd name="connsiteX3" fmla="*/ 0 w 941263"/>
                <a:gd name="connsiteY3" fmla="*/ 1908691 h 1934856"/>
                <a:gd name="connsiteX0" fmla="*/ 54933 w 1247143"/>
                <a:gd name="connsiteY0" fmla="*/ 1659572 h 1698134"/>
                <a:gd name="connsiteX1" fmla="*/ 305880 w 1247143"/>
                <a:gd name="connsiteY1" fmla="*/ 16185 h 1698134"/>
                <a:gd name="connsiteX2" fmla="*/ 1247143 w 1247143"/>
                <a:gd name="connsiteY2" fmla="*/ 957448 h 1698134"/>
                <a:gd name="connsiteX3" fmla="*/ 54933 w 1247143"/>
                <a:gd name="connsiteY3" fmla="*/ 1659572 h 1698134"/>
                <a:gd name="connsiteX0" fmla="*/ 10765 w 624287"/>
                <a:gd name="connsiteY0" fmla="*/ 1661242 h 1696574"/>
                <a:gd name="connsiteX1" fmla="*/ 261712 w 624287"/>
                <a:gd name="connsiteY1" fmla="*/ 17855 h 1696574"/>
                <a:gd name="connsiteX2" fmla="*/ 624287 w 624287"/>
                <a:gd name="connsiteY2" fmla="*/ 933732 h 1696574"/>
                <a:gd name="connsiteX3" fmla="*/ 10765 w 624287"/>
                <a:gd name="connsiteY3" fmla="*/ 1661242 h 1696574"/>
                <a:gd name="connsiteX0" fmla="*/ 13853 w 681962"/>
                <a:gd name="connsiteY0" fmla="*/ 1660908 h 1696848"/>
                <a:gd name="connsiteX1" fmla="*/ 264800 w 681962"/>
                <a:gd name="connsiteY1" fmla="*/ 17521 h 1696848"/>
                <a:gd name="connsiteX2" fmla="*/ 681962 w 681962"/>
                <a:gd name="connsiteY2" fmla="*/ 938334 h 1696848"/>
                <a:gd name="connsiteX3" fmla="*/ 13853 w 681962"/>
                <a:gd name="connsiteY3" fmla="*/ 1660908 h 1696848"/>
                <a:gd name="connsiteX0" fmla="*/ 17532 w 685641"/>
                <a:gd name="connsiteY0" fmla="*/ 1523232 h 1551343"/>
                <a:gd name="connsiteX1" fmla="*/ 236372 w 685641"/>
                <a:gd name="connsiteY1" fmla="*/ 22463 h 1551343"/>
                <a:gd name="connsiteX2" fmla="*/ 685641 w 685641"/>
                <a:gd name="connsiteY2" fmla="*/ 800658 h 1551343"/>
                <a:gd name="connsiteX3" fmla="*/ 17532 w 685641"/>
                <a:gd name="connsiteY3" fmla="*/ 1523232 h 1551343"/>
                <a:gd name="connsiteX0" fmla="*/ 8119 w 676228"/>
                <a:gd name="connsiteY0" fmla="*/ 1554084 h 1582195"/>
                <a:gd name="connsiteX1" fmla="*/ 226959 w 676228"/>
                <a:gd name="connsiteY1" fmla="*/ 53315 h 1582195"/>
                <a:gd name="connsiteX2" fmla="*/ 676228 w 676228"/>
                <a:gd name="connsiteY2" fmla="*/ 831510 h 1582195"/>
                <a:gd name="connsiteX3" fmla="*/ 8119 w 676228"/>
                <a:gd name="connsiteY3" fmla="*/ 1554084 h 1582195"/>
                <a:gd name="connsiteX0" fmla="*/ 8119 w 676228"/>
                <a:gd name="connsiteY0" fmla="*/ 1500769 h 1528880"/>
                <a:gd name="connsiteX1" fmla="*/ 226959 w 676228"/>
                <a:gd name="connsiteY1" fmla="*/ 0 h 1528880"/>
                <a:gd name="connsiteX2" fmla="*/ 676228 w 676228"/>
                <a:gd name="connsiteY2" fmla="*/ 778195 h 1528880"/>
                <a:gd name="connsiteX3" fmla="*/ 8119 w 676228"/>
                <a:gd name="connsiteY3" fmla="*/ 1500769 h 1528880"/>
                <a:gd name="connsiteX0" fmla="*/ 3825 w 671934"/>
                <a:gd name="connsiteY0" fmla="*/ 1505383 h 1533741"/>
                <a:gd name="connsiteX1" fmla="*/ 339058 w 671934"/>
                <a:gd name="connsiteY1" fmla="*/ 0 h 1533741"/>
                <a:gd name="connsiteX2" fmla="*/ 671934 w 671934"/>
                <a:gd name="connsiteY2" fmla="*/ 782809 h 1533741"/>
                <a:gd name="connsiteX3" fmla="*/ 3825 w 671934"/>
                <a:gd name="connsiteY3" fmla="*/ 1505383 h 1533741"/>
                <a:gd name="connsiteX0" fmla="*/ 3825 w 373898"/>
                <a:gd name="connsiteY0" fmla="*/ 1505383 h 1505383"/>
                <a:gd name="connsiteX1" fmla="*/ 339058 w 373898"/>
                <a:gd name="connsiteY1" fmla="*/ 0 h 1505383"/>
                <a:gd name="connsiteX2" fmla="*/ 3825 w 373898"/>
                <a:gd name="connsiteY2" fmla="*/ 1505383 h 1505383"/>
                <a:gd name="connsiteX0" fmla="*/ 38028 w 422298"/>
                <a:gd name="connsiteY0" fmla="*/ 1505383 h 1509861"/>
                <a:gd name="connsiteX1" fmla="*/ 373261 w 422298"/>
                <a:gd name="connsiteY1" fmla="*/ 0 h 1509861"/>
                <a:gd name="connsiteX2" fmla="*/ 38028 w 422298"/>
                <a:gd name="connsiteY2" fmla="*/ 1505383 h 1509861"/>
                <a:gd name="connsiteX0" fmla="*/ 38028 w 592149"/>
                <a:gd name="connsiteY0" fmla="*/ 1505383 h 1509861"/>
                <a:gd name="connsiteX1" fmla="*/ 373261 w 592149"/>
                <a:gd name="connsiteY1" fmla="*/ 0 h 1509861"/>
                <a:gd name="connsiteX2" fmla="*/ 38028 w 592149"/>
                <a:gd name="connsiteY2" fmla="*/ 1505383 h 1509861"/>
                <a:gd name="connsiteX0" fmla="*/ 38028 w 666670"/>
                <a:gd name="connsiteY0" fmla="*/ 1505383 h 1509861"/>
                <a:gd name="connsiteX1" fmla="*/ 373261 w 666670"/>
                <a:gd name="connsiteY1" fmla="*/ 0 h 1509861"/>
                <a:gd name="connsiteX2" fmla="*/ 38028 w 666670"/>
                <a:gd name="connsiteY2" fmla="*/ 1505383 h 1509861"/>
                <a:gd name="connsiteX0" fmla="*/ 0 w 628642"/>
                <a:gd name="connsiteY0" fmla="*/ 1505383 h 1505383"/>
                <a:gd name="connsiteX1" fmla="*/ 335233 w 628642"/>
                <a:gd name="connsiteY1" fmla="*/ 0 h 1505383"/>
                <a:gd name="connsiteX2" fmla="*/ 0 w 628642"/>
                <a:gd name="connsiteY2" fmla="*/ 1505383 h 1505383"/>
                <a:gd name="connsiteX0" fmla="*/ 0 w 628642"/>
                <a:gd name="connsiteY0" fmla="*/ 1505383 h 1505383"/>
                <a:gd name="connsiteX1" fmla="*/ 335233 w 628642"/>
                <a:gd name="connsiteY1" fmla="*/ 0 h 1505383"/>
                <a:gd name="connsiteX2" fmla="*/ 0 w 628642"/>
                <a:gd name="connsiteY2" fmla="*/ 1505383 h 1505383"/>
                <a:gd name="connsiteX0" fmla="*/ 0 w 628642"/>
                <a:gd name="connsiteY0" fmla="*/ 1505383 h 1505383"/>
                <a:gd name="connsiteX1" fmla="*/ 335233 w 628642"/>
                <a:gd name="connsiteY1" fmla="*/ 0 h 1505383"/>
                <a:gd name="connsiteX2" fmla="*/ 0 w 628642"/>
                <a:gd name="connsiteY2" fmla="*/ 1505383 h 1505383"/>
              </a:gdLst>
              <a:ahLst/>
              <a:cxnLst>
                <a:cxn ang="0">
                  <a:pos x="connsiteX0" y="connsiteY0"/>
                </a:cxn>
                <a:cxn ang="0">
                  <a:pos x="connsiteX1" y="connsiteY1"/>
                </a:cxn>
                <a:cxn ang="0">
                  <a:pos x="connsiteX2" y="connsiteY2"/>
                </a:cxn>
              </a:cxnLst>
              <a:rect l="l" t="t" r="r" b="b"/>
              <a:pathLst>
                <a:path w="628642" h="1505383">
                  <a:moveTo>
                    <a:pt x="0" y="1505383"/>
                  </a:moveTo>
                  <a:cubicBezTo>
                    <a:pt x="852016" y="1182994"/>
                    <a:pt x="705231" y="237841"/>
                    <a:pt x="335233" y="0"/>
                  </a:cubicBezTo>
                  <a:cubicBezTo>
                    <a:pt x="596920" y="507689"/>
                    <a:pt x="592685" y="1025489"/>
                    <a:pt x="0" y="1505383"/>
                  </a:cubicBezTo>
                  <a:close/>
                </a:path>
              </a:pathLst>
            </a:custGeom>
            <a:solidFill>
              <a:schemeClr val="bg1"/>
            </a:solidFill>
            <a:ln w="76200"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grpSp>
      <p:grpSp>
        <p:nvGrpSpPr>
          <p:cNvPr id="5" name="Group 4"/>
          <p:cNvGrpSpPr/>
          <p:nvPr>
            <p:custDataLst>
              <p:tags r:id="rId19"/>
            </p:custDataLst>
          </p:nvPr>
        </p:nvGrpSpPr>
        <p:grpSpPr>
          <a:xfrm>
            <a:off x="208404" y="6200670"/>
            <a:ext cx="6307812" cy="366817"/>
            <a:chOff x="208404" y="6200670"/>
            <a:chExt cx="6307812" cy="366817"/>
          </a:xfrm>
        </p:grpSpPr>
        <p:sp>
          <p:nvSpPr>
            <p:cNvPr id="317" name="Rectangle 316"/>
            <p:cNvSpPr/>
            <p:nvPr/>
          </p:nvSpPr>
          <p:spPr bwMode="gray">
            <a:xfrm>
              <a:off x="4175956" y="6200830"/>
              <a:ext cx="2340260" cy="366657"/>
            </a:xfrm>
            <a:prstGeom prst="rect">
              <a:avLst/>
            </a:prstGeom>
            <a:solidFill>
              <a:schemeClr val="bg1"/>
            </a:solid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sp>
          <p:nvSpPr>
            <p:cNvPr id="173" name="Rectangle 172"/>
            <p:cNvSpPr/>
            <p:nvPr/>
          </p:nvSpPr>
          <p:spPr bwMode="gray">
            <a:xfrm>
              <a:off x="208404" y="6200670"/>
              <a:ext cx="6307812" cy="183328"/>
            </a:xfrm>
            <a:prstGeom prst="rect">
              <a:avLst/>
            </a:prstGeom>
            <a:solidFill>
              <a:schemeClr val="bg1"/>
            </a:solid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grpSp>
      <p:sp>
        <p:nvSpPr>
          <p:cNvPr id="174" name="AutoShape 10">
            <a:hlinkClick r:id="rId28" highlightClick="1"/>
          </p:cNvPr>
          <p:cNvSpPr>
            <a:spLocks noChangeArrowheads="1"/>
          </p:cNvSpPr>
          <p:nvPr/>
        </p:nvSpPr>
        <p:spPr bwMode="gray">
          <a:xfrm>
            <a:off x="8496300" y="15875"/>
            <a:ext cx="431800" cy="185738"/>
          </a:xfrm>
          <a:prstGeom prst="actionButtonBlank">
            <a:avLst/>
          </a:prstGeom>
          <a:solidFill>
            <a:srgbClr val="EAEAEA"/>
          </a:solidFill>
          <a:ln w="9525">
            <a:noFill/>
            <a:miter lim="800000"/>
            <a:headEnd/>
            <a:tailEnd/>
          </a:ln>
          <a:effectLst/>
        </p:spPr>
        <p:txBody>
          <a:bodyPr wrap="none" anchor="ctr"/>
          <a:lstStyle/>
          <a:p>
            <a:pPr algn="ctr" eaLnBrk="0" hangingPunct="0">
              <a:spcBef>
                <a:spcPct val="40000"/>
              </a:spcBef>
              <a:buClr>
                <a:schemeClr val="accent1"/>
              </a:buClr>
              <a:buSzPct val="80000"/>
              <a:buFont typeface="Wingdings" pitchFamily="2" charset="2"/>
              <a:buNone/>
            </a:pPr>
            <a:r>
              <a:rPr kumimoji="1" lang="en-US" sz="1200" noProof="1">
                <a:solidFill>
                  <a:schemeClr val="accent1"/>
                </a:solidFill>
              </a:rPr>
              <a:t>Help</a:t>
            </a:r>
          </a:p>
        </p:txBody>
      </p:sp>
    </p:spTree>
    <p:custDataLst>
      <p:tags r:id="rId1"/>
    </p:custDataLst>
    <p:extLst>
      <p:ext uri="{BB962C8B-B14F-4D97-AF65-F5344CB8AC3E}">
        <p14:creationId xmlns:p14="http://schemas.microsoft.com/office/powerpoint/2010/main" val="1940932792"/>
      </p:ext>
    </p:extLst>
  </p:cSld>
  <p:clrMapOvr>
    <a:masterClrMapping/>
  </p:clrMapOvr>
  <mc:AlternateContent xmlns:mc="http://schemas.openxmlformats.org/markup-compatibility/2006" xmlns:p14="http://schemas.microsoft.com/office/powerpoint/2010/main">
    <mc:Choice Requires="p14">
      <p:transition spd="med" p14:dur="700" advTm="43461">
        <p:fade/>
      </p:transition>
    </mc:Choice>
    <mc:Fallback xmlns="">
      <p:transition spd="med" advTm="43461">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par>
                                <p:cTn id="8" presetID="10" presetClass="entr" presetSubtype="0" fill="hold" nodeType="withEffect">
                                  <p:stCondLst>
                                    <p:cond delay="0"/>
                                  </p:stCondLst>
                                  <p:childTnLst>
                                    <p:set>
                                      <p:cBhvr>
                                        <p:cTn id="9" dur="1" fill="hold">
                                          <p:stCondLst>
                                            <p:cond delay="0"/>
                                          </p:stCondLst>
                                        </p:cTn>
                                        <p:tgtEl>
                                          <p:spTgt spid="180"/>
                                        </p:tgtEl>
                                        <p:attrNameLst>
                                          <p:attrName>style.visibility</p:attrName>
                                        </p:attrNameLst>
                                      </p:cBhvr>
                                      <p:to>
                                        <p:strVal val="visible"/>
                                      </p:to>
                                    </p:set>
                                    <p:animEffect transition="in" filter="fade">
                                      <p:cBhvr>
                                        <p:cTn id="10" dur="500"/>
                                        <p:tgtEl>
                                          <p:spTgt spid="180"/>
                                        </p:tgtEl>
                                      </p:cBhvr>
                                    </p:animEffect>
                                  </p:childTnLst>
                                </p:cTn>
                              </p:par>
                              <p:par>
                                <p:cTn id="11" presetID="10" presetClass="entr" presetSubtype="0" fill="hold" nodeType="withEffect">
                                  <p:stCondLst>
                                    <p:cond delay="0"/>
                                  </p:stCondLst>
                                  <p:childTnLst>
                                    <p:set>
                                      <p:cBhvr>
                                        <p:cTn id="12" dur="1" fill="hold">
                                          <p:stCondLst>
                                            <p:cond delay="0"/>
                                          </p:stCondLst>
                                        </p:cTn>
                                        <p:tgtEl>
                                          <p:spTgt spid="186"/>
                                        </p:tgtEl>
                                        <p:attrNameLst>
                                          <p:attrName>style.visibility</p:attrName>
                                        </p:attrNameLst>
                                      </p:cBhvr>
                                      <p:to>
                                        <p:strVal val="visible"/>
                                      </p:to>
                                    </p:set>
                                    <p:animEffect transition="in" filter="fade">
                                      <p:cBhvr>
                                        <p:cTn id="13" dur="500"/>
                                        <p:tgtEl>
                                          <p:spTgt spid="186"/>
                                        </p:tgtEl>
                                      </p:cBhvr>
                                    </p:animEffec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187"/>
                                        </p:tgtEl>
                                        <p:attrNameLst>
                                          <p:attrName>style.visibility</p:attrName>
                                        </p:attrNameLst>
                                      </p:cBhvr>
                                      <p:to>
                                        <p:strVal val="visible"/>
                                      </p:to>
                                    </p:set>
                                    <p:animEffect transition="in" filter="fade">
                                      <p:cBhvr>
                                        <p:cTn id="17" dur="500"/>
                                        <p:tgtEl>
                                          <p:spTgt spid="18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2"/>
                                        </p:tgtEl>
                                        <p:attrNameLst>
                                          <p:attrName>style.visibility</p:attrName>
                                        </p:attrNameLst>
                                      </p:cBhvr>
                                      <p:to>
                                        <p:strVal val="visible"/>
                                      </p:to>
                                    </p:set>
                                    <p:animEffect transition="in" filter="fade">
                                      <p:cBhvr>
                                        <p:cTn id="22" dur="500"/>
                                        <p:tgtEl>
                                          <p:spTgt spid="192"/>
                                        </p:tgtEl>
                                      </p:cBhvr>
                                    </p:animEffect>
                                  </p:childTnLst>
                                </p:cTn>
                              </p:par>
                              <p:par>
                                <p:cTn id="23" presetID="10" presetClass="entr" presetSubtype="0" fill="hold" nodeType="withEffect">
                                  <p:stCondLst>
                                    <p:cond delay="0"/>
                                  </p:stCondLst>
                                  <p:childTnLst>
                                    <p:set>
                                      <p:cBhvr>
                                        <p:cTn id="24" dur="1" fill="hold">
                                          <p:stCondLst>
                                            <p:cond delay="0"/>
                                          </p:stCondLst>
                                        </p:cTn>
                                        <p:tgtEl>
                                          <p:spTgt spid="196"/>
                                        </p:tgtEl>
                                        <p:attrNameLst>
                                          <p:attrName>style.visibility</p:attrName>
                                        </p:attrNameLst>
                                      </p:cBhvr>
                                      <p:to>
                                        <p:strVal val="visible"/>
                                      </p:to>
                                    </p:set>
                                    <p:animEffect transition="in" filter="fade">
                                      <p:cBhvr>
                                        <p:cTn id="25" dur="500"/>
                                        <p:tgtEl>
                                          <p:spTgt spid="19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0"/>
                                        </p:tgtEl>
                                        <p:attrNameLst>
                                          <p:attrName>style.visibility</p:attrName>
                                        </p:attrNameLst>
                                      </p:cBhvr>
                                      <p:to>
                                        <p:strVal val="visible"/>
                                      </p:to>
                                    </p:set>
                                    <p:animEffect transition="in" filter="fade">
                                      <p:cBhvr>
                                        <p:cTn id="28" dur="500"/>
                                        <p:tgtEl>
                                          <p:spTgt spid="200"/>
                                        </p:tgtEl>
                                      </p:cBhvr>
                                    </p:animEffect>
                                  </p:childTnLst>
                                </p:cTn>
                              </p:par>
                              <p:par>
                                <p:cTn id="29" presetID="10" presetClass="entr" presetSubtype="0" fill="hold" nodeType="withEffect">
                                  <p:stCondLst>
                                    <p:cond delay="0"/>
                                  </p:stCondLst>
                                  <p:childTnLst>
                                    <p:set>
                                      <p:cBhvr>
                                        <p:cTn id="30" dur="1" fill="hold">
                                          <p:stCondLst>
                                            <p:cond delay="0"/>
                                          </p:stCondLst>
                                        </p:cTn>
                                        <p:tgtEl>
                                          <p:spTgt spid="201"/>
                                        </p:tgtEl>
                                        <p:attrNameLst>
                                          <p:attrName>style.visibility</p:attrName>
                                        </p:attrNameLst>
                                      </p:cBhvr>
                                      <p:to>
                                        <p:strVal val="visible"/>
                                      </p:to>
                                    </p:set>
                                    <p:animEffect transition="in" filter="fade">
                                      <p:cBhvr>
                                        <p:cTn id="31" dur="500"/>
                                        <p:tgtEl>
                                          <p:spTgt spid="201"/>
                                        </p:tgtEl>
                                      </p:cBhvr>
                                    </p:animEffect>
                                  </p:childTnLst>
                                </p:cTn>
                              </p:par>
                              <p:par>
                                <p:cTn id="32" presetID="10" presetClass="entr" presetSubtype="0" fill="hold" nodeType="withEffect">
                                  <p:stCondLst>
                                    <p:cond delay="0"/>
                                  </p:stCondLst>
                                  <p:childTnLst>
                                    <p:set>
                                      <p:cBhvr>
                                        <p:cTn id="33" dur="1" fill="hold">
                                          <p:stCondLst>
                                            <p:cond delay="0"/>
                                          </p:stCondLst>
                                        </p:cTn>
                                        <p:tgtEl>
                                          <p:spTgt spid="221"/>
                                        </p:tgtEl>
                                        <p:attrNameLst>
                                          <p:attrName>style.visibility</p:attrName>
                                        </p:attrNameLst>
                                      </p:cBhvr>
                                      <p:to>
                                        <p:strVal val="visible"/>
                                      </p:to>
                                    </p:set>
                                    <p:animEffect transition="in" filter="fade">
                                      <p:cBhvr>
                                        <p:cTn id="34" dur="500"/>
                                        <p:tgtEl>
                                          <p:spTgt spid="221"/>
                                        </p:tgtEl>
                                      </p:cBhvr>
                                    </p:animEffect>
                                  </p:childTnLst>
                                </p:cTn>
                              </p:par>
                              <p:par>
                                <p:cTn id="35" presetID="22" presetClass="entr" presetSubtype="8"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par>
                          <p:cTn id="38" fill="hold">
                            <p:stCondLst>
                              <p:cond delay="500"/>
                            </p:stCondLst>
                            <p:childTnLst>
                              <p:par>
                                <p:cTn id="39" presetID="10" presetClass="entr" presetSubtype="0" fill="hold" nodeType="afterEffect">
                                  <p:stCondLst>
                                    <p:cond delay="0"/>
                                  </p:stCondLst>
                                  <p:childTnLst>
                                    <p:set>
                                      <p:cBhvr>
                                        <p:cTn id="40" dur="1" fill="hold">
                                          <p:stCondLst>
                                            <p:cond delay="0"/>
                                          </p:stCondLst>
                                        </p:cTn>
                                        <p:tgtEl>
                                          <p:spTgt spid="321"/>
                                        </p:tgtEl>
                                        <p:attrNameLst>
                                          <p:attrName>style.visibility</p:attrName>
                                        </p:attrNameLst>
                                      </p:cBhvr>
                                      <p:to>
                                        <p:strVal val="visible"/>
                                      </p:to>
                                    </p:set>
                                    <p:animEffect transition="in" filter="fade">
                                      <p:cBhvr>
                                        <p:cTn id="41" dur="500"/>
                                        <p:tgtEl>
                                          <p:spTgt spid="321"/>
                                        </p:tgtEl>
                                      </p:cBhvr>
                                    </p:animEffect>
                                  </p:childTnLst>
                                </p:cTn>
                              </p:par>
                            </p:childTnLst>
                          </p:cTn>
                        </p:par>
                        <p:par>
                          <p:cTn id="42" fill="hold">
                            <p:stCondLst>
                              <p:cond delay="1000"/>
                            </p:stCondLst>
                            <p:childTnLst>
                              <p:par>
                                <p:cTn id="43" presetID="22" presetClass="entr" presetSubtype="4" fill="hold" grpId="0" nodeType="afterEffect">
                                  <p:stCondLst>
                                    <p:cond delay="0"/>
                                  </p:stCondLst>
                                  <p:childTnLst>
                                    <p:set>
                                      <p:cBhvr>
                                        <p:cTn id="44" dur="1" fill="hold">
                                          <p:stCondLst>
                                            <p:cond delay="0"/>
                                          </p:stCondLst>
                                        </p:cTn>
                                        <p:tgtEl>
                                          <p:spTgt spid="191"/>
                                        </p:tgtEl>
                                        <p:attrNameLst>
                                          <p:attrName>style.visibility</p:attrName>
                                        </p:attrNameLst>
                                      </p:cBhvr>
                                      <p:to>
                                        <p:strVal val="visible"/>
                                      </p:to>
                                    </p:set>
                                    <p:animEffect transition="in" filter="wipe(down)">
                                      <p:cBhvr>
                                        <p:cTn id="45" dur="500"/>
                                        <p:tgtEl>
                                          <p:spTgt spid="191"/>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90"/>
                                        </p:tgtEl>
                                        <p:attrNameLst>
                                          <p:attrName>style.visibility</p:attrName>
                                        </p:attrNameLst>
                                      </p:cBhvr>
                                      <p:to>
                                        <p:strVal val="visible"/>
                                      </p:to>
                                    </p:set>
                                    <p:animEffect transition="in" filter="wipe(down)">
                                      <p:cBhvr>
                                        <p:cTn id="48" dur="500"/>
                                        <p:tgtEl>
                                          <p:spTgt spid="190"/>
                                        </p:tgtEl>
                                      </p:cBhvr>
                                    </p:animEffect>
                                  </p:childTnLst>
                                </p:cTn>
                              </p:par>
                              <p:par>
                                <p:cTn id="49" presetID="22" presetClass="entr" presetSubtype="4" fill="hold" grpId="0" nodeType="withEffect">
                                  <p:stCondLst>
                                    <p:cond delay="250"/>
                                  </p:stCondLst>
                                  <p:childTnLst>
                                    <p:set>
                                      <p:cBhvr>
                                        <p:cTn id="50" dur="1" fill="hold">
                                          <p:stCondLst>
                                            <p:cond delay="0"/>
                                          </p:stCondLst>
                                        </p:cTn>
                                        <p:tgtEl>
                                          <p:spTgt spid="225"/>
                                        </p:tgtEl>
                                        <p:attrNameLst>
                                          <p:attrName>style.visibility</p:attrName>
                                        </p:attrNameLst>
                                      </p:cBhvr>
                                      <p:to>
                                        <p:strVal val="visible"/>
                                      </p:to>
                                    </p:set>
                                    <p:animEffect transition="in" filter="wipe(down)">
                                      <p:cBhvr>
                                        <p:cTn id="51" dur="500"/>
                                        <p:tgtEl>
                                          <p:spTgt spid="225"/>
                                        </p:tgtEl>
                                      </p:cBhvr>
                                    </p:animEffect>
                                  </p:childTnLst>
                                </p:cTn>
                              </p:par>
                            </p:childTnLst>
                          </p:cTn>
                        </p:par>
                        <p:par>
                          <p:cTn id="52" fill="hold">
                            <p:stCondLst>
                              <p:cond delay="1750"/>
                            </p:stCondLst>
                            <p:childTnLst>
                              <p:par>
                                <p:cTn id="53" presetID="22" presetClass="entr" presetSubtype="8" fill="hold" grpId="0" nodeType="afterEffect">
                                  <p:stCondLst>
                                    <p:cond delay="0"/>
                                  </p:stCondLst>
                                  <p:childTnLst>
                                    <p:set>
                                      <p:cBhvr>
                                        <p:cTn id="54" dur="1" fill="hold">
                                          <p:stCondLst>
                                            <p:cond delay="0"/>
                                          </p:stCondLst>
                                        </p:cTn>
                                        <p:tgtEl>
                                          <p:spTgt spid="226"/>
                                        </p:tgtEl>
                                        <p:attrNameLst>
                                          <p:attrName>style.visibility</p:attrName>
                                        </p:attrNameLst>
                                      </p:cBhvr>
                                      <p:to>
                                        <p:strVal val="visible"/>
                                      </p:to>
                                    </p:set>
                                    <p:animEffect transition="in" filter="wipe(left)">
                                      <p:cBhvr>
                                        <p:cTn id="55" dur="500"/>
                                        <p:tgtEl>
                                          <p:spTgt spid="226"/>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32"/>
                                        </p:tgtEl>
                                        <p:attrNameLst>
                                          <p:attrName>style.visibility</p:attrName>
                                        </p:attrNameLst>
                                      </p:cBhvr>
                                      <p:to>
                                        <p:strVal val="visible"/>
                                      </p:to>
                                    </p:set>
                                    <p:animEffect transition="in" filter="fade">
                                      <p:cBhvr>
                                        <p:cTn id="60" dur="500"/>
                                        <p:tgtEl>
                                          <p:spTgt spid="132"/>
                                        </p:tgtEl>
                                      </p:cBhvr>
                                    </p:animEffect>
                                  </p:childTnLst>
                                </p:cTn>
                              </p:par>
                              <p:par>
                                <p:cTn id="61" presetID="10" presetClass="entr" presetSubtype="0" fill="hold" nodeType="withEffect">
                                  <p:stCondLst>
                                    <p:cond delay="0"/>
                                  </p:stCondLst>
                                  <p:childTnLst>
                                    <p:set>
                                      <p:cBhvr>
                                        <p:cTn id="62" dur="1" fill="hold">
                                          <p:stCondLst>
                                            <p:cond delay="0"/>
                                          </p:stCondLst>
                                        </p:cTn>
                                        <p:tgtEl>
                                          <p:spTgt spid="357"/>
                                        </p:tgtEl>
                                        <p:attrNameLst>
                                          <p:attrName>style.visibility</p:attrName>
                                        </p:attrNameLst>
                                      </p:cBhvr>
                                      <p:to>
                                        <p:strVal val="visible"/>
                                      </p:to>
                                    </p:set>
                                    <p:animEffect transition="in" filter="fade">
                                      <p:cBhvr>
                                        <p:cTn id="63" dur="500"/>
                                        <p:tgtEl>
                                          <p:spTgt spid="357"/>
                                        </p:tgtEl>
                                      </p:cBhvr>
                                    </p:animEffect>
                                  </p:childTnLst>
                                </p:cTn>
                              </p:par>
                              <p:par>
                                <p:cTn id="64" presetID="42" presetClass="path" presetSubtype="0" fill="hold" grpId="1" nodeType="withEffect">
                                  <p:stCondLst>
                                    <p:cond delay="0"/>
                                  </p:stCondLst>
                                  <p:childTnLst>
                                    <p:animMotion origin="layout" path="M 2.77778E-6 1.48148E-6 L 0.43194 -0.36713 " pathEditMode="relative" rAng="0" ptsTypes="AA">
                                      <p:cBhvr>
                                        <p:cTn id="65" dur="1500" spd="-100000" fill="hold"/>
                                        <p:tgtEl>
                                          <p:spTgt spid="132"/>
                                        </p:tgtEl>
                                        <p:attrNameLst>
                                          <p:attrName>ppt_x</p:attrName>
                                          <p:attrName>ppt_y</p:attrName>
                                        </p:attrNameLst>
                                      </p:cBhvr>
                                      <p:rCtr x="21597" y="-18356"/>
                                    </p:animMotion>
                                  </p:childTnLst>
                                </p:cTn>
                              </p:par>
                              <p:par>
                                <p:cTn id="66" presetID="42" presetClass="path" presetSubtype="0" fill="hold" nodeType="withEffect">
                                  <p:stCondLst>
                                    <p:cond delay="0"/>
                                  </p:stCondLst>
                                  <p:childTnLst>
                                    <p:animMotion origin="layout" path="M -3.61111E-6 1.48148E-6 L 0.43212 -0.36713 " pathEditMode="relative" rAng="0" ptsTypes="AA">
                                      <p:cBhvr>
                                        <p:cTn id="67" dur="1500" spd="-100000" fill="hold"/>
                                        <p:tgtEl>
                                          <p:spTgt spid="357"/>
                                        </p:tgtEl>
                                        <p:attrNameLst>
                                          <p:attrName>ppt_x</p:attrName>
                                          <p:attrName>ppt_y</p:attrName>
                                        </p:attrNameLst>
                                      </p:cBhvr>
                                      <p:rCtr x="21597" y="-18356"/>
                                    </p:animMotion>
                                  </p:childTnLst>
                                </p:cTn>
                              </p:par>
                              <p:par>
                                <p:cTn id="68" presetID="18" presetClass="entr" presetSubtype="12" fill="hold" nodeType="withEffect">
                                  <p:stCondLst>
                                    <p:cond delay="1250"/>
                                  </p:stCondLst>
                                  <p:childTnLst>
                                    <p:set>
                                      <p:cBhvr>
                                        <p:cTn id="69" dur="1" fill="hold">
                                          <p:stCondLst>
                                            <p:cond delay="0"/>
                                          </p:stCondLst>
                                        </p:cTn>
                                        <p:tgtEl>
                                          <p:spTgt spid="4"/>
                                        </p:tgtEl>
                                        <p:attrNameLst>
                                          <p:attrName>style.visibility</p:attrName>
                                        </p:attrNameLst>
                                      </p:cBhvr>
                                      <p:to>
                                        <p:strVal val="visible"/>
                                      </p:to>
                                    </p:set>
                                    <p:animEffect transition="in" filter="strips(downLeft)">
                                      <p:cBhvr>
                                        <p:cTn id="70" dur="320"/>
                                        <p:tgtEl>
                                          <p:spTgt spid="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46"/>
                                        </p:tgtEl>
                                        <p:attrNameLst>
                                          <p:attrName>style.visibility</p:attrName>
                                        </p:attrNameLst>
                                      </p:cBhvr>
                                      <p:to>
                                        <p:strVal val="visible"/>
                                      </p:to>
                                    </p:set>
                                    <p:animEffect transition="in" filter="fade">
                                      <p:cBhvr>
                                        <p:cTn id="75" dur="500"/>
                                        <p:tgtEl>
                                          <p:spTgt spid="146"/>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3"/>
                                        </p:tgtEl>
                                        <p:attrNameLst>
                                          <p:attrName>style.visibility</p:attrName>
                                        </p:attrNameLst>
                                      </p:cBhvr>
                                      <p:to>
                                        <p:strVal val="visible"/>
                                      </p:to>
                                    </p:set>
                                    <p:animEffect transition="in" filter="fade">
                                      <p:cBhvr>
                                        <p:cTn id="80" dur="500"/>
                                        <p:tgtEl>
                                          <p:spTgt spid="3"/>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nodeType="clickEffect">
                                  <p:stCondLst>
                                    <p:cond delay="0"/>
                                  </p:stCondLst>
                                  <p:childTnLst>
                                    <p:set>
                                      <p:cBhvr>
                                        <p:cTn id="84" dur="1" fill="hold">
                                          <p:stCondLst>
                                            <p:cond delay="0"/>
                                          </p:stCondLst>
                                        </p:cTn>
                                        <p:tgtEl>
                                          <p:spTgt spid="7"/>
                                        </p:tgtEl>
                                        <p:attrNameLst>
                                          <p:attrName>style.visibility</p:attrName>
                                        </p:attrNameLst>
                                      </p:cBhvr>
                                      <p:to>
                                        <p:strVal val="visible"/>
                                      </p:to>
                                    </p:set>
                                    <p:animEffect transition="in" filter="wipe(down)">
                                      <p:cBhvr>
                                        <p:cTn id="85" dur="500"/>
                                        <p:tgtEl>
                                          <p:spTgt spid="7"/>
                                        </p:tgtEl>
                                      </p:cBhvr>
                                    </p:animEffect>
                                  </p:childTnLst>
                                </p:cTn>
                              </p:par>
                              <p:par>
                                <p:cTn id="86" presetID="10" presetClass="entr" presetSubtype="0" fill="hold" nodeType="withEffect">
                                  <p:stCondLst>
                                    <p:cond delay="200"/>
                                  </p:stCondLst>
                                  <p:childTnLst>
                                    <p:set>
                                      <p:cBhvr>
                                        <p:cTn id="87" dur="1" fill="hold">
                                          <p:stCondLst>
                                            <p:cond delay="0"/>
                                          </p:stCondLst>
                                        </p:cTn>
                                        <p:tgtEl>
                                          <p:spTgt spid="245"/>
                                        </p:tgtEl>
                                        <p:attrNameLst>
                                          <p:attrName>style.visibility</p:attrName>
                                        </p:attrNameLst>
                                      </p:cBhvr>
                                      <p:to>
                                        <p:strVal val="visible"/>
                                      </p:to>
                                    </p:set>
                                    <p:animEffect transition="in" filter="fade">
                                      <p:cBhvr>
                                        <p:cTn id="88" dur="500"/>
                                        <p:tgtEl>
                                          <p:spTgt spid="245"/>
                                        </p:tgtEl>
                                      </p:cBhvr>
                                    </p:animEffect>
                                  </p:childTnLst>
                                </p:cTn>
                              </p:par>
                              <p:par>
                                <p:cTn id="89" presetID="22" presetClass="entr" presetSubtype="4" fill="hold" nodeType="withEffect">
                                  <p:stCondLst>
                                    <p:cond delay="200"/>
                                  </p:stCondLst>
                                  <p:childTnLst>
                                    <p:set>
                                      <p:cBhvr>
                                        <p:cTn id="90" dur="1" fill="hold">
                                          <p:stCondLst>
                                            <p:cond delay="0"/>
                                          </p:stCondLst>
                                        </p:cTn>
                                        <p:tgtEl>
                                          <p:spTgt spid="9"/>
                                        </p:tgtEl>
                                        <p:attrNameLst>
                                          <p:attrName>style.visibility</p:attrName>
                                        </p:attrNameLst>
                                      </p:cBhvr>
                                      <p:to>
                                        <p:strVal val="visible"/>
                                      </p:to>
                                    </p:set>
                                    <p:animEffect transition="in" filter="wipe(down)">
                                      <p:cBhvr>
                                        <p:cTn id="91" dur="500"/>
                                        <p:tgtEl>
                                          <p:spTgt spid="9"/>
                                        </p:tgtEl>
                                      </p:cBhvr>
                                    </p:animEffect>
                                  </p:childTnLst>
                                </p:cTn>
                              </p:par>
                              <p:par>
                                <p:cTn id="92" presetID="10" presetClass="entr" presetSubtype="0" fill="hold" nodeType="withEffect">
                                  <p:stCondLst>
                                    <p:cond delay="400"/>
                                  </p:stCondLst>
                                  <p:childTnLst>
                                    <p:set>
                                      <p:cBhvr>
                                        <p:cTn id="93" dur="1" fill="hold">
                                          <p:stCondLst>
                                            <p:cond delay="0"/>
                                          </p:stCondLst>
                                        </p:cTn>
                                        <p:tgtEl>
                                          <p:spTgt spid="248"/>
                                        </p:tgtEl>
                                        <p:attrNameLst>
                                          <p:attrName>style.visibility</p:attrName>
                                        </p:attrNameLst>
                                      </p:cBhvr>
                                      <p:to>
                                        <p:strVal val="visible"/>
                                      </p:to>
                                    </p:set>
                                    <p:animEffect transition="in" filter="fade">
                                      <p:cBhvr>
                                        <p:cTn id="94" dur="500"/>
                                        <p:tgtEl>
                                          <p:spTgt spid="248"/>
                                        </p:tgtEl>
                                      </p:cBhvr>
                                    </p:animEffect>
                                  </p:childTnLst>
                                </p:cTn>
                              </p:par>
                              <p:par>
                                <p:cTn id="95" presetID="22" presetClass="entr" presetSubtype="4" fill="hold" nodeType="withEffect">
                                  <p:stCondLst>
                                    <p:cond delay="400"/>
                                  </p:stCondLst>
                                  <p:childTnLst>
                                    <p:set>
                                      <p:cBhvr>
                                        <p:cTn id="96" dur="1" fill="hold">
                                          <p:stCondLst>
                                            <p:cond delay="0"/>
                                          </p:stCondLst>
                                        </p:cTn>
                                        <p:tgtEl>
                                          <p:spTgt spid="254"/>
                                        </p:tgtEl>
                                        <p:attrNameLst>
                                          <p:attrName>style.visibility</p:attrName>
                                        </p:attrNameLst>
                                      </p:cBhvr>
                                      <p:to>
                                        <p:strVal val="visible"/>
                                      </p:to>
                                    </p:set>
                                    <p:animEffect transition="in" filter="wipe(down)">
                                      <p:cBhvr>
                                        <p:cTn id="97" dur="500"/>
                                        <p:tgtEl>
                                          <p:spTgt spid="254"/>
                                        </p:tgtEl>
                                      </p:cBhvr>
                                    </p:animEffect>
                                  </p:childTnLst>
                                </p:cTn>
                              </p:par>
                              <p:par>
                                <p:cTn id="98" presetID="10" presetClass="entr" presetSubtype="0" fill="hold" nodeType="withEffect">
                                  <p:stCondLst>
                                    <p:cond delay="600"/>
                                  </p:stCondLst>
                                  <p:childTnLst>
                                    <p:set>
                                      <p:cBhvr>
                                        <p:cTn id="99" dur="1" fill="hold">
                                          <p:stCondLst>
                                            <p:cond delay="0"/>
                                          </p:stCondLst>
                                        </p:cTn>
                                        <p:tgtEl>
                                          <p:spTgt spid="251"/>
                                        </p:tgtEl>
                                        <p:attrNameLst>
                                          <p:attrName>style.visibility</p:attrName>
                                        </p:attrNameLst>
                                      </p:cBhvr>
                                      <p:to>
                                        <p:strVal val="visible"/>
                                      </p:to>
                                    </p:set>
                                    <p:animEffect transition="in" filter="fade">
                                      <p:cBhvr>
                                        <p:cTn id="100" dur="500"/>
                                        <p:tgtEl>
                                          <p:spTgt spid="251"/>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xit" presetSubtype="0" fill="hold" nodeType="clickEffect">
                                  <p:stCondLst>
                                    <p:cond delay="0"/>
                                  </p:stCondLst>
                                  <p:childTnLst>
                                    <p:animEffect transition="out" filter="fade">
                                      <p:cBhvr>
                                        <p:cTn id="104" dur="500"/>
                                        <p:tgtEl>
                                          <p:spTgt spid="7"/>
                                        </p:tgtEl>
                                      </p:cBhvr>
                                    </p:animEffect>
                                    <p:set>
                                      <p:cBhvr>
                                        <p:cTn id="105" dur="1" fill="hold">
                                          <p:stCondLst>
                                            <p:cond delay="499"/>
                                          </p:stCondLst>
                                        </p:cTn>
                                        <p:tgtEl>
                                          <p:spTgt spid="7"/>
                                        </p:tgtEl>
                                        <p:attrNameLst>
                                          <p:attrName>style.visibility</p:attrName>
                                        </p:attrNameLst>
                                      </p:cBhvr>
                                      <p:to>
                                        <p:strVal val="hidden"/>
                                      </p:to>
                                    </p:set>
                                  </p:childTnLst>
                                </p:cTn>
                              </p:par>
                              <p:par>
                                <p:cTn id="106" presetID="10" presetClass="exit" presetSubtype="0" fill="hold" nodeType="withEffect">
                                  <p:stCondLst>
                                    <p:cond delay="0"/>
                                  </p:stCondLst>
                                  <p:childTnLst>
                                    <p:animEffect transition="out" filter="fade">
                                      <p:cBhvr>
                                        <p:cTn id="107" dur="500"/>
                                        <p:tgtEl>
                                          <p:spTgt spid="9"/>
                                        </p:tgtEl>
                                      </p:cBhvr>
                                    </p:animEffect>
                                    <p:set>
                                      <p:cBhvr>
                                        <p:cTn id="108" dur="1" fill="hold">
                                          <p:stCondLst>
                                            <p:cond delay="499"/>
                                          </p:stCondLst>
                                        </p:cTn>
                                        <p:tgtEl>
                                          <p:spTgt spid="9"/>
                                        </p:tgtEl>
                                        <p:attrNameLst>
                                          <p:attrName>style.visibility</p:attrName>
                                        </p:attrNameLst>
                                      </p:cBhvr>
                                      <p:to>
                                        <p:strVal val="hidden"/>
                                      </p:to>
                                    </p:set>
                                  </p:childTnLst>
                                </p:cTn>
                              </p:par>
                              <p:par>
                                <p:cTn id="109" presetID="10" presetClass="exit" presetSubtype="0" fill="hold" nodeType="withEffect">
                                  <p:stCondLst>
                                    <p:cond delay="0"/>
                                  </p:stCondLst>
                                  <p:childTnLst>
                                    <p:animEffect transition="out" filter="fade">
                                      <p:cBhvr>
                                        <p:cTn id="110" dur="500"/>
                                        <p:tgtEl>
                                          <p:spTgt spid="254"/>
                                        </p:tgtEl>
                                      </p:cBhvr>
                                    </p:animEffect>
                                    <p:set>
                                      <p:cBhvr>
                                        <p:cTn id="111" dur="1" fill="hold">
                                          <p:stCondLst>
                                            <p:cond delay="499"/>
                                          </p:stCondLst>
                                        </p:cTn>
                                        <p:tgtEl>
                                          <p:spTgt spid="254"/>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500"/>
                                        <p:tgtEl>
                                          <p:spTgt spid="245"/>
                                        </p:tgtEl>
                                      </p:cBhvr>
                                    </p:animEffect>
                                    <p:set>
                                      <p:cBhvr>
                                        <p:cTn id="114" dur="1" fill="hold">
                                          <p:stCondLst>
                                            <p:cond delay="499"/>
                                          </p:stCondLst>
                                        </p:cTn>
                                        <p:tgtEl>
                                          <p:spTgt spid="245"/>
                                        </p:tgtEl>
                                        <p:attrNameLst>
                                          <p:attrName>style.visibility</p:attrName>
                                        </p:attrNameLst>
                                      </p:cBhvr>
                                      <p:to>
                                        <p:strVal val="hidden"/>
                                      </p:to>
                                    </p:set>
                                  </p:childTnLst>
                                </p:cTn>
                              </p:par>
                              <p:par>
                                <p:cTn id="115" presetID="10" presetClass="exit" presetSubtype="0" fill="hold" nodeType="withEffect">
                                  <p:stCondLst>
                                    <p:cond delay="0"/>
                                  </p:stCondLst>
                                  <p:childTnLst>
                                    <p:animEffect transition="out" filter="fade">
                                      <p:cBhvr>
                                        <p:cTn id="116" dur="500"/>
                                        <p:tgtEl>
                                          <p:spTgt spid="248"/>
                                        </p:tgtEl>
                                      </p:cBhvr>
                                    </p:animEffect>
                                    <p:set>
                                      <p:cBhvr>
                                        <p:cTn id="117" dur="1" fill="hold">
                                          <p:stCondLst>
                                            <p:cond delay="499"/>
                                          </p:stCondLst>
                                        </p:cTn>
                                        <p:tgtEl>
                                          <p:spTgt spid="248"/>
                                        </p:tgtEl>
                                        <p:attrNameLst>
                                          <p:attrName>style.visibility</p:attrName>
                                        </p:attrNameLst>
                                      </p:cBhvr>
                                      <p:to>
                                        <p:strVal val="hidden"/>
                                      </p:to>
                                    </p:set>
                                  </p:childTnLst>
                                </p:cTn>
                              </p:par>
                              <p:par>
                                <p:cTn id="118" presetID="10" presetClass="exit" presetSubtype="0" fill="hold" nodeType="withEffect">
                                  <p:stCondLst>
                                    <p:cond delay="0"/>
                                  </p:stCondLst>
                                  <p:childTnLst>
                                    <p:animEffect transition="out" filter="fade">
                                      <p:cBhvr>
                                        <p:cTn id="119" dur="500"/>
                                        <p:tgtEl>
                                          <p:spTgt spid="251"/>
                                        </p:tgtEl>
                                      </p:cBhvr>
                                    </p:animEffect>
                                    <p:set>
                                      <p:cBhvr>
                                        <p:cTn id="120" dur="1" fill="hold">
                                          <p:stCondLst>
                                            <p:cond delay="499"/>
                                          </p:stCondLst>
                                        </p:cTn>
                                        <p:tgtEl>
                                          <p:spTgt spid="251"/>
                                        </p:tgtEl>
                                        <p:attrNameLst>
                                          <p:attrName>style.visibility</p:attrName>
                                        </p:attrNameLst>
                                      </p:cBhvr>
                                      <p:to>
                                        <p:strVal val="hidden"/>
                                      </p:to>
                                    </p:set>
                                  </p:childTnLst>
                                </p:cTn>
                              </p:par>
                              <p:par>
                                <p:cTn id="121" presetID="10" presetClass="exit" presetSubtype="0" fill="hold" nodeType="withEffect">
                                  <p:stCondLst>
                                    <p:cond delay="0"/>
                                  </p:stCondLst>
                                  <p:childTnLst>
                                    <p:animEffect transition="out" filter="fade">
                                      <p:cBhvr>
                                        <p:cTn id="122" dur="500"/>
                                        <p:tgtEl>
                                          <p:spTgt spid="3"/>
                                        </p:tgtEl>
                                      </p:cBhvr>
                                    </p:animEffect>
                                    <p:set>
                                      <p:cBhvr>
                                        <p:cTn id="123" dur="1" fill="hold">
                                          <p:stCondLst>
                                            <p:cond delay="499"/>
                                          </p:stCondLst>
                                        </p:cTn>
                                        <p:tgtEl>
                                          <p:spTgt spid="3"/>
                                        </p:tgtEl>
                                        <p:attrNameLst>
                                          <p:attrName>style.visibility</p:attrName>
                                        </p:attrNameLst>
                                      </p:cBhvr>
                                      <p:to>
                                        <p:strVal val="hidden"/>
                                      </p:to>
                                    </p:set>
                                  </p:childTnLst>
                                </p:cTn>
                              </p:par>
                              <p:par>
                                <p:cTn id="124" presetID="10" presetClass="entr" presetSubtype="0" fill="hold" nodeType="withEffect">
                                  <p:stCondLst>
                                    <p:cond delay="0"/>
                                  </p:stCondLst>
                                  <p:childTnLst>
                                    <p:set>
                                      <p:cBhvr>
                                        <p:cTn id="125" dur="1" fill="hold">
                                          <p:stCondLst>
                                            <p:cond delay="0"/>
                                          </p:stCondLst>
                                        </p:cTn>
                                        <p:tgtEl>
                                          <p:spTgt spid="172"/>
                                        </p:tgtEl>
                                        <p:attrNameLst>
                                          <p:attrName>style.visibility</p:attrName>
                                        </p:attrNameLst>
                                      </p:cBhvr>
                                      <p:to>
                                        <p:strVal val="visible"/>
                                      </p:to>
                                    </p:set>
                                    <p:animEffect transition="in" filter="fade">
                                      <p:cBhvr>
                                        <p:cTn id="126" dur="1000"/>
                                        <p:tgtEl>
                                          <p:spTgt spid="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 grpId="0" animBg="1"/>
      <p:bldP spid="191" grpId="0" animBg="1"/>
      <p:bldP spid="200" grpId="0" animBg="1"/>
      <p:bldP spid="225" grpId="0" animBg="1"/>
      <p:bldP spid="226" grpId="0" animBg="1"/>
      <p:bldP spid="132" grpId="0" animBg="1"/>
      <p:bldP spid="132"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121"/>
          <p:cNvSpPr>
            <a:spLocks noGrp="1" noChangeArrowheads="1"/>
          </p:cNvSpPr>
          <p:nvPr>
            <p:ph type="title"/>
          </p:nvPr>
        </p:nvSpPr>
        <p:spPr/>
        <p:txBody>
          <a:bodyPr/>
          <a:lstStyle/>
          <a:p>
            <a:r>
              <a:rPr lang="en-US" altLang="en-US" dirty="0" smtClean="0"/>
              <a:t>Validation, adjustment </a:t>
            </a:r>
          </a:p>
        </p:txBody>
      </p:sp>
      <p:sp>
        <p:nvSpPr>
          <p:cNvPr id="2" name="Slide Number Placeholder 1"/>
          <p:cNvSpPr>
            <a:spLocks noGrp="1"/>
          </p:cNvSpPr>
          <p:nvPr>
            <p:ph type="sldNum" sz="quarter" idx="4"/>
          </p:nvPr>
        </p:nvSpPr>
        <p:spPr/>
        <p:txBody>
          <a:bodyPr/>
          <a:lstStyle/>
          <a:p>
            <a:r>
              <a:rPr dirty="0" smtClean="0"/>
              <a:t>Slide </a:t>
            </a:r>
            <a:fld id="{60C67920-923A-4F98-A587-72BEC0D9EE68}" type="slidenum">
              <a:rPr lang="en-US" smtClean="0"/>
              <a:pPr/>
              <a:t>4</a:t>
            </a:fld>
            <a:endParaRPr lang="en-US" dirty="0"/>
          </a:p>
        </p:txBody>
      </p:sp>
      <p:sp>
        <p:nvSpPr>
          <p:cNvPr id="8" name="Rectangle 76"/>
          <p:cNvSpPr>
            <a:spLocks noChangeArrowheads="1"/>
          </p:cNvSpPr>
          <p:nvPr/>
        </p:nvSpPr>
        <p:spPr bwMode="auto">
          <a:xfrm flipV="1">
            <a:off x="215900" y="1592261"/>
            <a:ext cx="4284663" cy="1557594"/>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grpSp>
        <p:nvGrpSpPr>
          <p:cNvPr id="271" name="Group 270"/>
          <p:cNvGrpSpPr/>
          <p:nvPr>
            <p:custDataLst>
              <p:tags r:id="rId2"/>
            </p:custDataLst>
          </p:nvPr>
        </p:nvGrpSpPr>
        <p:grpSpPr>
          <a:xfrm>
            <a:off x="215900" y="2308358"/>
            <a:ext cx="4284663" cy="3899616"/>
            <a:chOff x="215900" y="2308358"/>
            <a:chExt cx="4284663" cy="3899616"/>
          </a:xfrm>
        </p:grpSpPr>
        <p:sp>
          <p:nvSpPr>
            <p:cNvPr id="12" name="Rectangle 76"/>
            <p:cNvSpPr>
              <a:spLocks noChangeArrowheads="1"/>
            </p:cNvSpPr>
            <p:nvPr/>
          </p:nvSpPr>
          <p:spPr bwMode="auto">
            <a:xfrm>
              <a:off x="215900" y="5851627"/>
              <a:ext cx="4284663" cy="346821"/>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pic>
          <p:nvPicPr>
            <p:cNvPr id="130" name="Picture 798" descr="refinery copy"/>
            <p:cNvPicPr>
              <a:picLocks noChangeAspect="1" noChangeArrowheads="1"/>
            </p:cNvPicPr>
            <p:nvPr/>
          </p:nvPicPr>
          <p:blipFill>
            <a:blip r:embed="rId12">
              <a:duotone>
                <a:schemeClr val="accent4">
                  <a:shade val="45000"/>
                  <a:satMod val="135000"/>
                </a:schemeClr>
                <a:prstClr val="white"/>
              </a:duotone>
              <a:extLst>
                <a:ext uri="{BEBA8EAE-BF5A-486C-A8C5-ECC9F3942E4B}">
                  <a14:imgProps xmlns:a14="http://schemas.microsoft.com/office/drawing/2010/main">
                    <a14:imgLayer r:embed="rId13">
                      <a14:imgEffect>
                        <a14:sharpenSoften amount="-50000"/>
                      </a14:imgEffect>
                    </a14:imgLayer>
                  </a14:imgProps>
                </a:ext>
                <a:ext uri="{28A0092B-C50C-407E-A947-70E740481C1C}">
                  <a14:useLocalDpi xmlns:a14="http://schemas.microsoft.com/office/drawing/2010/main" val="0"/>
                </a:ext>
              </a:extLst>
            </a:blip>
            <a:srcRect b="1335"/>
            <a:stretch>
              <a:fillRect/>
            </a:stretch>
          </p:blipFill>
          <p:spPr bwMode="auto">
            <a:xfrm>
              <a:off x="359532" y="3568954"/>
              <a:ext cx="3054350" cy="2630488"/>
            </a:xfrm>
            <a:prstGeom prst="rect">
              <a:avLst/>
            </a:prstGeom>
            <a:noFill/>
            <a:extLst>
              <a:ext uri="{909E8E84-426E-40DD-AFC4-6F175D3DCCD1}">
                <a14:hiddenFill xmlns:a14="http://schemas.microsoft.com/office/drawing/2010/main">
                  <a:solidFill>
                    <a:srgbClr val="FFFFFF"/>
                  </a:solidFill>
                </a14:hiddenFill>
              </a:ext>
            </a:extLst>
          </p:spPr>
        </p:pic>
        <p:pic>
          <p:nvPicPr>
            <p:cNvPr id="131" name="Picture 785" descr="a1 copy"/>
            <p:cNvPicPr>
              <a:picLocks noChangeAspect="1" noChangeArrowheads="1"/>
            </p:cNvPicPr>
            <p:nvPr/>
          </p:nvPicPr>
          <p:blipFill>
            <a:blip r:embed="rId14">
              <a:duotone>
                <a:schemeClr val="accent4">
                  <a:shade val="45000"/>
                  <a:satMod val="135000"/>
                </a:schemeClr>
                <a:prstClr val="white"/>
              </a:duotone>
              <a:extLst>
                <a:ext uri="{BEBA8EAE-BF5A-486C-A8C5-ECC9F3942E4B}">
                  <a14:imgProps xmlns:a14="http://schemas.microsoft.com/office/drawing/2010/main">
                    <a14:imgLayer r:embed="rId15">
                      <a14:imgEffect>
                        <a14:sharpenSoften amount="-50000"/>
                      </a14:imgEffect>
                    </a14:imgLayer>
                  </a14:imgProps>
                </a:ext>
                <a:ext uri="{28A0092B-C50C-407E-A947-70E740481C1C}">
                  <a14:useLocalDpi xmlns:a14="http://schemas.microsoft.com/office/drawing/2010/main" val="0"/>
                </a:ext>
              </a:extLst>
            </a:blip>
            <a:srcRect b="2539"/>
            <a:stretch>
              <a:fillRect/>
            </a:stretch>
          </p:blipFill>
          <p:spPr bwMode="auto">
            <a:xfrm>
              <a:off x="2849873" y="3149855"/>
              <a:ext cx="708025" cy="3049587"/>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76"/>
            <p:cNvSpPr>
              <a:spLocks noChangeArrowheads="1"/>
            </p:cNvSpPr>
            <p:nvPr/>
          </p:nvSpPr>
          <p:spPr bwMode="auto">
            <a:xfrm>
              <a:off x="215900" y="3140968"/>
              <a:ext cx="4284663" cy="3067006"/>
            </a:xfrm>
            <a:prstGeom prst="rect">
              <a:avLst/>
            </a:prstGeom>
            <a:solidFill>
              <a:srgbClr val="FFFFFF">
                <a:alpha val="50196"/>
              </a:srgbClr>
            </a:solidFill>
            <a:ln>
              <a:noFill/>
            </a:ln>
            <a:effectLst/>
            <a:extLst/>
          </p:spPr>
          <p:txBody>
            <a:bodyPr wrap="none" lIns="72000" tIns="72000" rIns="72000" bIns="72000" anchor="ctr"/>
            <a:lstStyle/>
            <a:p>
              <a:endParaRPr lang="en-US" sz="1200"/>
            </a:p>
          </p:txBody>
        </p:sp>
        <p:pic>
          <p:nvPicPr>
            <p:cNvPr id="132" name="Picture 788" descr="cga copy"/>
            <p:cNvPicPr>
              <a:picLocks noChangeAspect="1" noChangeArrowheads="1"/>
            </p:cNvPicPr>
            <p:nvPr/>
          </p:nvPicPr>
          <p:blipFill>
            <a:blip r:embed="rId16">
              <a:extLst>
                <a:ext uri="{28A0092B-C50C-407E-A947-70E740481C1C}">
                  <a14:useLocalDpi xmlns:a14="http://schemas.microsoft.com/office/drawing/2010/main" val="0"/>
                </a:ext>
              </a:extLst>
            </a:blip>
            <a:srcRect b="517"/>
            <a:stretch>
              <a:fillRect/>
            </a:stretch>
          </p:blipFill>
          <p:spPr bwMode="auto">
            <a:xfrm>
              <a:off x="1625543" y="2349732"/>
              <a:ext cx="1091068" cy="3849389"/>
            </a:xfrm>
            <a:prstGeom prst="rect">
              <a:avLst/>
            </a:prstGeom>
            <a:noFill/>
            <a:extLst>
              <a:ext uri="{909E8E84-426E-40DD-AFC4-6F175D3DCCD1}">
                <a14:hiddenFill xmlns:a14="http://schemas.microsoft.com/office/drawing/2010/main">
                  <a:solidFill>
                    <a:srgbClr val="FFFFFF"/>
                  </a:solidFill>
                </a14:hiddenFill>
              </a:ext>
            </a:extLst>
          </p:spPr>
        </p:pic>
        <p:grpSp>
          <p:nvGrpSpPr>
            <p:cNvPr id="133" name="Group 793"/>
            <p:cNvGrpSpPr>
              <a:grpSpLocks/>
            </p:cNvGrpSpPr>
            <p:nvPr/>
          </p:nvGrpSpPr>
          <p:grpSpPr bwMode="auto">
            <a:xfrm>
              <a:off x="2023967" y="2447806"/>
              <a:ext cx="496497" cy="3752849"/>
              <a:chOff x="2662" y="477"/>
              <a:chExt cx="402" cy="3039"/>
            </a:xfrm>
          </p:grpSpPr>
          <p:sp>
            <p:nvSpPr>
              <p:cNvPr id="134" name="AutoShape 792"/>
              <p:cNvSpPr>
                <a:spLocks noChangeArrowheads="1"/>
              </p:cNvSpPr>
              <p:nvPr/>
            </p:nvSpPr>
            <p:spPr bwMode="auto">
              <a:xfrm rot="10800000">
                <a:off x="2662" y="477"/>
                <a:ext cx="402" cy="3039"/>
              </a:xfrm>
              <a:custGeom>
                <a:avLst/>
                <a:gdLst>
                  <a:gd name="G0" fmla="+- 6071 0 0"/>
                  <a:gd name="G1" fmla="+- 21600 0 6071"/>
                  <a:gd name="G2" fmla="*/ 6071 1 2"/>
                  <a:gd name="G3" fmla="+- 21600 0 G2"/>
                  <a:gd name="G4" fmla="+/ 6071 21600 2"/>
                  <a:gd name="G5" fmla="+/ G1 0 2"/>
                  <a:gd name="G6" fmla="*/ 21600 21600 6071"/>
                  <a:gd name="G7" fmla="*/ G6 1 2"/>
                  <a:gd name="G8" fmla="+- 21600 0 G7"/>
                  <a:gd name="G9" fmla="*/ 21600 1 2"/>
                  <a:gd name="G10" fmla="+- 6071 0 G9"/>
                  <a:gd name="G11" fmla="?: G10 G8 0"/>
                  <a:gd name="G12" fmla="?: G10 G7 21600"/>
                  <a:gd name="T0" fmla="*/ 18564 w 21600"/>
                  <a:gd name="T1" fmla="*/ 10800 h 21600"/>
                  <a:gd name="T2" fmla="*/ 10800 w 21600"/>
                  <a:gd name="T3" fmla="*/ 21600 h 21600"/>
                  <a:gd name="T4" fmla="*/ 3036 w 21600"/>
                  <a:gd name="T5" fmla="*/ 10800 h 21600"/>
                  <a:gd name="T6" fmla="*/ 10800 w 21600"/>
                  <a:gd name="T7" fmla="*/ 0 h 21600"/>
                  <a:gd name="T8" fmla="*/ 4836 w 21600"/>
                  <a:gd name="T9" fmla="*/ 4836 h 21600"/>
                  <a:gd name="T10" fmla="*/ 16764 w 21600"/>
                  <a:gd name="T11" fmla="*/ 16764 h 21600"/>
                </a:gdLst>
                <a:ahLst/>
                <a:cxnLst>
                  <a:cxn ang="0">
                    <a:pos x="T0" y="T1"/>
                  </a:cxn>
                  <a:cxn ang="0">
                    <a:pos x="T2" y="T3"/>
                  </a:cxn>
                  <a:cxn ang="0">
                    <a:pos x="T4" y="T5"/>
                  </a:cxn>
                  <a:cxn ang="0">
                    <a:pos x="T6" y="T7"/>
                  </a:cxn>
                </a:cxnLst>
                <a:rect l="T8" t="T9" r="T10" b="T11"/>
                <a:pathLst>
                  <a:path w="21600" h="21600">
                    <a:moveTo>
                      <a:pt x="0" y="0"/>
                    </a:moveTo>
                    <a:lnTo>
                      <a:pt x="6071" y="21600"/>
                    </a:lnTo>
                    <a:lnTo>
                      <a:pt x="15529" y="21600"/>
                    </a:lnTo>
                    <a:lnTo>
                      <a:pt x="21600" y="0"/>
                    </a:lnTo>
                    <a:close/>
                  </a:path>
                </a:pathLst>
              </a:custGeom>
              <a:gradFill rotWithShape="1">
                <a:gsLst>
                  <a:gs pos="0">
                    <a:srgbClr val="C2C2C2"/>
                  </a:gs>
                  <a:gs pos="100000">
                    <a:schemeClr val="folHlink"/>
                  </a:gs>
                </a:gsLst>
                <a:lin ang="5400000" scaled="1"/>
              </a:gradFill>
              <a:ln>
                <a:noFill/>
              </a:ln>
              <a:effectLst/>
              <a:extLs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35" name="AutoShape 791"/>
              <p:cNvSpPr>
                <a:spLocks noChangeArrowheads="1"/>
              </p:cNvSpPr>
              <p:nvPr/>
            </p:nvSpPr>
            <p:spPr bwMode="auto">
              <a:xfrm rot="10800000">
                <a:off x="2700" y="477"/>
                <a:ext cx="326" cy="3039"/>
              </a:xfrm>
              <a:custGeom>
                <a:avLst/>
                <a:gdLst>
                  <a:gd name="G0" fmla="+- 6890 0 0"/>
                  <a:gd name="G1" fmla="+- 21600 0 6890"/>
                  <a:gd name="G2" fmla="*/ 6890 1 2"/>
                  <a:gd name="G3" fmla="+- 21600 0 G2"/>
                  <a:gd name="G4" fmla="+/ 6890 21600 2"/>
                  <a:gd name="G5" fmla="+/ G1 0 2"/>
                  <a:gd name="G6" fmla="*/ 21600 21600 6890"/>
                  <a:gd name="G7" fmla="*/ G6 1 2"/>
                  <a:gd name="G8" fmla="+- 21600 0 G7"/>
                  <a:gd name="G9" fmla="*/ 21600 1 2"/>
                  <a:gd name="G10" fmla="+- 6890 0 G9"/>
                  <a:gd name="G11" fmla="?: G10 G8 0"/>
                  <a:gd name="G12" fmla="?: G10 G7 21600"/>
                  <a:gd name="T0" fmla="*/ 18155 w 21600"/>
                  <a:gd name="T1" fmla="*/ 10800 h 21600"/>
                  <a:gd name="T2" fmla="*/ 10800 w 21600"/>
                  <a:gd name="T3" fmla="*/ 21600 h 21600"/>
                  <a:gd name="T4" fmla="*/ 3445 w 21600"/>
                  <a:gd name="T5" fmla="*/ 10800 h 21600"/>
                  <a:gd name="T6" fmla="*/ 10800 w 21600"/>
                  <a:gd name="T7" fmla="*/ 0 h 21600"/>
                  <a:gd name="T8" fmla="*/ 5245 w 21600"/>
                  <a:gd name="T9" fmla="*/ 5245 h 21600"/>
                  <a:gd name="T10" fmla="*/ 16355 w 21600"/>
                  <a:gd name="T11" fmla="*/ 16355 h 21600"/>
                </a:gdLst>
                <a:ahLst/>
                <a:cxnLst>
                  <a:cxn ang="0">
                    <a:pos x="T0" y="T1"/>
                  </a:cxn>
                  <a:cxn ang="0">
                    <a:pos x="T2" y="T3"/>
                  </a:cxn>
                  <a:cxn ang="0">
                    <a:pos x="T4" y="T5"/>
                  </a:cxn>
                  <a:cxn ang="0">
                    <a:pos x="T6" y="T7"/>
                  </a:cxn>
                </a:cxnLst>
                <a:rect l="T8" t="T9" r="T10" b="T11"/>
                <a:pathLst>
                  <a:path w="21600" h="21600">
                    <a:moveTo>
                      <a:pt x="0" y="0"/>
                    </a:moveTo>
                    <a:lnTo>
                      <a:pt x="6890" y="21600"/>
                    </a:lnTo>
                    <a:lnTo>
                      <a:pt x="14710" y="21600"/>
                    </a:lnTo>
                    <a:lnTo>
                      <a:pt x="21600" y="0"/>
                    </a:lnTo>
                    <a:close/>
                  </a:path>
                </a:pathLst>
              </a:cu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a:noFill/>
              </a:ln>
              <a:effectLst/>
              <a:extLs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sp>
          <p:nvSpPr>
            <p:cNvPr id="136" name="Freeform 954"/>
            <p:cNvSpPr>
              <a:spLocks/>
            </p:cNvSpPr>
            <p:nvPr/>
          </p:nvSpPr>
          <p:spPr bwMode="auto">
            <a:xfrm rot="120000">
              <a:off x="2197128" y="3221957"/>
              <a:ext cx="191549" cy="2983583"/>
            </a:xfrm>
            <a:custGeom>
              <a:avLst/>
              <a:gdLst>
                <a:gd name="T0" fmla="*/ 78 w 125"/>
                <a:gd name="T1" fmla="*/ 1839 h 1947"/>
                <a:gd name="T2" fmla="*/ 24 w 125"/>
                <a:gd name="T3" fmla="*/ 1006 h 1947"/>
                <a:gd name="T4" fmla="*/ 15 w 125"/>
                <a:gd name="T5" fmla="*/ 384 h 1947"/>
                <a:gd name="T6" fmla="*/ 3 w 125"/>
                <a:gd name="T7" fmla="*/ 177 h 1947"/>
                <a:gd name="T8" fmla="*/ 6 w 125"/>
                <a:gd name="T9" fmla="*/ 4 h 1947"/>
                <a:gd name="T10" fmla="*/ 42 w 125"/>
                <a:gd name="T11" fmla="*/ 199 h 1947"/>
                <a:gd name="T12" fmla="*/ 24 w 125"/>
                <a:gd name="T13" fmla="*/ 251 h 1947"/>
                <a:gd name="T14" fmla="*/ 48 w 125"/>
                <a:gd name="T15" fmla="*/ 387 h 1947"/>
                <a:gd name="T16" fmla="*/ 66 w 125"/>
                <a:gd name="T17" fmla="*/ 907 h 1947"/>
                <a:gd name="T18" fmla="*/ 102 w 125"/>
                <a:gd name="T19" fmla="*/ 1168 h 1947"/>
                <a:gd name="T20" fmla="*/ 99 w 125"/>
                <a:gd name="T21" fmla="*/ 1655 h 1947"/>
                <a:gd name="T22" fmla="*/ 78 w 125"/>
                <a:gd name="T23" fmla="*/ 1839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5" h="1947">
                  <a:moveTo>
                    <a:pt x="78" y="1839"/>
                  </a:moveTo>
                  <a:cubicBezTo>
                    <a:pt x="67" y="1704"/>
                    <a:pt x="34" y="1248"/>
                    <a:pt x="24" y="1006"/>
                  </a:cubicBezTo>
                  <a:cubicBezTo>
                    <a:pt x="23" y="806"/>
                    <a:pt x="29" y="587"/>
                    <a:pt x="15" y="384"/>
                  </a:cubicBezTo>
                  <a:cubicBezTo>
                    <a:pt x="12" y="246"/>
                    <a:pt x="5" y="240"/>
                    <a:pt x="3" y="177"/>
                  </a:cubicBezTo>
                  <a:cubicBezTo>
                    <a:pt x="3" y="142"/>
                    <a:pt x="0" y="0"/>
                    <a:pt x="6" y="4"/>
                  </a:cubicBezTo>
                  <a:cubicBezTo>
                    <a:pt x="9" y="26"/>
                    <a:pt x="39" y="158"/>
                    <a:pt x="42" y="199"/>
                  </a:cubicBezTo>
                  <a:cubicBezTo>
                    <a:pt x="38" y="218"/>
                    <a:pt x="29" y="233"/>
                    <a:pt x="24" y="251"/>
                  </a:cubicBezTo>
                  <a:cubicBezTo>
                    <a:pt x="26" y="296"/>
                    <a:pt x="27" y="348"/>
                    <a:pt x="48" y="387"/>
                  </a:cubicBezTo>
                  <a:cubicBezTo>
                    <a:pt x="71" y="559"/>
                    <a:pt x="38" y="736"/>
                    <a:pt x="66" y="907"/>
                  </a:cubicBezTo>
                  <a:cubicBezTo>
                    <a:pt x="70" y="988"/>
                    <a:pt x="81" y="1091"/>
                    <a:pt x="102" y="1168"/>
                  </a:cubicBezTo>
                  <a:cubicBezTo>
                    <a:pt x="108" y="1329"/>
                    <a:pt x="125" y="1496"/>
                    <a:pt x="99" y="1655"/>
                  </a:cubicBezTo>
                  <a:cubicBezTo>
                    <a:pt x="95" y="1767"/>
                    <a:pt x="90" y="1947"/>
                    <a:pt x="78" y="1839"/>
                  </a:cubicBezTo>
                  <a:close/>
                </a:path>
              </a:pathLst>
            </a:custGeom>
            <a:gradFill rotWithShape="1">
              <a:gsLst>
                <a:gs pos="0">
                  <a:schemeClr val="bg1">
                    <a:alpha val="39999"/>
                  </a:schemeClr>
                </a:gs>
                <a:gs pos="100000">
                  <a:schemeClr val="bg1">
                    <a:gamma/>
                    <a:shade val="86275"/>
                    <a:invGamma/>
                    <a:alpha val="39999"/>
                  </a:schemeClr>
                </a:gs>
              </a:gsLst>
              <a:lin ang="5400000" scaled="1"/>
            </a:gradFill>
            <a:ln>
              <a:noFill/>
            </a:ln>
            <a:effectLst/>
            <a:extLst>
              <a:ext uri="{91240B29-F687-4F45-9708-019B960494DF}">
                <a14:hiddenLine xmlns:a14="http://schemas.microsoft.com/office/drawing/2010/main" w="28575" cap="flat" cmpd="sng">
                  <a:solidFill>
                    <a:schemeClr val="bg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37" name="Freeform 955"/>
            <p:cNvSpPr>
              <a:spLocks/>
            </p:cNvSpPr>
            <p:nvPr/>
          </p:nvSpPr>
          <p:spPr bwMode="auto">
            <a:xfrm rot="120000" flipH="1" flipV="1">
              <a:off x="2174142" y="2516764"/>
              <a:ext cx="191550" cy="3621061"/>
            </a:xfrm>
            <a:custGeom>
              <a:avLst/>
              <a:gdLst>
                <a:gd name="T0" fmla="*/ 78 w 125"/>
                <a:gd name="T1" fmla="*/ 1839 h 1947"/>
                <a:gd name="T2" fmla="*/ 24 w 125"/>
                <a:gd name="T3" fmla="*/ 1006 h 1947"/>
                <a:gd name="T4" fmla="*/ 15 w 125"/>
                <a:gd name="T5" fmla="*/ 384 h 1947"/>
                <a:gd name="T6" fmla="*/ 3 w 125"/>
                <a:gd name="T7" fmla="*/ 177 h 1947"/>
                <a:gd name="T8" fmla="*/ 6 w 125"/>
                <a:gd name="T9" fmla="*/ 4 h 1947"/>
                <a:gd name="T10" fmla="*/ 42 w 125"/>
                <a:gd name="T11" fmla="*/ 199 h 1947"/>
                <a:gd name="T12" fmla="*/ 24 w 125"/>
                <a:gd name="T13" fmla="*/ 251 h 1947"/>
                <a:gd name="T14" fmla="*/ 48 w 125"/>
                <a:gd name="T15" fmla="*/ 387 h 1947"/>
                <a:gd name="T16" fmla="*/ 66 w 125"/>
                <a:gd name="T17" fmla="*/ 907 h 1947"/>
                <a:gd name="T18" fmla="*/ 102 w 125"/>
                <a:gd name="T19" fmla="*/ 1168 h 1947"/>
                <a:gd name="T20" fmla="*/ 99 w 125"/>
                <a:gd name="T21" fmla="*/ 1655 h 1947"/>
                <a:gd name="T22" fmla="*/ 78 w 125"/>
                <a:gd name="T23" fmla="*/ 1839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5" h="1947">
                  <a:moveTo>
                    <a:pt x="78" y="1839"/>
                  </a:moveTo>
                  <a:cubicBezTo>
                    <a:pt x="67" y="1704"/>
                    <a:pt x="34" y="1248"/>
                    <a:pt x="24" y="1006"/>
                  </a:cubicBezTo>
                  <a:cubicBezTo>
                    <a:pt x="23" y="806"/>
                    <a:pt x="29" y="587"/>
                    <a:pt x="15" y="384"/>
                  </a:cubicBezTo>
                  <a:cubicBezTo>
                    <a:pt x="12" y="246"/>
                    <a:pt x="5" y="240"/>
                    <a:pt x="3" y="177"/>
                  </a:cubicBezTo>
                  <a:cubicBezTo>
                    <a:pt x="3" y="142"/>
                    <a:pt x="0" y="0"/>
                    <a:pt x="6" y="4"/>
                  </a:cubicBezTo>
                  <a:cubicBezTo>
                    <a:pt x="9" y="26"/>
                    <a:pt x="39" y="158"/>
                    <a:pt x="42" y="199"/>
                  </a:cubicBezTo>
                  <a:cubicBezTo>
                    <a:pt x="38" y="218"/>
                    <a:pt x="29" y="233"/>
                    <a:pt x="24" y="251"/>
                  </a:cubicBezTo>
                  <a:cubicBezTo>
                    <a:pt x="26" y="296"/>
                    <a:pt x="27" y="348"/>
                    <a:pt x="48" y="387"/>
                  </a:cubicBezTo>
                  <a:cubicBezTo>
                    <a:pt x="71" y="559"/>
                    <a:pt x="38" y="736"/>
                    <a:pt x="66" y="907"/>
                  </a:cubicBezTo>
                  <a:cubicBezTo>
                    <a:pt x="70" y="988"/>
                    <a:pt x="81" y="1091"/>
                    <a:pt x="102" y="1168"/>
                  </a:cubicBezTo>
                  <a:cubicBezTo>
                    <a:pt x="108" y="1329"/>
                    <a:pt x="125" y="1496"/>
                    <a:pt x="99" y="1655"/>
                  </a:cubicBezTo>
                  <a:cubicBezTo>
                    <a:pt x="95" y="1767"/>
                    <a:pt x="90" y="1947"/>
                    <a:pt x="78" y="1839"/>
                  </a:cubicBezTo>
                  <a:close/>
                </a:path>
              </a:pathLst>
            </a:custGeom>
            <a:gradFill rotWithShape="1">
              <a:gsLst>
                <a:gs pos="0">
                  <a:schemeClr val="bg1">
                    <a:alpha val="39999"/>
                  </a:schemeClr>
                </a:gs>
                <a:gs pos="100000">
                  <a:schemeClr val="bg1">
                    <a:gamma/>
                    <a:shade val="86275"/>
                    <a:invGamma/>
                    <a:alpha val="39999"/>
                  </a:schemeClr>
                </a:gs>
              </a:gsLst>
              <a:lin ang="5400000" scaled="1"/>
            </a:gradFill>
            <a:ln>
              <a:noFill/>
            </a:ln>
            <a:effectLst/>
            <a:extLst>
              <a:ext uri="{91240B29-F687-4F45-9708-019B960494DF}">
                <a14:hiddenLine xmlns:a14="http://schemas.microsoft.com/office/drawing/2010/main" w="28575" cap="flat" cmpd="sng">
                  <a:solidFill>
                    <a:schemeClr val="bg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nvGrpSpPr>
            <p:cNvPr id="138" name="Group 875"/>
            <p:cNvGrpSpPr>
              <a:grpSpLocks/>
            </p:cNvGrpSpPr>
            <p:nvPr/>
          </p:nvGrpSpPr>
          <p:grpSpPr bwMode="auto">
            <a:xfrm>
              <a:off x="2425291" y="3660224"/>
              <a:ext cx="156305" cy="159370"/>
              <a:chOff x="2975" y="1999"/>
              <a:chExt cx="120" cy="122"/>
            </a:xfrm>
          </p:grpSpPr>
          <p:sp>
            <p:nvSpPr>
              <p:cNvPr id="139" name="Rectangle 591"/>
              <p:cNvSpPr>
                <a:spLocks noChangeArrowheads="1"/>
              </p:cNvSpPr>
              <p:nvPr/>
            </p:nvSpPr>
            <p:spPr bwMode="auto">
              <a:xfrm flipH="1">
                <a:off x="2975" y="2008"/>
                <a:ext cx="28" cy="77"/>
              </a:xfrm>
              <a:prstGeom prst="rect">
                <a:avLst/>
              </a:prstGeom>
              <a:gradFill rotWithShape="0">
                <a:gsLst>
                  <a:gs pos="0">
                    <a:schemeClr val="accent1"/>
                  </a:gs>
                  <a:gs pos="100000">
                    <a:schemeClr val="accent1">
                      <a:gamma/>
                      <a:shade val="46275"/>
                      <a:invGamma/>
                    </a:schemeClr>
                  </a:gs>
                </a:gsLst>
                <a:lin ang="5400000" scaled="1"/>
              </a:gra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40" name="Rectangle 592"/>
              <p:cNvSpPr>
                <a:spLocks noChangeArrowheads="1"/>
              </p:cNvSpPr>
              <p:nvPr/>
            </p:nvSpPr>
            <p:spPr bwMode="auto">
              <a:xfrm flipH="1">
                <a:off x="3003" y="2022"/>
                <a:ext cx="17" cy="56"/>
              </a:xfrm>
              <a:prstGeom prst="rect">
                <a:avLst/>
              </a:prstGeom>
              <a:gradFill rotWithShape="0">
                <a:gsLst>
                  <a:gs pos="0">
                    <a:schemeClr val="accent1"/>
                  </a:gs>
                  <a:gs pos="100000">
                    <a:schemeClr val="accent1">
                      <a:gamma/>
                      <a:shade val="46275"/>
                      <a:invGamma/>
                    </a:schemeClr>
                  </a:gs>
                </a:gsLst>
                <a:lin ang="5400000" scaled="1"/>
              </a:gra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41" name="Freeform 593"/>
              <p:cNvSpPr>
                <a:spLocks/>
              </p:cNvSpPr>
              <p:nvPr/>
            </p:nvSpPr>
            <p:spPr bwMode="auto">
              <a:xfrm flipH="1">
                <a:off x="3018" y="1999"/>
                <a:ext cx="77" cy="122"/>
              </a:xfrm>
              <a:custGeom>
                <a:avLst/>
                <a:gdLst>
                  <a:gd name="T0" fmla="*/ 184 w 184"/>
                  <a:gd name="T1" fmla="*/ 0 h 160"/>
                  <a:gd name="T2" fmla="*/ 184 w 184"/>
                  <a:gd name="T3" fmla="*/ 160 h 160"/>
                  <a:gd name="T4" fmla="*/ 48 w 184"/>
                  <a:gd name="T5" fmla="*/ 156 h 160"/>
                  <a:gd name="T6" fmla="*/ 0 w 184"/>
                  <a:gd name="T7" fmla="*/ 96 h 160"/>
                  <a:gd name="T8" fmla="*/ 0 w 184"/>
                  <a:gd name="T9" fmla="*/ 0 h 160"/>
                  <a:gd name="T10" fmla="*/ 184 w 184"/>
                  <a:gd name="T11" fmla="*/ 0 h 160"/>
                </a:gdLst>
                <a:ahLst/>
                <a:cxnLst>
                  <a:cxn ang="0">
                    <a:pos x="T0" y="T1"/>
                  </a:cxn>
                  <a:cxn ang="0">
                    <a:pos x="T2" y="T3"/>
                  </a:cxn>
                  <a:cxn ang="0">
                    <a:pos x="T4" y="T5"/>
                  </a:cxn>
                  <a:cxn ang="0">
                    <a:pos x="T6" y="T7"/>
                  </a:cxn>
                  <a:cxn ang="0">
                    <a:pos x="T8" y="T9"/>
                  </a:cxn>
                  <a:cxn ang="0">
                    <a:pos x="T10" y="T11"/>
                  </a:cxn>
                </a:cxnLst>
                <a:rect l="0" t="0" r="r" b="b"/>
                <a:pathLst>
                  <a:path w="184" h="160">
                    <a:moveTo>
                      <a:pt x="184" y="0"/>
                    </a:moveTo>
                    <a:lnTo>
                      <a:pt x="184" y="160"/>
                    </a:lnTo>
                    <a:lnTo>
                      <a:pt x="48" y="156"/>
                    </a:lnTo>
                    <a:lnTo>
                      <a:pt x="0" y="96"/>
                    </a:lnTo>
                    <a:lnTo>
                      <a:pt x="0" y="0"/>
                    </a:lnTo>
                    <a:lnTo>
                      <a:pt x="184" y="0"/>
                    </a:lnTo>
                    <a:close/>
                  </a:path>
                </a:pathLst>
              </a:custGeom>
              <a:gradFill rotWithShape="0">
                <a:gsLst>
                  <a:gs pos="0">
                    <a:schemeClr val="accent1"/>
                  </a:gs>
                  <a:gs pos="100000">
                    <a:schemeClr val="accent1">
                      <a:gamma/>
                      <a:shade val="46275"/>
                      <a:invGamma/>
                    </a:schemeClr>
                  </a:gs>
                </a:gsLst>
                <a:lin ang="5400000" scaled="1"/>
              </a:grad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grpSp>
          <p:nvGrpSpPr>
            <p:cNvPr id="142" name="Group 880"/>
            <p:cNvGrpSpPr>
              <a:grpSpLocks/>
            </p:cNvGrpSpPr>
            <p:nvPr/>
          </p:nvGrpSpPr>
          <p:grpSpPr bwMode="auto">
            <a:xfrm flipH="1">
              <a:off x="1973398" y="3660224"/>
              <a:ext cx="156305" cy="159370"/>
              <a:chOff x="2975" y="1999"/>
              <a:chExt cx="120" cy="122"/>
            </a:xfrm>
          </p:grpSpPr>
          <p:sp>
            <p:nvSpPr>
              <p:cNvPr id="143" name="Rectangle 881"/>
              <p:cNvSpPr>
                <a:spLocks noChangeArrowheads="1"/>
              </p:cNvSpPr>
              <p:nvPr/>
            </p:nvSpPr>
            <p:spPr bwMode="auto">
              <a:xfrm flipH="1">
                <a:off x="2975" y="2008"/>
                <a:ext cx="28" cy="77"/>
              </a:xfrm>
              <a:prstGeom prst="rect">
                <a:avLst/>
              </a:prstGeom>
              <a:gradFill rotWithShape="0">
                <a:gsLst>
                  <a:gs pos="0">
                    <a:schemeClr val="accent1"/>
                  </a:gs>
                  <a:gs pos="100000">
                    <a:schemeClr val="accent1">
                      <a:gamma/>
                      <a:shade val="46275"/>
                      <a:invGamma/>
                    </a:schemeClr>
                  </a:gs>
                </a:gsLst>
                <a:lin ang="5400000" scaled="1"/>
              </a:gra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44" name="Rectangle 882"/>
              <p:cNvSpPr>
                <a:spLocks noChangeArrowheads="1"/>
              </p:cNvSpPr>
              <p:nvPr/>
            </p:nvSpPr>
            <p:spPr bwMode="auto">
              <a:xfrm flipH="1">
                <a:off x="3003" y="2022"/>
                <a:ext cx="17" cy="56"/>
              </a:xfrm>
              <a:prstGeom prst="rect">
                <a:avLst/>
              </a:prstGeom>
              <a:gradFill rotWithShape="0">
                <a:gsLst>
                  <a:gs pos="0">
                    <a:schemeClr val="accent1"/>
                  </a:gs>
                  <a:gs pos="100000">
                    <a:schemeClr val="accent1">
                      <a:gamma/>
                      <a:shade val="46275"/>
                      <a:invGamma/>
                    </a:schemeClr>
                  </a:gs>
                </a:gsLst>
                <a:lin ang="5400000" scaled="1"/>
              </a:gra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45" name="Freeform 883"/>
              <p:cNvSpPr>
                <a:spLocks/>
              </p:cNvSpPr>
              <p:nvPr/>
            </p:nvSpPr>
            <p:spPr bwMode="auto">
              <a:xfrm flipH="1">
                <a:off x="3018" y="1999"/>
                <a:ext cx="77" cy="122"/>
              </a:xfrm>
              <a:custGeom>
                <a:avLst/>
                <a:gdLst>
                  <a:gd name="T0" fmla="*/ 184 w 184"/>
                  <a:gd name="T1" fmla="*/ 0 h 160"/>
                  <a:gd name="T2" fmla="*/ 184 w 184"/>
                  <a:gd name="T3" fmla="*/ 160 h 160"/>
                  <a:gd name="T4" fmla="*/ 48 w 184"/>
                  <a:gd name="T5" fmla="*/ 156 h 160"/>
                  <a:gd name="T6" fmla="*/ 0 w 184"/>
                  <a:gd name="T7" fmla="*/ 96 h 160"/>
                  <a:gd name="T8" fmla="*/ 0 w 184"/>
                  <a:gd name="T9" fmla="*/ 0 h 160"/>
                  <a:gd name="T10" fmla="*/ 184 w 184"/>
                  <a:gd name="T11" fmla="*/ 0 h 160"/>
                </a:gdLst>
                <a:ahLst/>
                <a:cxnLst>
                  <a:cxn ang="0">
                    <a:pos x="T0" y="T1"/>
                  </a:cxn>
                  <a:cxn ang="0">
                    <a:pos x="T2" y="T3"/>
                  </a:cxn>
                  <a:cxn ang="0">
                    <a:pos x="T4" y="T5"/>
                  </a:cxn>
                  <a:cxn ang="0">
                    <a:pos x="T6" y="T7"/>
                  </a:cxn>
                  <a:cxn ang="0">
                    <a:pos x="T8" y="T9"/>
                  </a:cxn>
                  <a:cxn ang="0">
                    <a:pos x="T10" y="T11"/>
                  </a:cxn>
                </a:cxnLst>
                <a:rect l="0" t="0" r="r" b="b"/>
                <a:pathLst>
                  <a:path w="184" h="160">
                    <a:moveTo>
                      <a:pt x="184" y="0"/>
                    </a:moveTo>
                    <a:lnTo>
                      <a:pt x="184" y="160"/>
                    </a:lnTo>
                    <a:lnTo>
                      <a:pt x="48" y="156"/>
                    </a:lnTo>
                    <a:lnTo>
                      <a:pt x="0" y="96"/>
                    </a:lnTo>
                    <a:lnTo>
                      <a:pt x="0" y="0"/>
                    </a:lnTo>
                    <a:lnTo>
                      <a:pt x="184" y="0"/>
                    </a:lnTo>
                    <a:close/>
                  </a:path>
                </a:pathLst>
              </a:custGeom>
              <a:gradFill rotWithShape="0">
                <a:gsLst>
                  <a:gs pos="0">
                    <a:schemeClr val="accent1"/>
                  </a:gs>
                  <a:gs pos="100000">
                    <a:schemeClr val="accent1">
                      <a:gamma/>
                      <a:shade val="46275"/>
                      <a:invGamma/>
                    </a:schemeClr>
                  </a:gs>
                </a:gsLst>
                <a:lin ang="5400000" scaled="1"/>
              </a:grad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sp>
          <p:nvSpPr>
            <p:cNvPr id="146" name="Line 594"/>
            <p:cNvSpPr>
              <a:spLocks noChangeShapeType="1"/>
            </p:cNvSpPr>
            <p:nvPr/>
          </p:nvSpPr>
          <p:spPr bwMode="auto">
            <a:xfrm>
              <a:off x="2140429" y="3727649"/>
              <a:ext cx="304948" cy="0"/>
            </a:xfrm>
            <a:prstGeom prst="line">
              <a:avLst/>
            </a:prstGeom>
            <a:noFill/>
            <a:ln w="12700">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nvGrpSpPr>
            <p:cNvPr id="147" name="Group 656"/>
            <p:cNvGrpSpPr>
              <a:grpSpLocks/>
            </p:cNvGrpSpPr>
            <p:nvPr/>
          </p:nvGrpSpPr>
          <p:grpSpPr bwMode="auto">
            <a:xfrm>
              <a:off x="1882986" y="4501511"/>
              <a:ext cx="504160" cy="361646"/>
              <a:chOff x="951" y="2031"/>
              <a:chExt cx="754" cy="517"/>
            </a:xfrm>
          </p:grpSpPr>
          <p:grpSp>
            <p:nvGrpSpPr>
              <p:cNvPr id="148" name="Group 551"/>
              <p:cNvGrpSpPr>
                <a:grpSpLocks/>
              </p:cNvGrpSpPr>
              <p:nvPr/>
            </p:nvGrpSpPr>
            <p:grpSpPr bwMode="auto">
              <a:xfrm>
                <a:off x="1008" y="2366"/>
                <a:ext cx="43" cy="179"/>
                <a:chOff x="687" y="2418"/>
                <a:chExt cx="49" cy="207"/>
              </a:xfrm>
            </p:grpSpPr>
            <p:sp>
              <p:nvSpPr>
                <p:cNvPr id="165" name="AutoShape 552"/>
                <p:cNvSpPr>
                  <a:spLocks noChangeArrowheads="1"/>
                </p:cNvSpPr>
                <p:nvPr/>
              </p:nvSpPr>
              <p:spPr bwMode="auto">
                <a:xfrm>
                  <a:off x="687" y="2460"/>
                  <a:ext cx="49" cy="165"/>
                </a:xfrm>
                <a:prstGeom prst="roundRect">
                  <a:avLst>
                    <a:gd name="adj" fmla="val 16667"/>
                  </a:avLst>
                </a:prstGeom>
                <a:gradFill rotWithShape="0">
                  <a:gsLst>
                    <a:gs pos="0">
                      <a:schemeClr val="accent1"/>
                    </a:gs>
                    <a:gs pos="100000">
                      <a:schemeClr val="accent1">
                        <a:gamma/>
                        <a:shade val="46275"/>
                        <a:invGamma/>
                      </a:schemeClr>
                    </a:gs>
                  </a:gsLst>
                  <a:lin ang="5400000" scaled="1"/>
                </a:gradFill>
                <a:ln w="63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66" name="AutoShape 553"/>
                <p:cNvSpPr>
                  <a:spLocks noChangeArrowheads="1"/>
                </p:cNvSpPr>
                <p:nvPr/>
              </p:nvSpPr>
              <p:spPr bwMode="auto">
                <a:xfrm>
                  <a:off x="699" y="2418"/>
                  <a:ext cx="31" cy="45"/>
                </a:xfrm>
                <a:prstGeom prst="roundRect">
                  <a:avLst>
                    <a:gd name="adj" fmla="val 16667"/>
                  </a:avLst>
                </a:prstGeom>
                <a:gradFill rotWithShape="0">
                  <a:gsLst>
                    <a:gs pos="0">
                      <a:schemeClr val="accent1"/>
                    </a:gs>
                    <a:gs pos="100000">
                      <a:schemeClr val="accent1">
                        <a:gamma/>
                        <a:shade val="46275"/>
                        <a:invGamma/>
                      </a:schemeClr>
                    </a:gs>
                  </a:gsLst>
                  <a:lin ang="5400000" scaled="1"/>
                </a:gradFill>
                <a:ln w="63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sp>
            <p:nvSpPr>
              <p:cNvPr id="149" name="Rectangle 572"/>
              <p:cNvSpPr>
                <a:spLocks noChangeArrowheads="1"/>
              </p:cNvSpPr>
              <p:nvPr/>
            </p:nvSpPr>
            <p:spPr bwMode="auto">
              <a:xfrm>
                <a:off x="1086" y="2424"/>
                <a:ext cx="137" cy="124"/>
              </a:xfrm>
              <a:prstGeom prst="rect">
                <a:avLst/>
              </a:prstGeom>
              <a:gradFill rotWithShape="0">
                <a:gsLst>
                  <a:gs pos="0">
                    <a:schemeClr val="accent1"/>
                  </a:gs>
                  <a:gs pos="100000">
                    <a:schemeClr val="accent1">
                      <a:gamma/>
                      <a:shade val="46275"/>
                      <a:invGamma/>
                    </a:schemeClr>
                  </a:gs>
                </a:gsLst>
                <a:lin ang="5400000" scaled="1"/>
              </a:gra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nvGrpSpPr>
              <p:cNvPr id="150" name="Group 602"/>
              <p:cNvGrpSpPr>
                <a:grpSpLocks/>
              </p:cNvGrpSpPr>
              <p:nvPr/>
            </p:nvGrpSpPr>
            <p:grpSpPr bwMode="auto">
              <a:xfrm>
                <a:off x="951" y="2366"/>
                <a:ext cx="42" cy="179"/>
                <a:chOff x="687" y="2418"/>
                <a:chExt cx="49" cy="207"/>
              </a:xfrm>
            </p:grpSpPr>
            <p:sp>
              <p:nvSpPr>
                <p:cNvPr id="163" name="AutoShape 603"/>
                <p:cNvSpPr>
                  <a:spLocks noChangeArrowheads="1"/>
                </p:cNvSpPr>
                <p:nvPr/>
              </p:nvSpPr>
              <p:spPr bwMode="auto">
                <a:xfrm>
                  <a:off x="687" y="2460"/>
                  <a:ext cx="49" cy="165"/>
                </a:xfrm>
                <a:prstGeom prst="roundRect">
                  <a:avLst>
                    <a:gd name="adj" fmla="val 16667"/>
                  </a:avLst>
                </a:prstGeom>
                <a:gradFill rotWithShape="0">
                  <a:gsLst>
                    <a:gs pos="0">
                      <a:schemeClr val="accent1"/>
                    </a:gs>
                    <a:gs pos="100000">
                      <a:schemeClr val="accent1">
                        <a:gamma/>
                        <a:shade val="46275"/>
                        <a:invGamma/>
                      </a:schemeClr>
                    </a:gs>
                  </a:gsLst>
                  <a:lin ang="5400000" scaled="1"/>
                </a:gradFill>
                <a:ln w="63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64" name="AutoShape 604"/>
                <p:cNvSpPr>
                  <a:spLocks noChangeArrowheads="1"/>
                </p:cNvSpPr>
                <p:nvPr/>
              </p:nvSpPr>
              <p:spPr bwMode="auto">
                <a:xfrm>
                  <a:off x="699" y="2418"/>
                  <a:ext cx="31" cy="45"/>
                </a:xfrm>
                <a:prstGeom prst="roundRect">
                  <a:avLst>
                    <a:gd name="adj" fmla="val 16667"/>
                  </a:avLst>
                </a:prstGeom>
                <a:gradFill rotWithShape="0">
                  <a:gsLst>
                    <a:gs pos="0">
                      <a:schemeClr val="accent1"/>
                    </a:gs>
                    <a:gs pos="100000">
                      <a:schemeClr val="accent1">
                        <a:gamma/>
                        <a:shade val="46275"/>
                        <a:invGamma/>
                      </a:schemeClr>
                    </a:gs>
                  </a:gsLst>
                  <a:lin ang="5400000" scaled="1"/>
                </a:gradFill>
                <a:ln w="63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sp>
            <p:nvSpPr>
              <p:cNvPr id="151" name="Rectangle 626"/>
              <p:cNvSpPr>
                <a:spLocks noChangeArrowheads="1"/>
              </p:cNvSpPr>
              <p:nvPr/>
            </p:nvSpPr>
            <p:spPr bwMode="auto">
              <a:xfrm>
                <a:off x="1244" y="2241"/>
                <a:ext cx="43" cy="108"/>
              </a:xfrm>
              <a:prstGeom prst="rect">
                <a:avLst/>
              </a:prstGeom>
              <a:gradFill rotWithShape="0">
                <a:gsLst>
                  <a:gs pos="0">
                    <a:schemeClr val="accent1"/>
                  </a:gs>
                  <a:gs pos="100000">
                    <a:schemeClr val="accent1">
                      <a:gamma/>
                      <a:shade val="46275"/>
                      <a:invGamma/>
                    </a:schemeClr>
                  </a:gs>
                </a:gsLst>
                <a:lin ang="5400000" scaled="1"/>
              </a:grad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52" name="Rectangle 627"/>
              <p:cNvSpPr>
                <a:spLocks noChangeArrowheads="1"/>
              </p:cNvSpPr>
              <p:nvPr/>
            </p:nvSpPr>
            <p:spPr bwMode="auto">
              <a:xfrm>
                <a:off x="1220" y="2261"/>
                <a:ext cx="24" cy="78"/>
              </a:xfrm>
              <a:prstGeom prst="rect">
                <a:avLst/>
              </a:prstGeom>
              <a:gradFill rotWithShape="0">
                <a:gsLst>
                  <a:gs pos="0">
                    <a:schemeClr val="accent1"/>
                  </a:gs>
                  <a:gs pos="100000">
                    <a:schemeClr val="accent1">
                      <a:gamma/>
                      <a:shade val="46275"/>
                      <a:invGamma/>
                    </a:schemeClr>
                  </a:gs>
                </a:gsLst>
                <a:lin ang="5400000" scaled="1"/>
              </a:grad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53" name="Rectangle 628"/>
              <p:cNvSpPr>
                <a:spLocks noChangeArrowheads="1"/>
              </p:cNvSpPr>
              <p:nvPr/>
            </p:nvSpPr>
            <p:spPr bwMode="auto">
              <a:xfrm>
                <a:off x="1287" y="2273"/>
                <a:ext cx="418" cy="43"/>
              </a:xfrm>
              <a:prstGeom prst="rect">
                <a:avLst/>
              </a:prstGeom>
              <a:gradFill rotWithShape="0">
                <a:gsLst>
                  <a:gs pos="0">
                    <a:schemeClr val="accent1"/>
                  </a:gs>
                  <a:gs pos="100000">
                    <a:schemeClr val="accent1">
                      <a:gamma/>
                      <a:shade val="46275"/>
                      <a:invGamma/>
                    </a:schemeClr>
                  </a:gs>
                </a:gsLst>
                <a:lin ang="5400000" scaled="1"/>
              </a:grad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54" name="Freeform 629"/>
              <p:cNvSpPr>
                <a:spLocks/>
              </p:cNvSpPr>
              <p:nvPr/>
            </p:nvSpPr>
            <p:spPr bwMode="auto">
              <a:xfrm>
                <a:off x="1035" y="2228"/>
                <a:ext cx="188" cy="173"/>
              </a:xfrm>
              <a:custGeom>
                <a:avLst/>
                <a:gdLst>
                  <a:gd name="T0" fmla="*/ 184 w 184"/>
                  <a:gd name="T1" fmla="*/ 0 h 160"/>
                  <a:gd name="T2" fmla="*/ 184 w 184"/>
                  <a:gd name="T3" fmla="*/ 160 h 160"/>
                  <a:gd name="T4" fmla="*/ 48 w 184"/>
                  <a:gd name="T5" fmla="*/ 156 h 160"/>
                  <a:gd name="T6" fmla="*/ 0 w 184"/>
                  <a:gd name="T7" fmla="*/ 96 h 160"/>
                  <a:gd name="T8" fmla="*/ 0 w 184"/>
                  <a:gd name="T9" fmla="*/ 0 h 160"/>
                  <a:gd name="T10" fmla="*/ 184 w 184"/>
                  <a:gd name="T11" fmla="*/ 0 h 160"/>
                </a:gdLst>
                <a:ahLst/>
                <a:cxnLst>
                  <a:cxn ang="0">
                    <a:pos x="T0" y="T1"/>
                  </a:cxn>
                  <a:cxn ang="0">
                    <a:pos x="T2" y="T3"/>
                  </a:cxn>
                  <a:cxn ang="0">
                    <a:pos x="T4" y="T5"/>
                  </a:cxn>
                  <a:cxn ang="0">
                    <a:pos x="T6" y="T7"/>
                  </a:cxn>
                  <a:cxn ang="0">
                    <a:pos x="T8" y="T9"/>
                  </a:cxn>
                  <a:cxn ang="0">
                    <a:pos x="T10" y="T11"/>
                  </a:cxn>
                </a:cxnLst>
                <a:rect l="0" t="0" r="r" b="b"/>
                <a:pathLst>
                  <a:path w="184" h="160">
                    <a:moveTo>
                      <a:pt x="184" y="0"/>
                    </a:moveTo>
                    <a:lnTo>
                      <a:pt x="184" y="160"/>
                    </a:lnTo>
                    <a:lnTo>
                      <a:pt x="48" y="156"/>
                    </a:lnTo>
                    <a:lnTo>
                      <a:pt x="0" y="96"/>
                    </a:lnTo>
                    <a:lnTo>
                      <a:pt x="0" y="0"/>
                    </a:lnTo>
                    <a:lnTo>
                      <a:pt x="184" y="0"/>
                    </a:lnTo>
                    <a:close/>
                  </a:path>
                </a:pathLst>
              </a:custGeom>
              <a:gradFill rotWithShape="0">
                <a:gsLst>
                  <a:gs pos="0">
                    <a:schemeClr val="accent1"/>
                  </a:gs>
                  <a:gs pos="100000">
                    <a:schemeClr val="accent1">
                      <a:gamma/>
                      <a:shade val="46275"/>
                      <a:invGamma/>
                    </a:schemeClr>
                  </a:gs>
                </a:gsLst>
                <a:lin ang="5400000" scaled="1"/>
              </a:grad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55" name="Line 630"/>
              <p:cNvSpPr>
                <a:spLocks noChangeShapeType="1"/>
              </p:cNvSpPr>
              <p:nvPr/>
            </p:nvSpPr>
            <p:spPr bwMode="auto">
              <a:xfrm flipV="1">
                <a:off x="1169" y="2397"/>
                <a:ext cx="0" cy="27"/>
              </a:xfrm>
              <a:prstGeom prst="line">
                <a:avLst/>
              </a:prstGeom>
              <a:no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56" name="Line 631"/>
              <p:cNvSpPr>
                <a:spLocks noChangeShapeType="1"/>
              </p:cNvSpPr>
              <p:nvPr/>
            </p:nvSpPr>
            <p:spPr bwMode="auto">
              <a:xfrm flipV="1">
                <a:off x="1138" y="2397"/>
                <a:ext cx="0" cy="27"/>
              </a:xfrm>
              <a:prstGeom prst="line">
                <a:avLst/>
              </a:prstGeom>
              <a:no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57" name="Rectangle 633"/>
              <p:cNvSpPr>
                <a:spLocks noChangeArrowheads="1"/>
              </p:cNvSpPr>
              <p:nvPr/>
            </p:nvSpPr>
            <p:spPr bwMode="auto">
              <a:xfrm>
                <a:off x="1236" y="2064"/>
                <a:ext cx="24" cy="78"/>
              </a:xfrm>
              <a:prstGeom prst="rect">
                <a:avLst/>
              </a:prstGeom>
              <a:gradFill rotWithShape="0">
                <a:gsLst>
                  <a:gs pos="0">
                    <a:schemeClr val="accent1"/>
                  </a:gs>
                  <a:gs pos="100000">
                    <a:schemeClr val="accent1">
                      <a:gamma/>
                      <a:shade val="46275"/>
                      <a:invGamma/>
                    </a:schemeClr>
                  </a:gs>
                </a:gsLst>
                <a:lin ang="5400000" scaled="1"/>
              </a:grad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58" name="Rectangle 634"/>
              <p:cNvSpPr>
                <a:spLocks noChangeArrowheads="1"/>
              </p:cNvSpPr>
              <p:nvPr/>
            </p:nvSpPr>
            <p:spPr bwMode="auto">
              <a:xfrm>
                <a:off x="1297" y="2089"/>
                <a:ext cx="278" cy="23"/>
              </a:xfrm>
              <a:prstGeom prst="rect">
                <a:avLst/>
              </a:prstGeom>
              <a:gradFill rotWithShape="0">
                <a:gsLst>
                  <a:gs pos="0">
                    <a:schemeClr val="accent1"/>
                  </a:gs>
                  <a:gs pos="100000">
                    <a:schemeClr val="accent1">
                      <a:gamma/>
                      <a:shade val="46275"/>
                      <a:invGamma/>
                    </a:schemeClr>
                  </a:gs>
                </a:gsLst>
                <a:lin ang="5400000" scaled="1"/>
              </a:grad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59" name="Freeform 635"/>
              <p:cNvSpPr>
                <a:spLocks/>
              </p:cNvSpPr>
              <p:nvPr/>
            </p:nvSpPr>
            <p:spPr bwMode="auto">
              <a:xfrm>
                <a:off x="1129" y="2031"/>
                <a:ext cx="110" cy="173"/>
              </a:xfrm>
              <a:custGeom>
                <a:avLst/>
                <a:gdLst>
                  <a:gd name="T0" fmla="*/ 184 w 184"/>
                  <a:gd name="T1" fmla="*/ 0 h 160"/>
                  <a:gd name="T2" fmla="*/ 184 w 184"/>
                  <a:gd name="T3" fmla="*/ 160 h 160"/>
                  <a:gd name="T4" fmla="*/ 48 w 184"/>
                  <a:gd name="T5" fmla="*/ 156 h 160"/>
                  <a:gd name="T6" fmla="*/ 0 w 184"/>
                  <a:gd name="T7" fmla="*/ 96 h 160"/>
                  <a:gd name="T8" fmla="*/ 0 w 184"/>
                  <a:gd name="T9" fmla="*/ 0 h 160"/>
                  <a:gd name="T10" fmla="*/ 184 w 184"/>
                  <a:gd name="T11" fmla="*/ 0 h 160"/>
                </a:gdLst>
                <a:ahLst/>
                <a:cxnLst>
                  <a:cxn ang="0">
                    <a:pos x="T0" y="T1"/>
                  </a:cxn>
                  <a:cxn ang="0">
                    <a:pos x="T2" y="T3"/>
                  </a:cxn>
                  <a:cxn ang="0">
                    <a:pos x="T4" y="T5"/>
                  </a:cxn>
                  <a:cxn ang="0">
                    <a:pos x="T6" y="T7"/>
                  </a:cxn>
                  <a:cxn ang="0">
                    <a:pos x="T8" y="T9"/>
                  </a:cxn>
                  <a:cxn ang="0">
                    <a:pos x="T10" y="T11"/>
                  </a:cxn>
                </a:cxnLst>
                <a:rect l="0" t="0" r="r" b="b"/>
                <a:pathLst>
                  <a:path w="184" h="160">
                    <a:moveTo>
                      <a:pt x="184" y="0"/>
                    </a:moveTo>
                    <a:lnTo>
                      <a:pt x="184" y="160"/>
                    </a:lnTo>
                    <a:lnTo>
                      <a:pt x="48" y="156"/>
                    </a:lnTo>
                    <a:lnTo>
                      <a:pt x="0" y="96"/>
                    </a:lnTo>
                    <a:lnTo>
                      <a:pt x="0" y="0"/>
                    </a:lnTo>
                    <a:lnTo>
                      <a:pt x="184" y="0"/>
                    </a:lnTo>
                    <a:close/>
                  </a:path>
                </a:pathLst>
              </a:custGeom>
              <a:gradFill rotWithShape="0">
                <a:gsLst>
                  <a:gs pos="0">
                    <a:schemeClr val="accent1"/>
                  </a:gs>
                  <a:gs pos="100000">
                    <a:schemeClr val="accent1">
                      <a:gamma/>
                      <a:shade val="46275"/>
                      <a:invGamma/>
                    </a:schemeClr>
                  </a:gs>
                </a:gsLst>
                <a:lin ang="5400000" scaled="1"/>
              </a:gradFill>
              <a:ln w="63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60" name="Line 636"/>
              <p:cNvSpPr>
                <a:spLocks noChangeShapeType="1"/>
              </p:cNvSpPr>
              <p:nvPr/>
            </p:nvSpPr>
            <p:spPr bwMode="auto">
              <a:xfrm flipV="1">
                <a:off x="1184" y="2200"/>
                <a:ext cx="0" cy="27"/>
              </a:xfrm>
              <a:prstGeom prst="line">
                <a:avLst/>
              </a:prstGeom>
              <a:no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61" name="Line 637"/>
              <p:cNvSpPr>
                <a:spLocks noChangeShapeType="1"/>
              </p:cNvSpPr>
              <p:nvPr/>
            </p:nvSpPr>
            <p:spPr bwMode="auto">
              <a:xfrm flipV="1">
                <a:off x="1154" y="2200"/>
                <a:ext cx="0" cy="27"/>
              </a:xfrm>
              <a:prstGeom prst="line">
                <a:avLst/>
              </a:prstGeom>
              <a:no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62" name="Rectangle 638"/>
              <p:cNvSpPr>
                <a:spLocks noChangeArrowheads="1"/>
              </p:cNvSpPr>
              <p:nvPr/>
            </p:nvSpPr>
            <p:spPr bwMode="auto">
              <a:xfrm>
                <a:off x="1260" y="2044"/>
                <a:ext cx="42" cy="108"/>
              </a:xfrm>
              <a:prstGeom prst="rect">
                <a:avLst/>
              </a:prstGeom>
              <a:gradFill rotWithShape="0">
                <a:gsLst>
                  <a:gs pos="0">
                    <a:schemeClr val="accent1"/>
                  </a:gs>
                  <a:gs pos="100000">
                    <a:schemeClr val="accent1">
                      <a:gamma/>
                      <a:shade val="46275"/>
                      <a:invGamma/>
                    </a:schemeClr>
                  </a:gs>
                </a:gsLst>
                <a:lin ang="5400000" scaled="1"/>
              </a:grad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grpSp>
          <p:nvGrpSpPr>
            <p:cNvPr id="167" name="Group 606"/>
            <p:cNvGrpSpPr>
              <a:grpSpLocks/>
            </p:cNvGrpSpPr>
            <p:nvPr/>
          </p:nvGrpSpPr>
          <p:grpSpPr bwMode="auto">
            <a:xfrm rot="12091">
              <a:off x="2315123" y="5388741"/>
              <a:ext cx="220094" cy="96637"/>
              <a:chOff x="1539" y="2880"/>
              <a:chExt cx="648" cy="243"/>
            </a:xfrm>
          </p:grpSpPr>
          <p:sp>
            <p:nvSpPr>
              <p:cNvPr id="168" name="Rectangle 607"/>
              <p:cNvSpPr>
                <a:spLocks noChangeArrowheads="1"/>
              </p:cNvSpPr>
              <p:nvPr/>
            </p:nvSpPr>
            <p:spPr bwMode="auto">
              <a:xfrm>
                <a:off x="2115" y="2880"/>
                <a:ext cx="72" cy="243"/>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sp>
            <p:nvSpPr>
              <p:cNvPr id="169" name="Rectangle 608"/>
              <p:cNvSpPr>
                <a:spLocks noChangeArrowheads="1"/>
              </p:cNvSpPr>
              <p:nvPr/>
            </p:nvSpPr>
            <p:spPr bwMode="auto">
              <a:xfrm>
                <a:off x="1539" y="2970"/>
                <a:ext cx="576" cy="56"/>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grpSp>
        <p:sp>
          <p:nvSpPr>
            <p:cNvPr id="171" name="Freeform 956"/>
            <p:cNvSpPr>
              <a:spLocks/>
            </p:cNvSpPr>
            <p:nvPr/>
          </p:nvSpPr>
          <p:spPr bwMode="auto">
            <a:xfrm rot="120000" flipH="1" flipV="1">
              <a:off x="2232373" y="2308358"/>
              <a:ext cx="107268" cy="1492558"/>
            </a:xfrm>
            <a:custGeom>
              <a:avLst/>
              <a:gdLst>
                <a:gd name="T0" fmla="*/ 78 w 125"/>
                <a:gd name="T1" fmla="*/ 1839 h 1947"/>
                <a:gd name="T2" fmla="*/ 24 w 125"/>
                <a:gd name="T3" fmla="*/ 1006 h 1947"/>
                <a:gd name="T4" fmla="*/ 15 w 125"/>
                <a:gd name="T5" fmla="*/ 384 h 1947"/>
                <a:gd name="T6" fmla="*/ 3 w 125"/>
                <a:gd name="T7" fmla="*/ 177 h 1947"/>
                <a:gd name="T8" fmla="*/ 6 w 125"/>
                <a:gd name="T9" fmla="*/ 4 h 1947"/>
                <a:gd name="T10" fmla="*/ 42 w 125"/>
                <a:gd name="T11" fmla="*/ 199 h 1947"/>
                <a:gd name="T12" fmla="*/ 24 w 125"/>
                <a:gd name="T13" fmla="*/ 251 h 1947"/>
                <a:gd name="T14" fmla="*/ 48 w 125"/>
                <a:gd name="T15" fmla="*/ 387 h 1947"/>
                <a:gd name="T16" fmla="*/ 66 w 125"/>
                <a:gd name="T17" fmla="*/ 907 h 1947"/>
                <a:gd name="T18" fmla="*/ 102 w 125"/>
                <a:gd name="T19" fmla="*/ 1168 h 1947"/>
                <a:gd name="T20" fmla="*/ 99 w 125"/>
                <a:gd name="T21" fmla="*/ 1655 h 1947"/>
                <a:gd name="T22" fmla="*/ 78 w 125"/>
                <a:gd name="T23" fmla="*/ 1839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5" h="1947">
                  <a:moveTo>
                    <a:pt x="78" y="1839"/>
                  </a:moveTo>
                  <a:cubicBezTo>
                    <a:pt x="67" y="1704"/>
                    <a:pt x="34" y="1248"/>
                    <a:pt x="24" y="1006"/>
                  </a:cubicBezTo>
                  <a:cubicBezTo>
                    <a:pt x="23" y="806"/>
                    <a:pt x="29" y="587"/>
                    <a:pt x="15" y="384"/>
                  </a:cubicBezTo>
                  <a:cubicBezTo>
                    <a:pt x="12" y="246"/>
                    <a:pt x="5" y="240"/>
                    <a:pt x="3" y="177"/>
                  </a:cubicBezTo>
                  <a:cubicBezTo>
                    <a:pt x="3" y="142"/>
                    <a:pt x="0" y="0"/>
                    <a:pt x="6" y="4"/>
                  </a:cubicBezTo>
                  <a:cubicBezTo>
                    <a:pt x="9" y="26"/>
                    <a:pt x="39" y="158"/>
                    <a:pt x="42" y="199"/>
                  </a:cubicBezTo>
                  <a:cubicBezTo>
                    <a:pt x="38" y="218"/>
                    <a:pt x="29" y="233"/>
                    <a:pt x="24" y="251"/>
                  </a:cubicBezTo>
                  <a:cubicBezTo>
                    <a:pt x="26" y="296"/>
                    <a:pt x="27" y="348"/>
                    <a:pt x="48" y="387"/>
                  </a:cubicBezTo>
                  <a:cubicBezTo>
                    <a:pt x="71" y="559"/>
                    <a:pt x="38" y="736"/>
                    <a:pt x="66" y="907"/>
                  </a:cubicBezTo>
                  <a:cubicBezTo>
                    <a:pt x="70" y="988"/>
                    <a:pt x="81" y="1091"/>
                    <a:pt x="102" y="1168"/>
                  </a:cubicBezTo>
                  <a:cubicBezTo>
                    <a:pt x="108" y="1329"/>
                    <a:pt x="125" y="1496"/>
                    <a:pt x="99" y="1655"/>
                  </a:cubicBezTo>
                  <a:cubicBezTo>
                    <a:pt x="95" y="1767"/>
                    <a:pt x="90" y="1947"/>
                    <a:pt x="78" y="1839"/>
                  </a:cubicBezTo>
                  <a:close/>
                </a:path>
              </a:pathLst>
            </a:custGeom>
            <a:gradFill rotWithShape="1">
              <a:gsLst>
                <a:gs pos="0">
                  <a:schemeClr val="bg1">
                    <a:alpha val="39999"/>
                  </a:schemeClr>
                </a:gs>
                <a:gs pos="100000">
                  <a:schemeClr val="bg1">
                    <a:gamma/>
                    <a:shade val="86275"/>
                    <a:invGamma/>
                    <a:alpha val="39999"/>
                  </a:schemeClr>
                </a:gs>
              </a:gsLst>
              <a:lin ang="5400000" scaled="1"/>
            </a:gradFill>
            <a:ln>
              <a:noFill/>
            </a:ln>
            <a:effectLst/>
            <a:extLst>
              <a:ext uri="{91240B29-F687-4F45-9708-019B960494DF}">
                <a14:hiddenLine xmlns:a14="http://schemas.microsoft.com/office/drawing/2010/main" w="28575" cap="flat" cmpd="sng">
                  <a:solidFill>
                    <a:schemeClr val="bg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p>
              <a:endParaRPr lang="en-US" sz="1200"/>
            </a:p>
          </p:txBody>
        </p:sp>
        <p:cxnSp>
          <p:nvCxnSpPr>
            <p:cNvPr id="275" name="AutoShape 609"/>
            <p:cNvCxnSpPr>
              <a:cxnSpLocks noChangeShapeType="1"/>
            </p:cNvCxnSpPr>
            <p:nvPr/>
          </p:nvCxnSpPr>
          <p:spPr bwMode="auto">
            <a:xfrm flipV="1">
              <a:off x="2535216" y="5437448"/>
              <a:ext cx="1378260" cy="1"/>
            </a:xfrm>
            <a:prstGeom prst="bentConnector3">
              <a:avLst>
                <a:gd name="adj1" fmla="val 50000"/>
              </a:avLst>
            </a:prstGeom>
            <a:noFill/>
            <a:ln w="19050">
              <a:noFill/>
              <a:prstDash val="sysDot"/>
            </a:ln>
          </p:spPr>
          <p:style>
            <a:lnRef idx="2">
              <a:schemeClr val="accent1">
                <a:shade val="50000"/>
              </a:schemeClr>
            </a:lnRef>
            <a:fillRef idx="1">
              <a:schemeClr val="accent1"/>
            </a:fillRef>
            <a:effectRef idx="0">
              <a:schemeClr val="accent1"/>
            </a:effectRef>
            <a:fontRef idx="minor">
              <a:schemeClr val="lt1"/>
            </a:fontRef>
          </p:style>
        </p:cxnSp>
        <p:grpSp>
          <p:nvGrpSpPr>
            <p:cNvPr id="276" name="Group 275"/>
            <p:cNvGrpSpPr/>
            <p:nvPr/>
          </p:nvGrpSpPr>
          <p:grpSpPr>
            <a:xfrm>
              <a:off x="3887924" y="5307517"/>
              <a:ext cx="352757" cy="883187"/>
              <a:chOff x="5873987" y="1896131"/>
              <a:chExt cx="786245" cy="1968500"/>
            </a:xfrm>
          </p:grpSpPr>
          <p:sp>
            <p:nvSpPr>
              <p:cNvPr id="277" name="Rectangle 611"/>
              <p:cNvSpPr>
                <a:spLocks noChangeArrowheads="1"/>
              </p:cNvSpPr>
              <p:nvPr/>
            </p:nvSpPr>
            <p:spPr bwMode="auto">
              <a:xfrm>
                <a:off x="5874706" y="1899306"/>
                <a:ext cx="785526" cy="1965325"/>
              </a:xfrm>
              <a:prstGeom prst="rect">
                <a:avLst/>
              </a:prstGeom>
              <a:solidFill>
                <a:schemeClr val="bg1"/>
              </a:solidFill>
              <a:ln w="19050" algn="ctr">
                <a:solidFill>
                  <a:schemeClr val="tx1"/>
                </a:solidFill>
                <a:miter lim="800000"/>
                <a:headEnd/>
                <a:tailEnd/>
              </a:ln>
              <a:effectLst/>
              <a:extLst/>
            </p:spPr>
            <p:txBody>
              <a:bodyPr wrap="none" lIns="0" tIns="0" rIns="0" bIns="0" anchor="ctr">
                <a:noAutofit/>
              </a:bodyPr>
              <a:lstStyle/>
              <a:p>
                <a:pPr>
                  <a:defRPr/>
                </a:pPr>
                <a:endParaRPr lang="de-DE"/>
              </a:p>
            </p:txBody>
          </p:sp>
          <p:sp>
            <p:nvSpPr>
              <p:cNvPr id="278" name="Rectangle 611"/>
              <p:cNvSpPr>
                <a:spLocks noChangeArrowheads="1"/>
              </p:cNvSpPr>
              <p:nvPr/>
            </p:nvSpPr>
            <p:spPr bwMode="auto">
              <a:xfrm>
                <a:off x="5874706" y="1896131"/>
                <a:ext cx="785526" cy="1965325"/>
              </a:xfrm>
              <a:prstGeom prst="rect">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16200000" scaled="1"/>
                <a:tileRect/>
              </a:gradFill>
              <a:ln w="9525" algn="ctr">
                <a:noFill/>
                <a:miter lim="800000"/>
                <a:headEnd/>
                <a:tailEnd/>
              </a:ln>
              <a:effectLst/>
              <a:extLst/>
            </p:spPr>
            <p:txBody>
              <a:bodyPr wrap="none" lIns="0" tIns="0" rIns="0" bIns="0" anchor="ctr">
                <a:noAutofit/>
              </a:bodyPr>
              <a:lstStyle/>
              <a:p>
                <a:pPr>
                  <a:defRPr/>
                </a:pPr>
                <a:endParaRPr lang="de-DE"/>
              </a:p>
            </p:txBody>
          </p:sp>
          <p:sp>
            <p:nvSpPr>
              <p:cNvPr id="279" name="Rectangle 611"/>
              <p:cNvSpPr>
                <a:spLocks noChangeArrowheads="1"/>
              </p:cNvSpPr>
              <p:nvPr/>
            </p:nvSpPr>
            <p:spPr bwMode="auto">
              <a:xfrm flipH="1">
                <a:off x="6156176" y="3800842"/>
                <a:ext cx="504056" cy="45719"/>
              </a:xfrm>
              <a:prstGeom prst="rect">
                <a:avLst/>
              </a:prstGeom>
              <a:gradFill flip="none" rotWithShape="1">
                <a:gsLst>
                  <a:gs pos="0">
                    <a:srgbClr val="D9D9D9">
                      <a:lumMod val="0"/>
                      <a:lumOff val="100000"/>
                      <a:alpha val="59000"/>
                    </a:srgbClr>
                  </a:gs>
                  <a:gs pos="27000">
                    <a:schemeClr val="bg1">
                      <a:shade val="100000"/>
                      <a:satMod val="115000"/>
                      <a:alpha val="0"/>
                    </a:schemeClr>
                  </a:gs>
                </a:gsLst>
                <a:lin ang="0" scaled="1"/>
                <a:tileRect/>
              </a:gradFill>
              <a:ln w="9525" algn="ctr">
                <a:noFill/>
                <a:miter lim="800000"/>
                <a:headEnd/>
                <a:tailEnd/>
              </a:ln>
              <a:effectLst/>
              <a:extLst/>
            </p:spPr>
            <p:txBody>
              <a:bodyPr wrap="none" lIns="0" tIns="0" rIns="0" bIns="0" anchor="ctr">
                <a:noAutofit/>
              </a:bodyPr>
              <a:lstStyle/>
              <a:p>
                <a:pPr>
                  <a:defRPr/>
                </a:pPr>
                <a:endParaRPr lang="de-DE"/>
              </a:p>
            </p:txBody>
          </p:sp>
          <p:sp>
            <p:nvSpPr>
              <p:cNvPr id="280" name="Rectangle 611"/>
              <p:cNvSpPr>
                <a:spLocks noChangeArrowheads="1"/>
              </p:cNvSpPr>
              <p:nvPr/>
            </p:nvSpPr>
            <p:spPr bwMode="auto">
              <a:xfrm>
                <a:off x="5873987" y="3800842"/>
                <a:ext cx="504056" cy="45719"/>
              </a:xfrm>
              <a:prstGeom prst="rect">
                <a:avLst/>
              </a:prstGeom>
              <a:gradFill flip="none" rotWithShape="1">
                <a:gsLst>
                  <a:gs pos="0">
                    <a:schemeClr val="bg2">
                      <a:shade val="30000"/>
                      <a:satMod val="115000"/>
                    </a:schemeClr>
                  </a:gs>
                  <a:gs pos="100000">
                    <a:schemeClr val="bg2">
                      <a:shade val="100000"/>
                      <a:satMod val="115000"/>
                      <a:alpha val="0"/>
                    </a:schemeClr>
                  </a:gs>
                </a:gsLst>
                <a:lin ang="0" scaled="1"/>
                <a:tileRect/>
              </a:gradFill>
              <a:ln w="9525" algn="ctr">
                <a:noFill/>
                <a:miter lim="800000"/>
                <a:headEnd/>
                <a:tailEnd/>
              </a:ln>
              <a:effectLst/>
              <a:extLst/>
            </p:spPr>
            <p:txBody>
              <a:bodyPr wrap="none" lIns="0" tIns="0" rIns="0" bIns="0" anchor="ctr">
                <a:noAutofit/>
              </a:bodyPr>
              <a:lstStyle/>
              <a:p>
                <a:pPr>
                  <a:defRPr/>
                </a:pPr>
                <a:endParaRPr lang="de-DE"/>
              </a:p>
            </p:txBody>
          </p:sp>
          <p:sp>
            <p:nvSpPr>
              <p:cNvPr id="281" name="Rectangle 611"/>
              <p:cNvSpPr>
                <a:spLocks noChangeArrowheads="1"/>
              </p:cNvSpPr>
              <p:nvPr/>
            </p:nvSpPr>
            <p:spPr bwMode="auto">
              <a:xfrm>
                <a:off x="5874782" y="1896131"/>
                <a:ext cx="504056" cy="1893317"/>
              </a:xfrm>
              <a:prstGeom prst="rect">
                <a:avLst/>
              </a:prstGeom>
              <a:gradFill flip="none" rotWithShape="1">
                <a:gsLst>
                  <a:gs pos="0">
                    <a:schemeClr val="bg2"/>
                  </a:gs>
                  <a:gs pos="57000">
                    <a:schemeClr val="bg1">
                      <a:shade val="100000"/>
                      <a:satMod val="115000"/>
                      <a:alpha val="0"/>
                    </a:schemeClr>
                  </a:gs>
                </a:gsLst>
                <a:lin ang="0" scaled="1"/>
                <a:tileRect/>
              </a:gradFill>
              <a:ln w="9525" algn="ctr">
                <a:noFill/>
                <a:miter lim="800000"/>
                <a:headEnd/>
                <a:tailEnd/>
              </a:ln>
              <a:effectLst/>
              <a:extLst/>
            </p:spPr>
            <p:txBody>
              <a:bodyPr wrap="none" lIns="0" tIns="0" rIns="0" bIns="0" anchor="ctr">
                <a:noAutofit/>
              </a:bodyPr>
              <a:lstStyle/>
              <a:p>
                <a:pPr>
                  <a:defRPr/>
                </a:pPr>
                <a:endParaRPr lang="de-DE"/>
              </a:p>
            </p:txBody>
          </p:sp>
          <p:sp>
            <p:nvSpPr>
              <p:cNvPr id="282" name="Rectangle 611"/>
              <p:cNvSpPr>
                <a:spLocks noChangeArrowheads="1"/>
              </p:cNvSpPr>
              <p:nvPr/>
            </p:nvSpPr>
            <p:spPr bwMode="auto">
              <a:xfrm flipH="1">
                <a:off x="6156176" y="1896131"/>
                <a:ext cx="504056" cy="1893317"/>
              </a:xfrm>
              <a:prstGeom prst="rect">
                <a:avLst/>
              </a:prstGeom>
              <a:gradFill flip="none" rotWithShape="1">
                <a:gsLst>
                  <a:gs pos="0">
                    <a:srgbClr val="D9D9D9">
                      <a:lumMod val="0"/>
                      <a:lumOff val="100000"/>
                      <a:alpha val="59000"/>
                    </a:srgbClr>
                  </a:gs>
                  <a:gs pos="27000">
                    <a:schemeClr val="bg1">
                      <a:shade val="100000"/>
                      <a:satMod val="115000"/>
                      <a:alpha val="0"/>
                    </a:schemeClr>
                  </a:gs>
                </a:gsLst>
                <a:lin ang="0" scaled="1"/>
                <a:tileRect/>
              </a:gradFill>
              <a:ln w="9525" algn="ctr">
                <a:noFill/>
                <a:miter lim="800000"/>
                <a:headEnd/>
                <a:tailEnd/>
              </a:ln>
              <a:effectLst/>
              <a:extLst/>
            </p:spPr>
            <p:txBody>
              <a:bodyPr wrap="none" lIns="0" tIns="0" rIns="0" bIns="0" anchor="ctr">
                <a:noAutofit/>
              </a:bodyPr>
              <a:lstStyle/>
              <a:p>
                <a:pPr>
                  <a:defRPr/>
                </a:pPr>
                <a:endParaRPr lang="de-DE"/>
              </a:p>
            </p:txBody>
          </p:sp>
          <p:sp>
            <p:nvSpPr>
              <p:cNvPr id="283" name="Rectangle 612"/>
              <p:cNvSpPr>
                <a:spLocks noChangeArrowheads="1"/>
              </p:cNvSpPr>
              <p:nvPr/>
            </p:nvSpPr>
            <p:spPr bwMode="auto">
              <a:xfrm>
                <a:off x="5930938" y="1953244"/>
                <a:ext cx="673062" cy="1744555"/>
              </a:xfrm>
              <a:prstGeom prst="rect">
                <a:avLst/>
              </a:prstGeom>
              <a:gradFill flip="none" rotWithShape="1">
                <a:gsLst>
                  <a:gs pos="0">
                    <a:srgbClr val="DDDDDD">
                      <a:shade val="30000"/>
                      <a:satMod val="115000"/>
                    </a:srgbClr>
                  </a:gs>
                  <a:gs pos="50000">
                    <a:srgbClr val="DDDDDD">
                      <a:shade val="67500"/>
                      <a:satMod val="115000"/>
                    </a:srgbClr>
                  </a:gs>
                  <a:gs pos="100000">
                    <a:srgbClr val="DDDDDD">
                      <a:shade val="100000"/>
                      <a:satMod val="115000"/>
                    </a:srgbClr>
                  </a:gs>
                </a:gsLst>
                <a:lin ang="16200000" scaled="1"/>
                <a:tileRect/>
              </a:gradFill>
              <a:ln w="6350">
                <a:solidFill>
                  <a:schemeClr val="tx1"/>
                </a:solidFill>
                <a:miter lim="800000"/>
                <a:headEnd/>
                <a:tailEnd/>
              </a:ln>
            </p:spPr>
            <p:txBody>
              <a:bodyPr wrap="none" lIns="0" tIns="0" rIns="0" bIns="0" anchor="ctr">
                <a:no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eaLnBrk="1" hangingPunct="1"/>
                <a:endParaRPr lang="de-DE" altLang="en-US">
                  <a:cs typeface="Arial" charset="0"/>
                </a:endParaRPr>
              </a:p>
            </p:txBody>
          </p:sp>
          <p:sp>
            <p:nvSpPr>
              <p:cNvPr id="284" name="Rectangle 611"/>
              <p:cNvSpPr>
                <a:spLocks noChangeArrowheads="1"/>
              </p:cNvSpPr>
              <p:nvPr/>
            </p:nvSpPr>
            <p:spPr bwMode="auto">
              <a:xfrm flipH="1">
                <a:off x="6150836" y="1961318"/>
                <a:ext cx="447824" cy="1733550"/>
              </a:xfrm>
              <a:prstGeom prst="rect">
                <a:avLst/>
              </a:prstGeom>
              <a:gradFill flip="none" rotWithShape="1">
                <a:gsLst>
                  <a:gs pos="0">
                    <a:srgbClr val="D9D9D9">
                      <a:lumMod val="0"/>
                      <a:lumOff val="100000"/>
                      <a:alpha val="76000"/>
                    </a:srgbClr>
                  </a:gs>
                  <a:gs pos="100000">
                    <a:schemeClr val="bg1">
                      <a:shade val="100000"/>
                      <a:satMod val="115000"/>
                      <a:alpha val="0"/>
                    </a:schemeClr>
                  </a:gs>
                </a:gsLst>
                <a:lin ang="0" scaled="1"/>
                <a:tileRect/>
              </a:gradFill>
              <a:ln w="9525" algn="ctr">
                <a:noFill/>
                <a:miter lim="800000"/>
                <a:headEnd/>
                <a:tailEnd/>
              </a:ln>
              <a:effectLst/>
              <a:extLst/>
            </p:spPr>
            <p:txBody>
              <a:bodyPr wrap="none" lIns="0" tIns="0" rIns="0" bIns="0" anchor="ctr">
                <a:noAutofit/>
              </a:bodyPr>
              <a:lstStyle/>
              <a:p>
                <a:pPr>
                  <a:defRPr/>
                </a:pPr>
                <a:endParaRPr lang="de-DE"/>
              </a:p>
            </p:txBody>
          </p:sp>
          <p:sp>
            <p:nvSpPr>
              <p:cNvPr id="285" name="Rectangle 616"/>
              <p:cNvSpPr>
                <a:spLocks noChangeArrowheads="1"/>
              </p:cNvSpPr>
              <p:nvPr/>
            </p:nvSpPr>
            <p:spPr bwMode="auto">
              <a:xfrm>
                <a:off x="6154850" y="2399594"/>
                <a:ext cx="225238" cy="138235"/>
              </a:xfrm>
              <a:prstGeom prst="rect">
                <a:avLst/>
              </a:prstGeom>
              <a:gradFill flip="none" rotWithShape="1">
                <a:gsLst>
                  <a:gs pos="0">
                    <a:schemeClr val="folHlink">
                      <a:tint val="66000"/>
                      <a:satMod val="160000"/>
                    </a:schemeClr>
                  </a:gs>
                  <a:gs pos="50000">
                    <a:schemeClr val="folHlink">
                      <a:tint val="44500"/>
                      <a:satMod val="160000"/>
                    </a:schemeClr>
                  </a:gs>
                  <a:gs pos="100000">
                    <a:schemeClr val="folHlink">
                      <a:tint val="23500"/>
                      <a:satMod val="160000"/>
                    </a:schemeClr>
                  </a:gs>
                </a:gsLst>
                <a:lin ang="13500000" scaled="1"/>
                <a:tileRect/>
              </a:gradFill>
              <a:ln w="9525">
                <a:solidFill>
                  <a:schemeClr val="bg2"/>
                </a:solidFill>
                <a:miter lim="800000"/>
                <a:headEnd/>
                <a:tailEnd/>
              </a:ln>
            </p:spPr>
            <p:txBody>
              <a:bodyPr wrap="none" lIns="0" tIns="0" rIns="0" bIns="0" anchor="ctr">
                <a:no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eaLnBrk="1" hangingPunct="1"/>
                <a:endParaRPr lang="de-DE" altLang="en-US">
                  <a:cs typeface="Arial" charset="0"/>
                </a:endParaRPr>
              </a:p>
            </p:txBody>
          </p:sp>
          <p:sp>
            <p:nvSpPr>
              <p:cNvPr id="286" name="Rectangle 285"/>
              <p:cNvSpPr/>
              <p:nvPr/>
            </p:nvSpPr>
            <p:spPr bwMode="gray">
              <a:xfrm rot="16200000" flipV="1">
                <a:off x="5968275" y="2545052"/>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287" name="Rectangle 286"/>
              <p:cNvSpPr/>
              <p:nvPr/>
            </p:nvSpPr>
            <p:spPr bwMode="gray">
              <a:xfrm rot="16200000" flipV="1">
                <a:off x="5968275" y="2462718"/>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288" name="Rectangle 287"/>
              <p:cNvSpPr/>
              <p:nvPr/>
            </p:nvSpPr>
            <p:spPr bwMode="gray">
              <a:xfrm rot="16200000" flipV="1">
                <a:off x="5968275" y="2380384"/>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289" name="Rectangle 288"/>
              <p:cNvSpPr/>
              <p:nvPr/>
            </p:nvSpPr>
            <p:spPr bwMode="gray">
              <a:xfrm rot="16200000" flipV="1">
                <a:off x="5968275" y="2298050"/>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290" name="Rectangle 289"/>
              <p:cNvSpPr/>
              <p:nvPr/>
            </p:nvSpPr>
            <p:spPr bwMode="gray">
              <a:xfrm rot="16200000" flipV="1">
                <a:off x="5968275" y="2215716"/>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291" name="Rectangle 290"/>
              <p:cNvSpPr/>
              <p:nvPr/>
            </p:nvSpPr>
            <p:spPr bwMode="gray">
              <a:xfrm rot="16200000" flipV="1">
                <a:off x="5968275" y="2133382"/>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292" name="Rectangle 291"/>
              <p:cNvSpPr/>
              <p:nvPr/>
            </p:nvSpPr>
            <p:spPr bwMode="gray">
              <a:xfrm rot="16200000" flipV="1">
                <a:off x="5968275" y="2051048"/>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293" name="Rectangle 292"/>
              <p:cNvSpPr/>
              <p:nvPr/>
            </p:nvSpPr>
            <p:spPr bwMode="gray">
              <a:xfrm rot="16200000" flipV="1">
                <a:off x="5968275" y="1968714"/>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294" name="Rectangle 293"/>
              <p:cNvSpPr/>
              <p:nvPr/>
            </p:nvSpPr>
            <p:spPr bwMode="gray">
              <a:xfrm rot="16200000" flipV="1">
                <a:off x="5968275" y="3203724"/>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295" name="Rectangle 294"/>
              <p:cNvSpPr/>
              <p:nvPr/>
            </p:nvSpPr>
            <p:spPr bwMode="gray">
              <a:xfrm rot="16200000" flipV="1">
                <a:off x="5968275" y="3121390"/>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296" name="Rectangle 295"/>
              <p:cNvSpPr/>
              <p:nvPr/>
            </p:nvSpPr>
            <p:spPr bwMode="gray">
              <a:xfrm rot="16200000" flipV="1">
                <a:off x="5968275" y="3039056"/>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297" name="Rectangle 296"/>
              <p:cNvSpPr/>
              <p:nvPr/>
            </p:nvSpPr>
            <p:spPr bwMode="gray">
              <a:xfrm rot="16200000" flipV="1">
                <a:off x="5968275" y="2956722"/>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298" name="Rectangle 297"/>
              <p:cNvSpPr/>
              <p:nvPr/>
            </p:nvSpPr>
            <p:spPr bwMode="gray">
              <a:xfrm rot="16200000" flipV="1">
                <a:off x="5968275" y="2874388"/>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299" name="Rectangle 298"/>
              <p:cNvSpPr/>
              <p:nvPr/>
            </p:nvSpPr>
            <p:spPr bwMode="gray">
              <a:xfrm rot="16200000" flipV="1">
                <a:off x="5968275" y="2792054"/>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00" name="Rectangle 299"/>
              <p:cNvSpPr/>
              <p:nvPr/>
            </p:nvSpPr>
            <p:spPr bwMode="gray">
              <a:xfrm rot="16200000" flipV="1">
                <a:off x="5968275" y="2709720"/>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01" name="Rectangle 300"/>
              <p:cNvSpPr/>
              <p:nvPr/>
            </p:nvSpPr>
            <p:spPr bwMode="gray">
              <a:xfrm rot="16200000" flipV="1">
                <a:off x="5968275" y="2627386"/>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02" name="Rectangle 301"/>
              <p:cNvSpPr/>
              <p:nvPr/>
            </p:nvSpPr>
            <p:spPr bwMode="gray">
              <a:xfrm rot="16200000" flipV="1">
                <a:off x="5968275" y="3615386"/>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03" name="Rectangle 302"/>
              <p:cNvSpPr/>
              <p:nvPr/>
            </p:nvSpPr>
            <p:spPr bwMode="gray">
              <a:xfrm rot="16200000" flipV="1">
                <a:off x="5968275" y="3533060"/>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04" name="Rectangle 303"/>
              <p:cNvSpPr/>
              <p:nvPr/>
            </p:nvSpPr>
            <p:spPr bwMode="gray">
              <a:xfrm rot="16200000" flipV="1">
                <a:off x="5968275" y="3450726"/>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05" name="Rectangle 304"/>
              <p:cNvSpPr/>
              <p:nvPr/>
            </p:nvSpPr>
            <p:spPr bwMode="gray">
              <a:xfrm rot="16200000" flipV="1">
                <a:off x="5968275" y="3368392"/>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sp>
            <p:nvSpPr>
              <p:cNvPr id="306" name="Rectangle 305"/>
              <p:cNvSpPr/>
              <p:nvPr/>
            </p:nvSpPr>
            <p:spPr bwMode="gray">
              <a:xfrm rot="16200000" flipV="1">
                <a:off x="5968275" y="3286058"/>
                <a:ext cx="36000" cy="72008"/>
              </a:xfrm>
              <a:prstGeom prst="rect">
                <a:avLst/>
              </a:prstGeom>
              <a:solidFill>
                <a:schemeClr val="bg2"/>
              </a:solidFill>
              <a:ln w="9525" cap="flat" cmpd="sng" algn="ctr">
                <a:noFill/>
                <a:prstDash val="solid"/>
              </a:ln>
              <a:effectLst/>
            </p:spPr>
            <p:txBody>
              <a:bodyPr wrap="none" lIns="0" tIns="0" rIns="0" bIns="0" rtlCol="0" anchor="ctr">
                <a:noAutofit/>
              </a:bodyP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smtClean="0">
                  <a:ln>
                    <a:noFill/>
                  </a:ln>
                  <a:solidFill>
                    <a:srgbClr val="FFFFFF"/>
                  </a:solidFill>
                  <a:effectLst/>
                  <a:uLnTx/>
                  <a:uFillTx/>
                  <a:latin typeface="Arial" pitchFamily="34" charset="0"/>
                  <a:ea typeface="+mn-ea"/>
                  <a:cs typeface="Arial" pitchFamily="34" charset="0"/>
                </a:endParaRPr>
              </a:p>
            </p:txBody>
          </p:sp>
        </p:grpSp>
      </p:grpSp>
      <p:cxnSp>
        <p:nvCxnSpPr>
          <p:cNvPr id="180" name="Gerade Verbindung 179"/>
          <p:cNvCxnSpPr/>
          <p:nvPr/>
        </p:nvCxnSpPr>
        <p:spPr bwMode="gray">
          <a:xfrm>
            <a:off x="2532534" y="5438874"/>
            <a:ext cx="1353666" cy="0"/>
          </a:xfrm>
          <a:prstGeom prst="line">
            <a:avLst/>
          </a:prstGeom>
          <a:no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pic>
        <p:nvPicPr>
          <p:cNvPr id="215" name="Picture 7" descr="IMG_0460"/>
          <p:cNvPicPr>
            <a:picLocks noChangeAspect="1" noChangeArrowheads="1"/>
          </p:cNvPicPr>
          <p:nvPr>
            <p:custDataLst>
              <p:tags r:id="rId3"/>
            </p:custDataLst>
          </p:nvPr>
        </p:nvPicPr>
        <p:blipFill rotWithShape="1">
          <a:blip r:embed="rId17">
            <a:extLst>
              <a:ext uri="{BEBA8EAE-BF5A-486C-A8C5-ECC9F3942E4B}">
                <a14:imgProps xmlns:a14="http://schemas.microsoft.com/office/drawing/2010/main">
                  <a14:imgLayer r:embed="rId18">
                    <a14:imgEffect>
                      <a14:brightnessContrast bright="40000" contrast="-20000"/>
                    </a14:imgEffect>
                  </a14:imgLayer>
                </a14:imgProps>
              </a:ext>
              <a:ext uri="{28A0092B-C50C-407E-A947-70E740481C1C}">
                <a14:useLocalDpi xmlns:a14="http://schemas.microsoft.com/office/drawing/2010/main" val="0"/>
              </a:ext>
            </a:extLst>
          </a:blip>
          <a:srcRect l="34765" r="16998" b="68827"/>
          <a:stretch/>
        </p:blipFill>
        <p:spPr bwMode="auto">
          <a:xfrm>
            <a:off x="3575461" y="4977172"/>
            <a:ext cx="900000" cy="900000"/>
          </a:xfrm>
          <a:prstGeom prst="ellipse">
            <a:avLst/>
          </a:prstGeom>
          <a:noFill/>
          <a:ln w="19050" cap="sq">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grpSp>
        <p:nvGrpSpPr>
          <p:cNvPr id="47111" name="Group 47110"/>
          <p:cNvGrpSpPr>
            <a:grpSpLocks noChangeAspect="1"/>
          </p:cNvGrpSpPr>
          <p:nvPr>
            <p:custDataLst>
              <p:tags r:id="rId4"/>
            </p:custDataLst>
          </p:nvPr>
        </p:nvGrpSpPr>
        <p:grpSpPr>
          <a:xfrm>
            <a:off x="2266611" y="4977172"/>
            <a:ext cx="900000" cy="900000"/>
            <a:chOff x="5148064" y="7406640"/>
            <a:chExt cx="676800" cy="676800"/>
          </a:xfrm>
        </p:grpSpPr>
        <p:sp>
          <p:nvSpPr>
            <p:cNvPr id="230" name="Oval 229"/>
            <p:cNvSpPr>
              <a:spLocks noChangeAspect="1"/>
            </p:cNvSpPr>
            <p:nvPr/>
          </p:nvSpPr>
          <p:spPr bwMode="gray">
            <a:xfrm>
              <a:off x="5148064" y="7406640"/>
              <a:ext cx="676800" cy="676800"/>
            </a:xfrm>
            <a:prstGeom prst="ellipse">
              <a:avLst/>
            </a:prstGeom>
            <a:solidFill>
              <a:schemeClr val="bg1"/>
            </a:solidFill>
            <a:ln w="19050" cap="flat" cmpd="sng" algn="ctr">
              <a:solidFill>
                <a:schemeClr val="accent1"/>
              </a:solid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pic>
          <p:nvPicPr>
            <p:cNvPr id="198" name="Picture 30" descr="PFE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314617" y="7554226"/>
              <a:ext cx="351678" cy="445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1" name="Group 230"/>
          <p:cNvGrpSpPr/>
          <p:nvPr>
            <p:custDataLst>
              <p:tags r:id="rId5"/>
            </p:custDataLst>
          </p:nvPr>
        </p:nvGrpSpPr>
        <p:grpSpPr>
          <a:xfrm>
            <a:off x="385954" y="2636912"/>
            <a:ext cx="729662" cy="729662"/>
            <a:chOff x="7949737" y="2674214"/>
            <a:chExt cx="702552" cy="702552"/>
          </a:xfrm>
        </p:grpSpPr>
        <p:sp>
          <p:nvSpPr>
            <p:cNvPr id="232" name="Oval 231"/>
            <p:cNvSpPr/>
            <p:nvPr/>
          </p:nvSpPr>
          <p:spPr bwMode="gray">
            <a:xfrm>
              <a:off x="7949737" y="2674214"/>
              <a:ext cx="702552" cy="702552"/>
            </a:xfrm>
            <a:prstGeom prst="ellips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33" name="Oval 232"/>
            <p:cNvSpPr/>
            <p:nvPr/>
          </p:nvSpPr>
          <p:spPr bwMode="gray">
            <a:xfrm>
              <a:off x="8410557" y="3099383"/>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34" name="Oval 233"/>
            <p:cNvSpPr/>
            <p:nvPr/>
          </p:nvSpPr>
          <p:spPr bwMode="gray">
            <a:xfrm>
              <a:off x="8162213" y="2803686"/>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35" name="Oval 234"/>
            <p:cNvSpPr/>
            <p:nvPr/>
          </p:nvSpPr>
          <p:spPr bwMode="gray">
            <a:xfrm>
              <a:off x="8096955" y="2916038"/>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36" name="Oval 235"/>
            <p:cNvSpPr/>
            <p:nvPr/>
          </p:nvSpPr>
          <p:spPr bwMode="gray">
            <a:xfrm>
              <a:off x="8266436" y="3198538"/>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37" name="Oval 236"/>
            <p:cNvSpPr/>
            <p:nvPr/>
          </p:nvSpPr>
          <p:spPr bwMode="gray">
            <a:xfrm>
              <a:off x="8093687" y="3120147"/>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38" name="Oval 237"/>
            <p:cNvSpPr/>
            <p:nvPr/>
          </p:nvSpPr>
          <p:spPr bwMode="gray">
            <a:xfrm>
              <a:off x="8058937" y="2965196"/>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39" name="Oval 238"/>
            <p:cNvSpPr/>
            <p:nvPr/>
          </p:nvSpPr>
          <p:spPr bwMode="gray">
            <a:xfrm>
              <a:off x="8107225" y="2802494"/>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40" name="Oval 239"/>
            <p:cNvSpPr/>
            <p:nvPr/>
          </p:nvSpPr>
          <p:spPr bwMode="gray">
            <a:xfrm>
              <a:off x="8382862" y="319522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41" name="Oval 240"/>
            <p:cNvSpPr/>
            <p:nvPr/>
          </p:nvSpPr>
          <p:spPr bwMode="gray">
            <a:xfrm>
              <a:off x="8130085" y="3081787"/>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42" name="Oval 241"/>
            <p:cNvSpPr/>
            <p:nvPr/>
          </p:nvSpPr>
          <p:spPr bwMode="gray">
            <a:xfrm>
              <a:off x="8308605" y="276649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43" name="Oval 242"/>
            <p:cNvSpPr/>
            <p:nvPr/>
          </p:nvSpPr>
          <p:spPr bwMode="gray">
            <a:xfrm>
              <a:off x="8182713" y="3152498"/>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44" name="Oval 243"/>
            <p:cNvSpPr/>
            <p:nvPr/>
          </p:nvSpPr>
          <p:spPr bwMode="gray">
            <a:xfrm>
              <a:off x="8294979" y="2868056"/>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45" name="Oval 244"/>
            <p:cNvSpPr/>
            <p:nvPr/>
          </p:nvSpPr>
          <p:spPr bwMode="gray">
            <a:xfrm>
              <a:off x="8258783" y="2982514"/>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46" name="Oval 245"/>
            <p:cNvSpPr/>
            <p:nvPr/>
          </p:nvSpPr>
          <p:spPr bwMode="gray">
            <a:xfrm>
              <a:off x="8250209" y="307216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47" name="Oval 246"/>
            <p:cNvSpPr/>
            <p:nvPr/>
          </p:nvSpPr>
          <p:spPr bwMode="gray">
            <a:xfrm>
              <a:off x="8165140" y="2959767"/>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48" name="Oval 247"/>
            <p:cNvSpPr/>
            <p:nvPr/>
          </p:nvSpPr>
          <p:spPr bwMode="gray">
            <a:xfrm>
              <a:off x="8351637" y="3010607"/>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49" name="Oval 248"/>
            <p:cNvSpPr/>
            <p:nvPr/>
          </p:nvSpPr>
          <p:spPr bwMode="gray">
            <a:xfrm>
              <a:off x="8443274" y="2879689"/>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50" name="Oval 249"/>
            <p:cNvSpPr/>
            <p:nvPr/>
          </p:nvSpPr>
          <p:spPr bwMode="gray">
            <a:xfrm>
              <a:off x="8406961" y="2840879"/>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51" name="Oval 250"/>
            <p:cNvSpPr/>
            <p:nvPr/>
          </p:nvSpPr>
          <p:spPr bwMode="gray">
            <a:xfrm>
              <a:off x="8202842" y="2910506"/>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52" name="Oval 251"/>
            <p:cNvSpPr/>
            <p:nvPr/>
          </p:nvSpPr>
          <p:spPr bwMode="gray">
            <a:xfrm>
              <a:off x="8345623" y="294651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53" name="Oval 252"/>
            <p:cNvSpPr/>
            <p:nvPr/>
          </p:nvSpPr>
          <p:spPr bwMode="gray">
            <a:xfrm>
              <a:off x="8454870" y="302061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54" name="Oval 253"/>
            <p:cNvSpPr/>
            <p:nvPr/>
          </p:nvSpPr>
          <p:spPr bwMode="gray">
            <a:xfrm>
              <a:off x="8322584" y="3116608"/>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grpSp>
      <p:grpSp>
        <p:nvGrpSpPr>
          <p:cNvPr id="255" name="Group 254"/>
          <p:cNvGrpSpPr/>
          <p:nvPr>
            <p:custDataLst>
              <p:tags r:id="rId6"/>
            </p:custDataLst>
          </p:nvPr>
        </p:nvGrpSpPr>
        <p:grpSpPr>
          <a:xfrm>
            <a:off x="394746" y="1736812"/>
            <a:ext cx="712078" cy="712078"/>
            <a:chOff x="5207522" y="3193351"/>
            <a:chExt cx="865552" cy="865552"/>
          </a:xfrm>
          <a:effectLst/>
        </p:grpSpPr>
        <p:sp>
          <p:nvSpPr>
            <p:cNvPr id="307" name="Oval 306"/>
            <p:cNvSpPr/>
            <p:nvPr/>
          </p:nvSpPr>
          <p:spPr bwMode="gray">
            <a:xfrm>
              <a:off x="5207522" y="3193351"/>
              <a:ext cx="865552" cy="8655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b="1" dirty="0" smtClean="0">
                <a:solidFill>
                  <a:schemeClr val="bg1"/>
                </a:solidFill>
                <a:latin typeface="Arial" pitchFamily="34" charset="0"/>
                <a:cs typeface="Arial" pitchFamily="34" charset="0"/>
              </a:endParaRPr>
            </a:p>
          </p:txBody>
        </p:sp>
        <p:sp>
          <p:nvSpPr>
            <p:cNvPr id="308" name="Rectangle 307"/>
            <p:cNvSpPr/>
            <p:nvPr/>
          </p:nvSpPr>
          <p:spPr bwMode="gray">
            <a:xfrm>
              <a:off x="5274788" y="3260619"/>
              <a:ext cx="731021" cy="731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r>
                <a:rPr lang="en-US" sz="1200" b="1" dirty="0" smtClean="0">
                  <a:solidFill>
                    <a:schemeClr val="bg1"/>
                  </a:solidFill>
                  <a:latin typeface="Arial" pitchFamily="34" charset="0"/>
                </a:rPr>
                <a:t>ZERO GAS</a:t>
              </a:r>
            </a:p>
          </p:txBody>
        </p:sp>
      </p:grpSp>
      <p:sp>
        <p:nvSpPr>
          <p:cNvPr id="309" name="Freeform 308"/>
          <p:cNvSpPr>
            <a:spLocks/>
          </p:cNvSpPr>
          <p:nvPr/>
        </p:nvSpPr>
        <p:spPr bwMode="auto">
          <a:xfrm>
            <a:off x="2735796" y="2277053"/>
            <a:ext cx="1541000" cy="1462856"/>
          </a:xfrm>
          <a:custGeom>
            <a:avLst/>
            <a:gdLst>
              <a:gd name="T0" fmla="*/ 1310 w 1344"/>
              <a:gd name="T1" fmla="*/ 0 h 1276"/>
              <a:gd name="T2" fmla="*/ 1344 w 1344"/>
              <a:gd name="T3" fmla="*/ 49 h 1276"/>
              <a:gd name="T4" fmla="*/ 882 w 1344"/>
              <a:gd name="T5" fmla="*/ 529 h 1276"/>
              <a:gd name="T6" fmla="*/ 495 w 1344"/>
              <a:gd name="T7" fmla="*/ 1136 h 1276"/>
              <a:gd name="T8" fmla="*/ 423 w 1344"/>
              <a:gd name="T9" fmla="*/ 1184 h 1276"/>
              <a:gd name="T10" fmla="*/ 302 w 1344"/>
              <a:gd name="T11" fmla="*/ 1276 h 1276"/>
              <a:gd name="T12" fmla="*/ 247 w 1344"/>
              <a:gd name="T13" fmla="*/ 1127 h 1276"/>
              <a:gd name="T14" fmla="*/ 220 w 1344"/>
              <a:gd name="T15" fmla="*/ 1064 h 1276"/>
              <a:gd name="T16" fmla="*/ 112 w 1344"/>
              <a:gd name="T17" fmla="*/ 864 h 1276"/>
              <a:gd name="T18" fmla="*/ 0 w 1344"/>
              <a:gd name="T19" fmla="*/ 777 h 1276"/>
              <a:gd name="T20" fmla="*/ 192 w 1344"/>
              <a:gd name="T21" fmla="*/ 667 h 1276"/>
              <a:gd name="T22" fmla="*/ 357 w 1344"/>
              <a:gd name="T23" fmla="*/ 869 h 1276"/>
              <a:gd name="T24" fmla="*/ 387 w 1344"/>
              <a:gd name="T25" fmla="*/ 937 h 1276"/>
              <a:gd name="T26" fmla="*/ 808 w 1344"/>
              <a:gd name="T27" fmla="*/ 401 h 1276"/>
              <a:gd name="T28" fmla="*/ 1310 w 1344"/>
              <a:gd name="T29" fmla="*/ 0 h 1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44" h="1276">
                <a:moveTo>
                  <a:pt x="1310" y="0"/>
                </a:moveTo>
                <a:cubicBezTo>
                  <a:pt x="1344" y="49"/>
                  <a:pt x="1344" y="49"/>
                  <a:pt x="1344" y="49"/>
                </a:cubicBezTo>
                <a:cubicBezTo>
                  <a:pt x="1205" y="153"/>
                  <a:pt x="1052" y="313"/>
                  <a:pt x="882" y="529"/>
                </a:cubicBezTo>
                <a:cubicBezTo>
                  <a:pt x="713" y="746"/>
                  <a:pt x="584" y="948"/>
                  <a:pt x="495" y="1136"/>
                </a:cubicBezTo>
                <a:cubicBezTo>
                  <a:pt x="423" y="1184"/>
                  <a:pt x="423" y="1184"/>
                  <a:pt x="423" y="1184"/>
                </a:cubicBezTo>
                <a:cubicBezTo>
                  <a:pt x="364" y="1225"/>
                  <a:pt x="324" y="1256"/>
                  <a:pt x="302" y="1276"/>
                </a:cubicBezTo>
                <a:cubicBezTo>
                  <a:pt x="294" y="1246"/>
                  <a:pt x="275" y="1196"/>
                  <a:pt x="247" y="1127"/>
                </a:cubicBezTo>
                <a:cubicBezTo>
                  <a:pt x="220" y="1064"/>
                  <a:pt x="220" y="1064"/>
                  <a:pt x="220" y="1064"/>
                </a:cubicBezTo>
                <a:cubicBezTo>
                  <a:pt x="181" y="974"/>
                  <a:pt x="145" y="907"/>
                  <a:pt x="112" y="864"/>
                </a:cubicBezTo>
                <a:cubicBezTo>
                  <a:pt x="79" y="820"/>
                  <a:pt x="41" y="792"/>
                  <a:pt x="0" y="777"/>
                </a:cubicBezTo>
                <a:cubicBezTo>
                  <a:pt x="70" y="704"/>
                  <a:pt x="134" y="667"/>
                  <a:pt x="192" y="667"/>
                </a:cubicBezTo>
                <a:cubicBezTo>
                  <a:pt x="242" y="667"/>
                  <a:pt x="297" y="734"/>
                  <a:pt x="357" y="869"/>
                </a:cubicBezTo>
                <a:cubicBezTo>
                  <a:pt x="387" y="937"/>
                  <a:pt x="387" y="937"/>
                  <a:pt x="387" y="937"/>
                </a:cubicBezTo>
                <a:cubicBezTo>
                  <a:pt x="497" y="753"/>
                  <a:pt x="637" y="574"/>
                  <a:pt x="808" y="401"/>
                </a:cubicBezTo>
                <a:cubicBezTo>
                  <a:pt x="979" y="227"/>
                  <a:pt x="1146" y="93"/>
                  <a:pt x="131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94" name="PPTShape_0"/>
          <p:cNvSpPr>
            <a:spLocks noChangeArrowheads="1"/>
          </p:cNvSpPr>
          <p:nvPr/>
        </p:nvSpPr>
        <p:spPr bwMode="auto">
          <a:xfrm>
            <a:off x="208404" y="1592261"/>
            <a:ext cx="4284663" cy="4608093"/>
          </a:xfrm>
          <a:prstGeom prst="rect">
            <a:avLst/>
          </a:prstGeom>
          <a:solidFill>
            <a:srgbClr val="FFFFFF"/>
          </a:solidFill>
          <a:ln>
            <a:noFill/>
          </a:ln>
          <a:effectLst/>
          <a:extLst/>
        </p:spPr>
        <p:txBody>
          <a:bodyPr wrap="none" lIns="72000" tIns="72000" rIns="72000" bIns="72000" anchor="ctr"/>
          <a:lstStyle/>
          <a:p>
            <a:endParaRPr lang="en-US" sz="1200"/>
          </a:p>
        </p:txBody>
      </p:sp>
      <p:grpSp>
        <p:nvGrpSpPr>
          <p:cNvPr id="101" name="Group 100"/>
          <p:cNvGrpSpPr/>
          <p:nvPr>
            <p:custDataLst>
              <p:tags r:id="rId7"/>
            </p:custDataLst>
          </p:nvPr>
        </p:nvGrpSpPr>
        <p:grpSpPr>
          <a:xfrm>
            <a:off x="215900" y="1592261"/>
            <a:ext cx="4284663" cy="4606187"/>
            <a:chOff x="215900" y="1592261"/>
            <a:chExt cx="8705850" cy="4606187"/>
          </a:xfrm>
        </p:grpSpPr>
        <p:sp>
          <p:nvSpPr>
            <p:cNvPr id="102" name="Rectangle 76"/>
            <p:cNvSpPr>
              <a:spLocks noChangeArrowheads="1"/>
            </p:cNvSpPr>
            <p:nvPr/>
          </p:nvSpPr>
          <p:spPr bwMode="auto">
            <a:xfrm flipV="1">
              <a:off x="215900" y="1592261"/>
              <a:ext cx="8705850" cy="1557594"/>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sp>
          <p:nvSpPr>
            <p:cNvPr id="104" name="Rectangle 76"/>
            <p:cNvSpPr>
              <a:spLocks noChangeArrowheads="1"/>
            </p:cNvSpPr>
            <p:nvPr/>
          </p:nvSpPr>
          <p:spPr bwMode="auto">
            <a:xfrm>
              <a:off x="215900" y="5851627"/>
              <a:ext cx="8705850" cy="346821"/>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grpSp>
      <p:pic>
        <p:nvPicPr>
          <p:cNvPr id="83" name="Picture 71" descr="Tank"/>
          <p:cNvPicPr>
            <a:picLocks noChangeAspect="1" noChangeArrowheads="1"/>
          </p:cNvPicPr>
          <p:nvPr>
            <p:custDataLst>
              <p:tags r:id="rId8"/>
            </p:custDataLst>
          </p:nvPr>
        </p:nvPicPr>
        <p:blipFill rotWithShape="1">
          <a:blip r:embed="rId20">
            <a:extLst>
              <a:ext uri="{28A0092B-C50C-407E-A947-70E740481C1C}">
                <a14:useLocalDpi xmlns:a14="http://schemas.microsoft.com/office/drawing/2010/main" val="0"/>
              </a:ext>
            </a:extLst>
          </a:blip>
          <a:srcRect t="1" r="38883" b="15309"/>
          <a:stretch/>
        </p:blipFill>
        <p:spPr bwMode="auto">
          <a:xfrm>
            <a:off x="323528" y="2607022"/>
            <a:ext cx="1409643" cy="3590825"/>
          </a:xfrm>
          <a:prstGeom prst="rect">
            <a:avLst/>
          </a:prstGeom>
          <a:noFill/>
          <a:effectLst/>
          <a:extLst>
            <a:ext uri="{909E8E84-426E-40DD-AFC4-6F175D3DCCD1}">
              <a14:hiddenFill xmlns:a14="http://schemas.microsoft.com/office/drawing/2010/main">
                <a:solidFill>
                  <a:srgbClr val="FFFFFF"/>
                </a:solidFill>
              </a14:hiddenFill>
            </a:ext>
          </a:extLst>
        </p:spPr>
      </p:pic>
      <p:sp>
        <p:nvSpPr>
          <p:cNvPr id="93" name="Freeform 290"/>
          <p:cNvSpPr>
            <a:spLocks/>
          </p:cNvSpPr>
          <p:nvPr/>
        </p:nvSpPr>
        <p:spPr bwMode="auto">
          <a:xfrm>
            <a:off x="1824489" y="2412517"/>
            <a:ext cx="181563" cy="1474028"/>
          </a:xfrm>
          <a:custGeom>
            <a:avLst/>
            <a:gdLst>
              <a:gd name="T0" fmla="*/ 113 w 113"/>
              <a:gd name="T1" fmla="*/ 0 h 1633"/>
              <a:gd name="T2" fmla="*/ 113 w 113"/>
              <a:gd name="T3" fmla="*/ 318 h 1633"/>
              <a:gd name="T4" fmla="*/ 0 w 113"/>
              <a:gd name="T5" fmla="*/ 348 h 1633"/>
              <a:gd name="T6" fmla="*/ 113 w 113"/>
              <a:gd name="T7" fmla="*/ 413 h 1633"/>
              <a:gd name="T8" fmla="*/ 113 w 113"/>
              <a:gd name="T9" fmla="*/ 1633 h 1633"/>
              <a:gd name="connsiteX0" fmla="*/ 10000 w 10000"/>
              <a:gd name="connsiteY0" fmla="*/ 0 h 10000"/>
              <a:gd name="connsiteX1" fmla="*/ 10000 w 10000"/>
              <a:gd name="connsiteY1" fmla="*/ 1947 h 10000"/>
              <a:gd name="connsiteX2" fmla="*/ 0 w 10000"/>
              <a:gd name="connsiteY2" fmla="*/ 2131 h 10000"/>
              <a:gd name="connsiteX3" fmla="*/ 10000 w 10000"/>
              <a:gd name="connsiteY3" fmla="*/ 2529 h 10000"/>
              <a:gd name="connsiteX4" fmla="*/ 9458 w 10000"/>
              <a:gd name="connsiteY4" fmla="*/ 5203 h 10000"/>
              <a:gd name="connsiteX5" fmla="*/ 10000 w 10000"/>
              <a:gd name="connsiteY5" fmla="*/ 10000 h 10000"/>
              <a:gd name="connsiteX0" fmla="*/ 10000 w 10000"/>
              <a:gd name="connsiteY0" fmla="*/ 0 h 5203"/>
              <a:gd name="connsiteX1" fmla="*/ 10000 w 10000"/>
              <a:gd name="connsiteY1" fmla="*/ 1947 h 5203"/>
              <a:gd name="connsiteX2" fmla="*/ 0 w 10000"/>
              <a:gd name="connsiteY2" fmla="*/ 2131 h 5203"/>
              <a:gd name="connsiteX3" fmla="*/ 10000 w 10000"/>
              <a:gd name="connsiteY3" fmla="*/ 2529 h 5203"/>
              <a:gd name="connsiteX4" fmla="*/ 9458 w 10000"/>
              <a:gd name="connsiteY4" fmla="*/ 5203 h 5203"/>
              <a:gd name="connsiteX0" fmla="*/ 10000 w 10000"/>
              <a:gd name="connsiteY0" fmla="*/ 0 h 10000"/>
              <a:gd name="connsiteX1" fmla="*/ 10000 w 10000"/>
              <a:gd name="connsiteY1" fmla="*/ 3742 h 10000"/>
              <a:gd name="connsiteX2" fmla="*/ 0 w 10000"/>
              <a:gd name="connsiteY2" fmla="*/ 4096 h 10000"/>
              <a:gd name="connsiteX3" fmla="*/ 10000 w 10000"/>
              <a:gd name="connsiteY3" fmla="*/ 4861 h 10000"/>
              <a:gd name="connsiteX4" fmla="*/ 9458 w 10000"/>
              <a:gd name="connsiteY4" fmla="*/ 10000 h 10000"/>
              <a:gd name="connsiteX0" fmla="*/ 10000 w 10000"/>
              <a:gd name="connsiteY0" fmla="*/ 0 h 10000"/>
              <a:gd name="connsiteX1" fmla="*/ 10000 w 10000"/>
              <a:gd name="connsiteY1" fmla="*/ 3742 h 10000"/>
              <a:gd name="connsiteX2" fmla="*/ 0 w 10000"/>
              <a:gd name="connsiteY2" fmla="*/ 4096 h 10000"/>
              <a:gd name="connsiteX3" fmla="*/ 10000 w 10000"/>
              <a:gd name="connsiteY3" fmla="*/ 4861 h 10000"/>
              <a:gd name="connsiteX4" fmla="*/ 9723 w 10000"/>
              <a:gd name="connsiteY4" fmla="*/ 10000 h 10000"/>
              <a:gd name="connsiteX0" fmla="*/ 10000 w 10079"/>
              <a:gd name="connsiteY0" fmla="*/ 0 h 10000"/>
              <a:gd name="connsiteX1" fmla="*/ 10000 w 10079"/>
              <a:gd name="connsiteY1" fmla="*/ 3742 h 10000"/>
              <a:gd name="connsiteX2" fmla="*/ 0 w 10079"/>
              <a:gd name="connsiteY2" fmla="*/ 4096 h 10000"/>
              <a:gd name="connsiteX3" fmla="*/ 10000 w 10079"/>
              <a:gd name="connsiteY3" fmla="*/ 4861 h 10000"/>
              <a:gd name="connsiteX4" fmla="*/ 9989 w 10079"/>
              <a:gd name="connsiteY4" fmla="*/ 10000 h 10000"/>
              <a:gd name="connsiteX0" fmla="*/ 10000 w 10196"/>
              <a:gd name="connsiteY0" fmla="*/ 0 h 8496"/>
              <a:gd name="connsiteX1" fmla="*/ 10000 w 10196"/>
              <a:gd name="connsiteY1" fmla="*/ 3742 h 8496"/>
              <a:gd name="connsiteX2" fmla="*/ 0 w 10196"/>
              <a:gd name="connsiteY2" fmla="*/ 4096 h 8496"/>
              <a:gd name="connsiteX3" fmla="*/ 10000 w 10196"/>
              <a:gd name="connsiteY3" fmla="*/ 4861 h 8496"/>
              <a:gd name="connsiteX4" fmla="*/ 10122 w 10196"/>
              <a:gd name="connsiteY4" fmla="*/ 8496 h 8496"/>
              <a:gd name="connsiteX0" fmla="*/ 9808 w 9808"/>
              <a:gd name="connsiteY0" fmla="*/ 0 h 10115"/>
              <a:gd name="connsiteX1" fmla="*/ 9808 w 9808"/>
              <a:gd name="connsiteY1" fmla="*/ 4404 h 10115"/>
              <a:gd name="connsiteX2" fmla="*/ 0 w 9808"/>
              <a:gd name="connsiteY2" fmla="*/ 4821 h 10115"/>
              <a:gd name="connsiteX3" fmla="*/ 9808 w 9808"/>
              <a:gd name="connsiteY3" fmla="*/ 5722 h 10115"/>
              <a:gd name="connsiteX4" fmla="*/ 9536 w 9808"/>
              <a:gd name="connsiteY4" fmla="*/ 10115 h 10115"/>
              <a:gd name="connsiteX0" fmla="*/ 10000 w 10195"/>
              <a:gd name="connsiteY0" fmla="*/ 0 h 10032"/>
              <a:gd name="connsiteX1" fmla="*/ 10000 w 10195"/>
              <a:gd name="connsiteY1" fmla="*/ 4354 h 10032"/>
              <a:gd name="connsiteX2" fmla="*/ 0 w 10195"/>
              <a:gd name="connsiteY2" fmla="*/ 4766 h 10032"/>
              <a:gd name="connsiteX3" fmla="*/ 10000 w 10195"/>
              <a:gd name="connsiteY3" fmla="*/ 5657 h 10032"/>
              <a:gd name="connsiteX4" fmla="*/ 10121 w 10195"/>
              <a:gd name="connsiteY4" fmla="*/ 10032 h 10032"/>
              <a:gd name="connsiteX0" fmla="*/ 10000 w 10121"/>
              <a:gd name="connsiteY0" fmla="*/ 0 h 10032"/>
              <a:gd name="connsiteX1" fmla="*/ 10000 w 10121"/>
              <a:gd name="connsiteY1" fmla="*/ 4354 h 10032"/>
              <a:gd name="connsiteX2" fmla="*/ 0 w 10121"/>
              <a:gd name="connsiteY2" fmla="*/ 4766 h 10032"/>
              <a:gd name="connsiteX3" fmla="*/ 10000 w 10121"/>
              <a:gd name="connsiteY3" fmla="*/ 5657 h 10032"/>
              <a:gd name="connsiteX4" fmla="*/ 10121 w 10121"/>
              <a:gd name="connsiteY4" fmla="*/ 10032 h 10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21" h="10032">
                <a:moveTo>
                  <a:pt x="10000" y="0"/>
                </a:moveTo>
                <a:lnTo>
                  <a:pt x="10000" y="4354"/>
                </a:lnTo>
                <a:lnTo>
                  <a:pt x="0" y="4766"/>
                </a:lnTo>
                <a:lnTo>
                  <a:pt x="10000" y="5657"/>
                </a:lnTo>
                <a:cubicBezTo>
                  <a:pt x="9819" y="7649"/>
                  <a:pt x="9994" y="7041"/>
                  <a:pt x="10121" y="10032"/>
                </a:cubicBezTo>
              </a:path>
            </a:pathLst>
          </a:custGeom>
          <a:noFill/>
          <a:ln w="19050" cap="flat" cmpd="sng">
            <a:solidFill>
              <a:schemeClr val="accent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en-US"/>
          </a:p>
        </p:txBody>
      </p:sp>
      <p:sp>
        <p:nvSpPr>
          <p:cNvPr id="7" name="Freeform 6"/>
          <p:cNvSpPr>
            <a:spLocks/>
          </p:cNvSpPr>
          <p:nvPr/>
        </p:nvSpPr>
        <p:spPr bwMode="auto">
          <a:xfrm>
            <a:off x="2337980" y="2277053"/>
            <a:ext cx="1541262" cy="1463104"/>
          </a:xfrm>
          <a:custGeom>
            <a:avLst/>
            <a:gdLst>
              <a:gd name="T0" fmla="*/ 1310 w 1344"/>
              <a:gd name="T1" fmla="*/ 0 h 1276"/>
              <a:gd name="T2" fmla="*/ 1344 w 1344"/>
              <a:gd name="T3" fmla="*/ 49 h 1276"/>
              <a:gd name="T4" fmla="*/ 882 w 1344"/>
              <a:gd name="T5" fmla="*/ 529 h 1276"/>
              <a:gd name="T6" fmla="*/ 495 w 1344"/>
              <a:gd name="T7" fmla="*/ 1136 h 1276"/>
              <a:gd name="T8" fmla="*/ 423 w 1344"/>
              <a:gd name="T9" fmla="*/ 1184 h 1276"/>
              <a:gd name="T10" fmla="*/ 302 w 1344"/>
              <a:gd name="T11" fmla="*/ 1276 h 1276"/>
              <a:gd name="T12" fmla="*/ 247 w 1344"/>
              <a:gd name="T13" fmla="*/ 1127 h 1276"/>
              <a:gd name="T14" fmla="*/ 220 w 1344"/>
              <a:gd name="T15" fmla="*/ 1064 h 1276"/>
              <a:gd name="T16" fmla="*/ 112 w 1344"/>
              <a:gd name="T17" fmla="*/ 864 h 1276"/>
              <a:gd name="T18" fmla="*/ 0 w 1344"/>
              <a:gd name="T19" fmla="*/ 777 h 1276"/>
              <a:gd name="T20" fmla="*/ 192 w 1344"/>
              <a:gd name="T21" fmla="*/ 667 h 1276"/>
              <a:gd name="T22" fmla="*/ 357 w 1344"/>
              <a:gd name="T23" fmla="*/ 869 h 1276"/>
              <a:gd name="T24" fmla="*/ 387 w 1344"/>
              <a:gd name="T25" fmla="*/ 937 h 1276"/>
              <a:gd name="T26" fmla="*/ 808 w 1344"/>
              <a:gd name="T27" fmla="*/ 401 h 1276"/>
              <a:gd name="T28" fmla="*/ 1310 w 1344"/>
              <a:gd name="T29" fmla="*/ 0 h 1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44" h="1276">
                <a:moveTo>
                  <a:pt x="1310" y="0"/>
                </a:moveTo>
                <a:cubicBezTo>
                  <a:pt x="1344" y="49"/>
                  <a:pt x="1344" y="49"/>
                  <a:pt x="1344" y="49"/>
                </a:cubicBezTo>
                <a:cubicBezTo>
                  <a:pt x="1205" y="153"/>
                  <a:pt x="1052" y="313"/>
                  <a:pt x="882" y="529"/>
                </a:cubicBezTo>
                <a:cubicBezTo>
                  <a:pt x="713" y="746"/>
                  <a:pt x="584" y="948"/>
                  <a:pt x="495" y="1136"/>
                </a:cubicBezTo>
                <a:cubicBezTo>
                  <a:pt x="423" y="1184"/>
                  <a:pt x="423" y="1184"/>
                  <a:pt x="423" y="1184"/>
                </a:cubicBezTo>
                <a:cubicBezTo>
                  <a:pt x="364" y="1225"/>
                  <a:pt x="324" y="1256"/>
                  <a:pt x="302" y="1276"/>
                </a:cubicBezTo>
                <a:cubicBezTo>
                  <a:pt x="294" y="1246"/>
                  <a:pt x="275" y="1196"/>
                  <a:pt x="247" y="1127"/>
                </a:cubicBezTo>
                <a:cubicBezTo>
                  <a:pt x="220" y="1064"/>
                  <a:pt x="220" y="1064"/>
                  <a:pt x="220" y="1064"/>
                </a:cubicBezTo>
                <a:cubicBezTo>
                  <a:pt x="181" y="974"/>
                  <a:pt x="145" y="907"/>
                  <a:pt x="112" y="864"/>
                </a:cubicBezTo>
                <a:cubicBezTo>
                  <a:pt x="79" y="820"/>
                  <a:pt x="41" y="792"/>
                  <a:pt x="0" y="777"/>
                </a:cubicBezTo>
                <a:cubicBezTo>
                  <a:pt x="70" y="704"/>
                  <a:pt x="134" y="667"/>
                  <a:pt x="192" y="667"/>
                </a:cubicBezTo>
                <a:cubicBezTo>
                  <a:pt x="242" y="667"/>
                  <a:pt x="297" y="734"/>
                  <a:pt x="357" y="869"/>
                </a:cubicBezTo>
                <a:cubicBezTo>
                  <a:pt x="387" y="937"/>
                  <a:pt x="387" y="937"/>
                  <a:pt x="387" y="937"/>
                </a:cubicBezTo>
                <a:cubicBezTo>
                  <a:pt x="497" y="753"/>
                  <a:pt x="637" y="574"/>
                  <a:pt x="808" y="401"/>
                </a:cubicBezTo>
                <a:cubicBezTo>
                  <a:pt x="979" y="227"/>
                  <a:pt x="1146" y="93"/>
                  <a:pt x="131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05" name="Rectangle 104"/>
          <p:cNvSpPr/>
          <p:nvPr/>
        </p:nvSpPr>
        <p:spPr bwMode="gray">
          <a:xfrm>
            <a:off x="208404" y="6200670"/>
            <a:ext cx="6307812" cy="183328"/>
          </a:xfrm>
          <a:prstGeom prst="rect">
            <a:avLst/>
          </a:prstGeom>
          <a:solidFill>
            <a:schemeClr val="bg1"/>
          </a:solid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sp>
        <p:nvSpPr>
          <p:cNvPr id="272" name="Oval 271"/>
          <p:cNvSpPr/>
          <p:nvPr/>
        </p:nvSpPr>
        <p:spPr bwMode="gray">
          <a:xfrm>
            <a:off x="2171077" y="5850741"/>
            <a:ext cx="1365874" cy="317548"/>
          </a:xfrm>
          <a:prstGeom prst="ellipse">
            <a:avLst/>
          </a:prstGeom>
          <a:solidFill>
            <a:srgbClr val="999999">
              <a:alpha val="50196"/>
            </a:srgbClr>
          </a:solidFill>
          <a:ln w="9525" cap="flat" cmpd="sng" algn="ctr">
            <a:noFill/>
            <a:prstDash val="solid"/>
          </a:ln>
          <a:effectLst>
            <a:softEdge rad="63500"/>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grpSp>
        <p:nvGrpSpPr>
          <p:cNvPr id="273" name="Group 272"/>
          <p:cNvGrpSpPr/>
          <p:nvPr>
            <p:custDataLst>
              <p:tags r:id="rId9"/>
            </p:custDataLst>
          </p:nvPr>
        </p:nvGrpSpPr>
        <p:grpSpPr>
          <a:xfrm>
            <a:off x="2378010" y="4226491"/>
            <a:ext cx="942420" cy="1839680"/>
            <a:chOff x="2549460" y="4226491"/>
            <a:chExt cx="942420" cy="1839680"/>
          </a:xfrm>
        </p:grpSpPr>
        <p:grpSp>
          <p:nvGrpSpPr>
            <p:cNvPr id="170" name="Group 169"/>
            <p:cNvGrpSpPr/>
            <p:nvPr/>
          </p:nvGrpSpPr>
          <p:grpSpPr>
            <a:xfrm>
              <a:off x="2549460" y="4226491"/>
              <a:ext cx="942420" cy="1839680"/>
              <a:chOff x="-6850063" y="-2236788"/>
              <a:chExt cx="5797551" cy="11317288"/>
            </a:xfrm>
            <a:solidFill>
              <a:schemeClr val="tx1"/>
            </a:solidFill>
          </p:grpSpPr>
          <p:sp>
            <p:nvSpPr>
              <p:cNvPr id="172" name="Freeform 42"/>
              <p:cNvSpPr>
                <a:spLocks noEditPoints="1"/>
              </p:cNvSpPr>
              <p:nvPr/>
            </p:nvSpPr>
            <p:spPr bwMode="auto">
              <a:xfrm>
                <a:off x="-6850063" y="-2236788"/>
                <a:ext cx="5797551" cy="11317288"/>
              </a:xfrm>
              <a:custGeom>
                <a:avLst/>
                <a:gdLst>
                  <a:gd name="T0" fmla="*/ 1533 w 1546"/>
                  <a:gd name="T1" fmla="*/ 133 h 3018"/>
                  <a:gd name="T2" fmla="*/ 1537 w 1546"/>
                  <a:gd name="T3" fmla="*/ 233 h 3018"/>
                  <a:gd name="T4" fmla="*/ 1501 w 1546"/>
                  <a:gd name="T5" fmla="*/ 269 h 3018"/>
                  <a:gd name="T6" fmla="*/ 1501 w 1546"/>
                  <a:gd name="T7" fmla="*/ 316 h 3018"/>
                  <a:gd name="T8" fmla="*/ 1444 w 1546"/>
                  <a:gd name="T9" fmla="*/ 352 h 3018"/>
                  <a:gd name="T10" fmla="*/ 1440 w 1546"/>
                  <a:gd name="T11" fmla="*/ 1380 h 3018"/>
                  <a:gd name="T12" fmla="*/ 1465 w 1546"/>
                  <a:gd name="T13" fmla="*/ 1383 h 3018"/>
                  <a:gd name="T14" fmla="*/ 1505 w 1546"/>
                  <a:gd name="T15" fmla="*/ 1480 h 3018"/>
                  <a:gd name="T16" fmla="*/ 1505 w 1546"/>
                  <a:gd name="T17" fmla="*/ 1559 h 3018"/>
                  <a:gd name="T18" fmla="*/ 1465 w 1546"/>
                  <a:gd name="T19" fmla="*/ 1655 h 3018"/>
                  <a:gd name="T20" fmla="*/ 1440 w 1546"/>
                  <a:gd name="T21" fmla="*/ 1655 h 3018"/>
                  <a:gd name="T22" fmla="*/ 1444 w 1546"/>
                  <a:gd name="T23" fmla="*/ 2658 h 3018"/>
                  <a:gd name="T24" fmla="*/ 1491 w 1546"/>
                  <a:gd name="T25" fmla="*/ 2694 h 3018"/>
                  <a:gd name="T26" fmla="*/ 1523 w 1546"/>
                  <a:gd name="T27" fmla="*/ 2766 h 3018"/>
                  <a:gd name="T28" fmla="*/ 1519 w 1546"/>
                  <a:gd name="T29" fmla="*/ 2884 h 3018"/>
                  <a:gd name="T30" fmla="*/ 1218 w 1546"/>
                  <a:gd name="T31" fmla="*/ 2984 h 3018"/>
                  <a:gd name="T32" fmla="*/ 588 w 1546"/>
                  <a:gd name="T33" fmla="*/ 3009 h 3018"/>
                  <a:gd name="T34" fmla="*/ 137 w 1546"/>
                  <a:gd name="T35" fmla="*/ 2945 h 3018"/>
                  <a:gd name="T36" fmla="*/ 15 w 1546"/>
                  <a:gd name="T37" fmla="*/ 2887 h 3018"/>
                  <a:gd name="T38" fmla="*/ 11 w 1546"/>
                  <a:gd name="T39" fmla="*/ 2769 h 3018"/>
                  <a:gd name="T40" fmla="*/ 44 w 1546"/>
                  <a:gd name="T41" fmla="*/ 2741 h 3018"/>
                  <a:gd name="T42" fmla="*/ 44 w 1546"/>
                  <a:gd name="T43" fmla="*/ 2701 h 3018"/>
                  <a:gd name="T44" fmla="*/ 83 w 1546"/>
                  <a:gd name="T45" fmla="*/ 2665 h 3018"/>
                  <a:gd name="T46" fmla="*/ 83 w 1546"/>
                  <a:gd name="T47" fmla="*/ 1662 h 3018"/>
                  <a:gd name="T48" fmla="*/ 61 w 1546"/>
                  <a:gd name="T49" fmla="*/ 1652 h 3018"/>
                  <a:gd name="T50" fmla="*/ 61 w 1546"/>
                  <a:gd name="T51" fmla="*/ 1620 h 3018"/>
                  <a:gd name="T52" fmla="*/ 61 w 1546"/>
                  <a:gd name="T53" fmla="*/ 1423 h 3018"/>
                  <a:gd name="T54" fmla="*/ 61 w 1546"/>
                  <a:gd name="T55" fmla="*/ 1390 h 3018"/>
                  <a:gd name="T56" fmla="*/ 83 w 1546"/>
                  <a:gd name="T57" fmla="*/ 1380 h 3018"/>
                  <a:gd name="T58" fmla="*/ 83 w 1546"/>
                  <a:gd name="T59" fmla="*/ 344 h 3018"/>
                  <a:gd name="T60" fmla="*/ 47 w 1546"/>
                  <a:gd name="T61" fmla="*/ 309 h 3018"/>
                  <a:gd name="T62" fmla="*/ 47 w 1546"/>
                  <a:gd name="T63" fmla="*/ 273 h 3018"/>
                  <a:gd name="T64" fmla="*/ 15 w 1546"/>
                  <a:gd name="T65" fmla="*/ 237 h 3018"/>
                  <a:gd name="T66" fmla="*/ 19 w 1546"/>
                  <a:gd name="T67" fmla="*/ 130 h 3018"/>
                  <a:gd name="T68" fmla="*/ 334 w 1546"/>
                  <a:gd name="T69" fmla="*/ 36 h 3018"/>
                  <a:gd name="T70" fmla="*/ 728 w 1546"/>
                  <a:gd name="T71" fmla="*/ 11 h 3018"/>
                  <a:gd name="T72" fmla="*/ 1469 w 1546"/>
                  <a:gd name="T73" fmla="*/ 94 h 3018"/>
                  <a:gd name="T74" fmla="*/ 1533 w 1546"/>
                  <a:gd name="T75" fmla="*/ 133 h 3018"/>
                  <a:gd name="T76" fmla="*/ 133 w 1546"/>
                  <a:gd name="T77" fmla="*/ 1380 h 3018"/>
                  <a:gd name="T78" fmla="*/ 158 w 1546"/>
                  <a:gd name="T79" fmla="*/ 1387 h 3018"/>
                  <a:gd name="T80" fmla="*/ 198 w 1546"/>
                  <a:gd name="T81" fmla="*/ 1483 h 3018"/>
                  <a:gd name="T82" fmla="*/ 198 w 1546"/>
                  <a:gd name="T83" fmla="*/ 1559 h 3018"/>
                  <a:gd name="T84" fmla="*/ 158 w 1546"/>
                  <a:gd name="T85" fmla="*/ 1655 h 3018"/>
                  <a:gd name="T86" fmla="*/ 133 w 1546"/>
                  <a:gd name="T87" fmla="*/ 1666 h 3018"/>
                  <a:gd name="T88" fmla="*/ 140 w 1546"/>
                  <a:gd name="T89" fmla="*/ 2647 h 3018"/>
                  <a:gd name="T90" fmla="*/ 1387 w 1546"/>
                  <a:gd name="T91" fmla="*/ 2644 h 3018"/>
                  <a:gd name="T92" fmla="*/ 1390 w 1546"/>
                  <a:gd name="T93" fmla="*/ 1659 h 3018"/>
                  <a:gd name="T94" fmla="*/ 1369 w 1546"/>
                  <a:gd name="T95" fmla="*/ 1652 h 3018"/>
                  <a:gd name="T96" fmla="*/ 1369 w 1546"/>
                  <a:gd name="T97" fmla="*/ 1616 h 3018"/>
                  <a:gd name="T98" fmla="*/ 1326 w 1546"/>
                  <a:gd name="T99" fmla="*/ 1483 h 3018"/>
                  <a:gd name="T100" fmla="*/ 1369 w 1546"/>
                  <a:gd name="T101" fmla="*/ 1383 h 3018"/>
                  <a:gd name="T102" fmla="*/ 1390 w 1546"/>
                  <a:gd name="T103" fmla="*/ 1376 h 3018"/>
                  <a:gd name="T104" fmla="*/ 1387 w 1546"/>
                  <a:gd name="T105" fmla="*/ 370 h 3018"/>
                  <a:gd name="T106" fmla="*/ 140 w 1546"/>
                  <a:gd name="T107" fmla="*/ 359 h 3018"/>
                  <a:gd name="T108" fmla="*/ 133 w 1546"/>
                  <a:gd name="T109" fmla="*/ 1380 h 3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546" h="3018">
                    <a:moveTo>
                      <a:pt x="1533" y="133"/>
                    </a:moveTo>
                    <a:cubicBezTo>
                      <a:pt x="1530" y="165"/>
                      <a:pt x="1546" y="205"/>
                      <a:pt x="1537" y="233"/>
                    </a:cubicBezTo>
                    <a:cubicBezTo>
                      <a:pt x="1531" y="255"/>
                      <a:pt x="1511" y="254"/>
                      <a:pt x="1501" y="269"/>
                    </a:cubicBezTo>
                    <a:cubicBezTo>
                      <a:pt x="1501" y="285"/>
                      <a:pt x="1501" y="300"/>
                      <a:pt x="1501" y="316"/>
                    </a:cubicBezTo>
                    <a:cubicBezTo>
                      <a:pt x="1482" y="328"/>
                      <a:pt x="1465" y="341"/>
                      <a:pt x="1444" y="352"/>
                    </a:cubicBezTo>
                    <a:cubicBezTo>
                      <a:pt x="1483" y="674"/>
                      <a:pt x="1480" y="1061"/>
                      <a:pt x="1440" y="1380"/>
                    </a:cubicBezTo>
                    <a:cubicBezTo>
                      <a:pt x="1442" y="1388"/>
                      <a:pt x="1458" y="1381"/>
                      <a:pt x="1465" y="1383"/>
                    </a:cubicBezTo>
                    <a:cubicBezTo>
                      <a:pt x="1456" y="1428"/>
                      <a:pt x="1496" y="1448"/>
                      <a:pt x="1505" y="1480"/>
                    </a:cubicBezTo>
                    <a:cubicBezTo>
                      <a:pt x="1511" y="1500"/>
                      <a:pt x="1513" y="1530"/>
                      <a:pt x="1505" y="1559"/>
                    </a:cubicBezTo>
                    <a:cubicBezTo>
                      <a:pt x="1496" y="1590"/>
                      <a:pt x="1456" y="1610"/>
                      <a:pt x="1465" y="1655"/>
                    </a:cubicBezTo>
                    <a:cubicBezTo>
                      <a:pt x="1457" y="1655"/>
                      <a:pt x="1449" y="1655"/>
                      <a:pt x="1440" y="1655"/>
                    </a:cubicBezTo>
                    <a:cubicBezTo>
                      <a:pt x="1479" y="1966"/>
                      <a:pt x="1483" y="2345"/>
                      <a:pt x="1444" y="2658"/>
                    </a:cubicBezTo>
                    <a:cubicBezTo>
                      <a:pt x="1455" y="2675"/>
                      <a:pt x="1475" y="2682"/>
                      <a:pt x="1491" y="2694"/>
                    </a:cubicBezTo>
                    <a:cubicBezTo>
                      <a:pt x="1481" y="2738"/>
                      <a:pt x="1503" y="2750"/>
                      <a:pt x="1523" y="2766"/>
                    </a:cubicBezTo>
                    <a:cubicBezTo>
                      <a:pt x="1521" y="2805"/>
                      <a:pt x="1526" y="2850"/>
                      <a:pt x="1519" y="2884"/>
                    </a:cubicBezTo>
                    <a:cubicBezTo>
                      <a:pt x="1459" y="2946"/>
                      <a:pt x="1333" y="2965"/>
                      <a:pt x="1218" y="2984"/>
                    </a:cubicBezTo>
                    <a:cubicBezTo>
                      <a:pt x="1030" y="3016"/>
                      <a:pt x="804" y="3018"/>
                      <a:pt x="588" y="3009"/>
                    </a:cubicBezTo>
                    <a:cubicBezTo>
                      <a:pt x="432" y="3003"/>
                      <a:pt x="264" y="2983"/>
                      <a:pt x="137" y="2945"/>
                    </a:cubicBezTo>
                    <a:cubicBezTo>
                      <a:pt x="86" y="2930"/>
                      <a:pt x="49" y="2917"/>
                      <a:pt x="15" y="2887"/>
                    </a:cubicBezTo>
                    <a:cubicBezTo>
                      <a:pt x="12" y="2850"/>
                      <a:pt x="10" y="2811"/>
                      <a:pt x="11" y="2769"/>
                    </a:cubicBezTo>
                    <a:cubicBezTo>
                      <a:pt x="17" y="2754"/>
                      <a:pt x="34" y="2752"/>
                      <a:pt x="44" y="2741"/>
                    </a:cubicBezTo>
                    <a:cubicBezTo>
                      <a:pt x="44" y="2727"/>
                      <a:pt x="44" y="2714"/>
                      <a:pt x="44" y="2701"/>
                    </a:cubicBezTo>
                    <a:cubicBezTo>
                      <a:pt x="50" y="2683"/>
                      <a:pt x="74" y="2682"/>
                      <a:pt x="83" y="2665"/>
                    </a:cubicBezTo>
                    <a:cubicBezTo>
                      <a:pt x="41" y="2359"/>
                      <a:pt x="47" y="1971"/>
                      <a:pt x="83" y="1662"/>
                    </a:cubicBezTo>
                    <a:cubicBezTo>
                      <a:pt x="88" y="1647"/>
                      <a:pt x="62" y="1662"/>
                      <a:pt x="61" y="1652"/>
                    </a:cubicBezTo>
                    <a:cubicBezTo>
                      <a:pt x="61" y="1641"/>
                      <a:pt x="61" y="1630"/>
                      <a:pt x="61" y="1620"/>
                    </a:cubicBezTo>
                    <a:cubicBezTo>
                      <a:pt x="6" y="1583"/>
                      <a:pt x="0" y="1458"/>
                      <a:pt x="61" y="1423"/>
                    </a:cubicBezTo>
                    <a:cubicBezTo>
                      <a:pt x="61" y="1412"/>
                      <a:pt x="61" y="1401"/>
                      <a:pt x="61" y="1390"/>
                    </a:cubicBezTo>
                    <a:cubicBezTo>
                      <a:pt x="56" y="1374"/>
                      <a:pt x="83" y="1390"/>
                      <a:pt x="83" y="1380"/>
                    </a:cubicBezTo>
                    <a:cubicBezTo>
                      <a:pt x="48" y="1060"/>
                      <a:pt x="40" y="662"/>
                      <a:pt x="83" y="344"/>
                    </a:cubicBezTo>
                    <a:cubicBezTo>
                      <a:pt x="78" y="326"/>
                      <a:pt x="54" y="326"/>
                      <a:pt x="47" y="309"/>
                    </a:cubicBezTo>
                    <a:cubicBezTo>
                      <a:pt x="47" y="297"/>
                      <a:pt x="47" y="285"/>
                      <a:pt x="47" y="273"/>
                    </a:cubicBezTo>
                    <a:cubicBezTo>
                      <a:pt x="45" y="253"/>
                      <a:pt x="20" y="255"/>
                      <a:pt x="15" y="237"/>
                    </a:cubicBezTo>
                    <a:cubicBezTo>
                      <a:pt x="14" y="199"/>
                      <a:pt x="15" y="163"/>
                      <a:pt x="19" y="130"/>
                    </a:cubicBezTo>
                    <a:cubicBezTo>
                      <a:pt x="93" y="76"/>
                      <a:pt x="213" y="55"/>
                      <a:pt x="334" y="36"/>
                    </a:cubicBezTo>
                    <a:cubicBezTo>
                      <a:pt x="460" y="17"/>
                      <a:pt x="585" y="18"/>
                      <a:pt x="728" y="11"/>
                    </a:cubicBezTo>
                    <a:cubicBezTo>
                      <a:pt x="968" y="0"/>
                      <a:pt x="1313" y="27"/>
                      <a:pt x="1469" y="94"/>
                    </a:cubicBezTo>
                    <a:cubicBezTo>
                      <a:pt x="1494" y="104"/>
                      <a:pt x="1514" y="122"/>
                      <a:pt x="1533" y="133"/>
                    </a:cubicBezTo>
                    <a:close/>
                    <a:moveTo>
                      <a:pt x="133" y="1380"/>
                    </a:moveTo>
                    <a:cubicBezTo>
                      <a:pt x="134" y="1390"/>
                      <a:pt x="158" y="1376"/>
                      <a:pt x="158" y="1387"/>
                    </a:cubicBezTo>
                    <a:cubicBezTo>
                      <a:pt x="152" y="1431"/>
                      <a:pt x="189" y="1450"/>
                      <a:pt x="198" y="1483"/>
                    </a:cubicBezTo>
                    <a:cubicBezTo>
                      <a:pt x="203" y="1504"/>
                      <a:pt x="205" y="1530"/>
                      <a:pt x="198" y="1559"/>
                    </a:cubicBezTo>
                    <a:cubicBezTo>
                      <a:pt x="189" y="1590"/>
                      <a:pt x="149" y="1610"/>
                      <a:pt x="158" y="1655"/>
                    </a:cubicBezTo>
                    <a:cubicBezTo>
                      <a:pt x="147" y="1656"/>
                      <a:pt x="131" y="1652"/>
                      <a:pt x="133" y="1666"/>
                    </a:cubicBezTo>
                    <a:cubicBezTo>
                      <a:pt x="175" y="1967"/>
                      <a:pt x="173" y="2338"/>
                      <a:pt x="140" y="2647"/>
                    </a:cubicBezTo>
                    <a:cubicBezTo>
                      <a:pt x="497" y="2565"/>
                      <a:pt x="1025" y="2567"/>
                      <a:pt x="1387" y="2644"/>
                    </a:cubicBezTo>
                    <a:cubicBezTo>
                      <a:pt x="1348" y="2334"/>
                      <a:pt x="1354" y="1966"/>
                      <a:pt x="1390" y="1659"/>
                    </a:cubicBezTo>
                    <a:cubicBezTo>
                      <a:pt x="1391" y="1649"/>
                      <a:pt x="1368" y="1662"/>
                      <a:pt x="1369" y="1652"/>
                    </a:cubicBezTo>
                    <a:cubicBezTo>
                      <a:pt x="1369" y="1640"/>
                      <a:pt x="1369" y="1628"/>
                      <a:pt x="1369" y="1616"/>
                    </a:cubicBezTo>
                    <a:cubicBezTo>
                      <a:pt x="1332" y="1586"/>
                      <a:pt x="1311" y="1539"/>
                      <a:pt x="1326" y="1483"/>
                    </a:cubicBezTo>
                    <a:cubicBezTo>
                      <a:pt x="1335" y="1448"/>
                      <a:pt x="1379" y="1428"/>
                      <a:pt x="1369" y="1383"/>
                    </a:cubicBezTo>
                    <a:cubicBezTo>
                      <a:pt x="1376" y="1381"/>
                      <a:pt x="1394" y="1389"/>
                      <a:pt x="1390" y="1376"/>
                    </a:cubicBezTo>
                    <a:cubicBezTo>
                      <a:pt x="1354" y="1062"/>
                      <a:pt x="1348" y="686"/>
                      <a:pt x="1387" y="370"/>
                    </a:cubicBezTo>
                    <a:cubicBezTo>
                      <a:pt x="1019" y="443"/>
                      <a:pt x="493" y="451"/>
                      <a:pt x="140" y="359"/>
                    </a:cubicBezTo>
                    <a:cubicBezTo>
                      <a:pt x="173" y="682"/>
                      <a:pt x="175" y="1065"/>
                      <a:pt x="133" y="1380"/>
                    </a:cubicBezTo>
                    <a:close/>
                  </a:path>
                </a:pathLst>
              </a:custGeom>
              <a:grpFill/>
              <a:ln w="285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3" name="Freeform 43"/>
              <p:cNvSpPr>
                <a:spLocks/>
              </p:cNvSpPr>
              <p:nvPr/>
            </p:nvSpPr>
            <p:spPr bwMode="auto">
              <a:xfrm>
                <a:off x="-6161088" y="-1598612"/>
                <a:ext cx="4324350" cy="9828213"/>
              </a:xfrm>
              <a:custGeom>
                <a:avLst/>
                <a:gdLst>
                  <a:gd name="T0" fmla="*/ 1102 w 1153"/>
                  <a:gd name="T1" fmla="*/ 2539 h 2621"/>
                  <a:gd name="T2" fmla="*/ 870 w 1153"/>
                  <a:gd name="T3" fmla="*/ 2600 h 2621"/>
                  <a:gd name="T4" fmla="*/ 311 w 1153"/>
                  <a:gd name="T5" fmla="*/ 2600 h 2621"/>
                  <a:gd name="T6" fmla="*/ 82 w 1153"/>
                  <a:gd name="T7" fmla="*/ 2539 h 2621"/>
                  <a:gd name="T8" fmla="*/ 57 w 1153"/>
                  <a:gd name="T9" fmla="*/ 2167 h 2621"/>
                  <a:gd name="T10" fmla="*/ 436 w 1153"/>
                  <a:gd name="T11" fmla="*/ 1518 h 2621"/>
                  <a:gd name="T12" fmla="*/ 533 w 1153"/>
                  <a:gd name="T13" fmla="*/ 1250 h 2621"/>
                  <a:gd name="T14" fmla="*/ 447 w 1153"/>
                  <a:gd name="T15" fmla="*/ 1128 h 2621"/>
                  <a:gd name="T16" fmla="*/ 347 w 1153"/>
                  <a:gd name="T17" fmla="*/ 1021 h 2621"/>
                  <a:gd name="T18" fmla="*/ 78 w 1153"/>
                  <a:gd name="T19" fmla="*/ 86 h 2621"/>
                  <a:gd name="T20" fmla="*/ 178 w 1153"/>
                  <a:gd name="T21" fmla="*/ 43 h 2621"/>
                  <a:gd name="T22" fmla="*/ 429 w 1153"/>
                  <a:gd name="T23" fmla="*/ 11 h 2621"/>
                  <a:gd name="T24" fmla="*/ 866 w 1153"/>
                  <a:gd name="T25" fmla="*/ 18 h 2621"/>
                  <a:gd name="T26" fmla="*/ 1106 w 1153"/>
                  <a:gd name="T27" fmla="*/ 82 h 2621"/>
                  <a:gd name="T28" fmla="*/ 1009 w 1153"/>
                  <a:gd name="T29" fmla="*/ 784 h 2621"/>
                  <a:gd name="T30" fmla="*/ 830 w 1153"/>
                  <a:gd name="T31" fmla="*/ 1028 h 2621"/>
                  <a:gd name="T32" fmla="*/ 730 w 1153"/>
                  <a:gd name="T33" fmla="*/ 1139 h 2621"/>
                  <a:gd name="T34" fmla="*/ 648 w 1153"/>
                  <a:gd name="T35" fmla="*/ 1393 h 2621"/>
                  <a:gd name="T36" fmla="*/ 741 w 1153"/>
                  <a:gd name="T37" fmla="*/ 1511 h 2621"/>
                  <a:gd name="T38" fmla="*/ 1128 w 1153"/>
                  <a:gd name="T39" fmla="*/ 2163 h 2621"/>
                  <a:gd name="T40" fmla="*/ 1102 w 1153"/>
                  <a:gd name="T41" fmla="*/ 2539 h 2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53" h="2621">
                    <a:moveTo>
                      <a:pt x="1102" y="2539"/>
                    </a:moveTo>
                    <a:cubicBezTo>
                      <a:pt x="1043" y="2577"/>
                      <a:pt x="958" y="2590"/>
                      <a:pt x="870" y="2600"/>
                    </a:cubicBezTo>
                    <a:cubicBezTo>
                      <a:pt x="695" y="2621"/>
                      <a:pt x="489" y="2621"/>
                      <a:pt x="311" y="2600"/>
                    </a:cubicBezTo>
                    <a:cubicBezTo>
                      <a:pt x="224" y="2590"/>
                      <a:pt x="140" y="2578"/>
                      <a:pt x="82" y="2539"/>
                    </a:cubicBezTo>
                    <a:cubicBezTo>
                      <a:pt x="59" y="2411"/>
                      <a:pt x="41" y="2289"/>
                      <a:pt x="57" y="2167"/>
                    </a:cubicBezTo>
                    <a:cubicBezTo>
                      <a:pt x="94" y="1873"/>
                      <a:pt x="261" y="1678"/>
                      <a:pt x="436" y="1518"/>
                    </a:cubicBezTo>
                    <a:cubicBezTo>
                      <a:pt x="504" y="1456"/>
                      <a:pt x="580" y="1380"/>
                      <a:pt x="533" y="1250"/>
                    </a:cubicBezTo>
                    <a:cubicBezTo>
                      <a:pt x="517" y="1207"/>
                      <a:pt x="482" y="1167"/>
                      <a:pt x="447" y="1128"/>
                    </a:cubicBezTo>
                    <a:cubicBezTo>
                      <a:pt x="414" y="1091"/>
                      <a:pt x="377" y="1052"/>
                      <a:pt x="347" y="1021"/>
                    </a:cubicBezTo>
                    <a:cubicBezTo>
                      <a:pt x="152" y="818"/>
                      <a:pt x="0" y="501"/>
                      <a:pt x="78" y="86"/>
                    </a:cubicBezTo>
                    <a:cubicBezTo>
                      <a:pt x="101" y="55"/>
                      <a:pt x="142" y="52"/>
                      <a:pt x="178" y="43"/>
                    </a:cubicBezTo>
                    <a:cubicBezTo>
                      <a:pt x="253" y="25"/>
                      <a:pt x="337" y="18"/>
                      <a:pt x="429" y="11"/>
                    </a:cubicBezTo>
                    <a:cubicBezTo>
                      <a:pt x="570" y="0"/>
                      <a:pt x="725" y="2"/>
                      <a:pt x="866" y="18"/>
                    </a:cubicBezTo>
                    <a:cubicBezTo>
                      <a:pt x="958" y="28"/>
                      <a:pt x="1047" y="42"/>
                      <a:pt x="1106" y="82"/>
                    </a:cubicBezTo>
                    <a:cubicBezTo>
                      <a:pt x="1153" y="358"/>
                      <a:pt x="1109" y="598"/>
                      <a:pt x="1009" y="784"/>
                    </a:cubicBezTo>
                    <a:cubicBezTo>
                      <a:pt x="963" y="872"/>
                      <a:pt x="896" y="957"/>
                      <a:pt x="830" y="1028"/>
                    </a:cubicBezTo>
                    <a:cubicBezTo>
                      <a:pt x="800" y="1061"/>
                      <a:pt x="764" y="1100"/>
                      <a:pt x="730" y="1139"/>
                    </a:cubicBezTo>
                    <a:cubicBezTo>
                      <a:pt x="675" y="1203"/>
                      <a:pt x="604" y="1271"/>
                      <a:pt x="648" y="1393"/>
                    </a:cubicBezTo>
                    <a:cubicBezTo>
                      <a:pt x="664" y="1441"/>
                      <a:pt x="700" y="1473"/>
                      <a:pt x="741" y="1511"/>
                    </a:cubicBezTo>
                    <a:cubicBezTo>
                      <a:pt x="911" y="1671"/>
                      <a:pt x="1090" y="1871"/>
                      <a:pt x="1128" y="2163"/>
                    </a:cubicBezTo>
                    <a:cubicBezTo>
                      <a:pt x="1142" y="2280"/>
                      <a:pt x="1123" y="2402"/>
                      <a:pt x="1102" y="2539"/>
                    </a:cubicBezTo>
                    <a:close/>
                  </a:path>
                </a:pathLst>
              </a:cu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4" name="Freeform 44"/>
              <p:cNvSpPr>
                <a:spLocks/>
              </p:cNvSpPr>
              <p:nvPr/>
            </p:nvSpPr>
            <p:spPr bwMode="auto">
              <a:xfrm>
                <a:off x="-4066403" y="-1125855"/>
                <a:ext cx="2011919" cy="3969389"/>
              </a:xfrm>
              <a:custGeom>
                <a:avLst/>
                <a:gdLst>
                  <a:gd name="T0" fmla="*/ 534 w 563"/>
                  <a:gd name="T1" fmla="*/ 0 h 1111"/>
                  <a:gd name="T2" fmla="*/ 435 w 563"/>
                  <a:gd name="T3" fmla="*/ 5 h 1111"/>
                  <a:gd name="T4" fmla="*/ 0 w 563"/>
                  <a:gd name="T5" fmla="*/ 1111 h 1111"/>
                  <a:gd name="T6" fmla="*/ 447 w 563"/>
                  <a:gd name="T7" fmla="*/ 623 h 1111"/>
                  <a:gd name="T8" fmla="*/ 527 w 563"/>
                  <a:gd name="T9" fmla="*/ 372 h 1111"/>
                  <a:gd name="T10" fmla="*/ 534 w 563"/>
                  <a:gd name="T11" fmla="*/ 0 h 1111"/>
                </a:gdLst>
                <a:ahLst/>
                <a:cxnLst>
                  <a:cxn ang="0">
                    <a:pos x="T0" y="T1"/>
                  </a:cxn>
                  <a:cxn ang="0">
                    <a:pos x="T2" y="T3"/>
                  </a:cxn>
                  <a:cxn ang="0">
                    <a:pos x="T4" y="T5"/>
                  </a:cxn>
                  <a:cxn ang="0">
                    <a:pos x="T6" y="T7"/>
                  </a:cxn>
                  <a:cxn ang="0">
                    <a:pos x="T8" y="T9"/>
                  </a:cxn>
                  <a:cxn ang="0">
                    <a:pos x="T10" y="T11"/>
                  </a:cxn>
                </a:cxnLst>
                <a:rect l="0" t="0" r="r" b="b"/>
                <a:pathLst>
                  <a:path w="563" h="1111">
                    <a:moveTo>
                      <a:pt x="534" y="0"/>
                    </a:moveTo>
                    <a:cubicBezTo>
                      <a:pt x="491" y="6"/>
                      <a:pt x="476" y="7"/>
                      <a:pt x="435" y="5"/>
                    </a:cubicBezTo>
                    <a:cubicBezTo>
                      <a:pt x="563" y="316"/>
                      <a:pt x="263" y="934"/>
                      <a:pt x="0" y="1111"/>
                    </a:cubicBezTo>
                    <a:cubicBezTo>
                      <a:pt x="232" y="974"/>
                      <a:pt x="367" y="807"/>
                      <a:pt x="447" y="623"/>
                    </a:cubicBezTo>
                    <a:cubicBezTo>
                      <a:pt x="485" y="537"/>
                      <a:pt x="513" y="462"/>
                      <a:pt x="527" y="372"/>
                    </a:cubicBezTo>
                    <a:cubicBezTo>
                      <a:pt x="534" y="331"/>
                      <a:pt x="544" y="28"/>
                      <a:pt x="534" y="0"/>
                    </a:cubicBezTo>
                    <a:close/>
                  </a:path>
                </a:pathLst>
              </a:cu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5" name="Freeform 45"/>
              <p:cNvSpPr>
                <a:spLocks/>
              </p:cNvSpPr>
              <p:nvPr/>
            </p:nvSpPr>
            <p:spPr bwMode="auto">
              <a:xfrm>
                <a:off x="-3889242" y="3804219"/>
                <a:ext cx="1857623" cy="4197807"/>
              </a:xfrm>
              <a:custGeom>
                <a:avLst/>
                <a:gdLst>
                  <a:gd name="T0" fmla="*/ 453 w 520"/>
                  <a:gd name="T1" fmla="*/ 1122 h 1175"/>
                  <a:gd name="T2" fmla="*/ 234 w 520"/>
                  <a:gd name="T3" fmla="*/ 1175 h 1175"/>
                  <a:gd name="T4" fmla="*/ 0 w 520"/>
                  <a:gd name="T5" fmla="*/ 0 h 1175"/>
                  <a:gd name="T6" fmla="*/ 494 w 520"/>
                  <a:gd name="T7" fmla="*/ 801 h 1175"/>
                  <a:gd name="T8" fmla="*/ 453 w 520"/>
                  <a:gd name="T9" fmla="*/ 1122 h 1175"/>
                </a:gdLst>
                <a:ahLst/>
                <a:cxnLst>
                  <a:cxn ang="0">
                    <a:pos x="T0" y="T1"/>
                  </a:cxn>
                  <a:cxn ang="0">
                    <a:pos x="T2" y="T3"/>
                  </a:cxn>
                  <a:cxn ang="0">
                    <a:pos x="T4" y="T5"/>
                  </a:cxn>
                  <a:cxn ang="0">
                    <a:pos x="T6" y="T7"/>
                  </a:cxn>
                  <a:cxn ang="0">
                    <a:pos x="T8" y="T9"/>
                  </a:cxn>
                </a:cxnLst>
                <a:rect l="0" t="0" r="r" b="b"/>
                <a:pathLst>
                  <a:path w="520" h="1175">
                    <a:moveTo>
                      <a:pt x="453" y="1122"/>
                    </a:moveTo>
                    <a:cubicBezTo>
                      <a:pt x="424" y="1140"/>
                      <a:pt x="310" y="1169"/>
                      <a:pt x="234" y="1175"/>
                    </a:cubicBezTo>
                    <a:cubicBezTo>
                      <a:pt x="500" y="919"/>
                      <a:pt x="345" y="464"/>
                      <a:pt x="0" y="0"/>
                    </a:cubicBezTo>
                    <a:cubicBezTo>
                      <a:pt x="170" y="170"/>
                      <a:pt x="479" y="482"/>
                      <a:pt x="494" y="801"/>
                    </a:cubicBezTo>
                    <a:cubicBezTo>
                      <a:pt x="496" y="840"/>
                      <a:pt x="520" y="1081"/>
                      <a:pt x="453" y="1122"/>
                    </a:cubicBezTo>
                    <a:close/>
                  </a:path>
                </a:pathLst>
              </a:cu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6" name="Freeform 46"/>
              <p:cNvSpPr>
                <a:spLocks/>
              </p:cNvSpPr>
              <p:nvPr/>
            </p:nvSpPr>
            <p:spPr bwMode="auto">
              <a:xfrm>
                <a:off x="-1480608" y="3131316"/>
                <a:ext cx="240392" cy="719470"/>
              </a:xfrm>
              <a:custGeom>
                <a:avLst/>
                <a:gdLst>
                  <a:gd name="T0" fmla="*/ 6 w 52"/>
                  <a:gd name="T1" fmla="*/ 0 h 247"/>
                  <a:gd name="T2" fmla="*/ 0 w 52"/>
                  <a:gd name="T3" fmla="*/ 1 h 247"/>
                  <a:gd name="T4" fmla="*/ 40 w 52"/>
                  <a:gd name="T5" fmla="*/ 124 h 247"/>
                  <a:gd name="T6" fmla="*/ 0 w 52"/>
                  <a:gd name="T7" fmla="*/ 246 h 247"/>
                  <a:gd name="T8" fmla="*/ 26 w 52"/>
                  <a:gd name="T9" fmla="*/ 233 h 247"/>
                  <a:gd name="T10" fmla="*/ 52 w 52"/>
                  <a:gd name="T11" fmla="*/ 124 h 247"/>
                  <a:gd name="T12" fmla="*/ 6 w 52"/>
                  <a:gd name="T13" fmla="*/ 0 h 247"/>
                </a:gdLst>
                <a:ahLst/>
                <a:cxnLst>
                  <a:cxn ang="0">
                    <a:pos x="T0" y="T1"/>
                  </a:cxn>
                  <a:cxn ang="0">
                    <a:pos x="T2" y="T3"/>
                  </a:cxn>
                  <a:cxn ang="0">
                    <a:pos x="T4" y="T5"/>
                  </a:cxn>
                  <a:cxn ang="0">
                    <a:pos x="T6" y="T7"/>
                  </a:cxn>
                  <a:cxn ang="0">
                    <a:pos x="T8" y="T9"/>
                  </a:cxn>
                  <a:cxn ang="0">
                    <a:pos x="T10" y="T11"/>
                  </a:cxn>
                  <a:cxn ang="0">
                    <a:pos x="T12" y="T13"/>
                  </a:cxn>
                </a:cxnLst>
                <a:rect l="0" t="0" r="r" b="b"/>
                <a:pathLst>
                  <a:path w="52" h="247">
                    <a:moveTo>
                      <a:pt x="6" y="0"/>
                    </a:moveTo>
                    <a:cubicBezTo>
                      <a:pt x="4" y="0"/>
                      <a:pt x="2" y="1"/>
                      <a:pt x="0" y="1"/>
                    </a:cubicBezTo>
                    <a:cubicBezTo>
                      <a:pt x="23" y="9"/>
                      <a:pt x="40" y="61"/>
                      <a:pt x="40" y="124"/>
                    </a:cubicBezTo>
                    <a:cubicBezTo>
                      <a:pt x="40" y="187"/>
                      <a:pt x="23" y="238"/>
                      <a:pt x="0" y="246"/>
                    </a:cubicBezTo>
                    <a:cubicBezTo>
                      <a:pt x="2" y="247"/>
                      <a:pt x="24" y="235"/>
                      <a:pt x="26" y="233"/>
                    </a:cubicBezTo>
                    <a:cubicBezTo>
                      <a:pt x="43" y="194"/>
                      <a:pt x="52" y="192"/>
                      <a:pt x="52" y="124"/>
                    </a:cubicBezTo>
                    <a:cubicBezTo>
                      <a:pt x="52" y="56"/>
                      <a:pt x="32" y="0"/>
                      <a:pt x="6" y="0"/>
                    </a:cubicBezTo>
                    <a:close/>
                  </a:path>
                </a:pathLst>
              </a:cu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7" name="Freeform 47"/>
              <p:cNvSpPr>
                <a:spLocks/>
              </p:cNvSpPr>
              <p:nvPr/>
            </p:nvSpPr>
            <p:spPr bwMode="auto">
              <a:xfrm>
                <a:off x="-6370111" y="3131316"/>
                <a:ext cx="240392" cy="719470"/>
              </a:xfrm>
              <a:custGeom>
                <a:avLst/>
                <a:gdLst>
                  <a:gd name="T0" fmla="*/ 6 w 52"/>
                  <a:gd name="T1" fmla="*/ 0 h 247"/>
                  <a:gd name="T2" fmla="*/ 0 w 52"/>
                  <a:gd name="T3" fmla="*/ 1 h 247"/>
                  <a:gd name="T4" fmla="*/ 40 w 52"/>
                  <a:gd name="T5" fmla="*/ 124 h 247"/>
                  <a:gd name="T6" fmla="*/ 0 w 52"/>
                  <a:gd name="T7" fmla="*/ 246 h 247"/>
                  <a:gd name="T8" fmla="*/ 26 w 52"/>
                  <a:gd name="T9" fmla="*/ 233 h 247"/>
                  <a:gd name="T10" fmla="*/ 52 w 52"/>
                  <a:gd name="T11" fmla="*/ 124 h 247"/>
                  <a:gd name="T12" fmla="*/ 6 w 52"/>
                  <a:gd name="T13" fmla="*/ 0 h 247"/>
                </a:gdLst>
                <a:ahLst/>
                <a:cxnLst>
                  <a:cxn ang="0">
                    <a:pos x="T0" y="T1"/>
                  </a:cxn>
                  <a:cxn ang="0">
                    <a:pos x="T2" y="T3"/>
                  </a:cxn>
                  <a:cxn ang="0">
                    <a:pos x="T4" y="T5"/>
                  </a:cxn>
                  <a:cxn ang="0">
                    <a:pos x="T6" y="T7"/>
                  </a:cxn>
                  <a:cxn ang="0">
                    <a:pos x="T8" y="T9"/>
                  </a:cxn>
                  <a:cxn ang="0">
                    <a:pos x="T10" y="T11"/>
                  </a:cxn>
                  <a:cxn ang="0">
                    <a:pos x="T12" y="T13"/>
                  </a:cxn>
                </a:cxnLst>
                <a:rect l="0" t="0" r="r" b="b"/>
                <a:pathLst>
                  <a:path w="52" h="247">
                    <a:moveTo>
                      <a:pt x="6" y="0"/>
                    </a:moveTo>
                    <a:cubicBezTo>
                      <a:pt x="4" y="0"/>
                      <a:pt x="2" y="1"/>
                      <a:pt x="0" y="1"/>
                    </a:cubicBezTo>
                    <a:cubicBezTo>
                      <a:pt x="23" y="9"/>
                      <a:pt x="40" y="61"/>
                      <a:pt x="40" y="124"/>
                    </a:cubicBezTo>
                    <a:cubicBezTo>
                      <a:pt x="40" y="187"/>
                      <a:pt x="23" y="238"/>
                      <a:pt x="0" y="246"/>
                    </a:cubicBezTo>
                    <a:cubicBezTo>
                      <a:pt x="2" y="247"/>
                      <a:pt x="25" y="235"/>
                      <a:pt x="26" y="233"/>
                    </a:cubicBezTo>
                    <a:cubicBezTo>
                      <a:pt x="43" y="194"/>
                      <a:pt x="52" y="192"/>
                      <a:pt x="52" y="124"/>
                    </a:cubicBezTo>
                    <a:cubicBezTo>
                      <a:pt x="52" y="56"/>
                      <a:pt x="32" y="0"/>
                      <a:pt x="6" y="0"/>
                    </a:cubicBezTo>
                    <a:close/>
                  </a:path>
                </a:pathLst>
              </a:cu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60" name="Freeform 42"/>
            <p:cNvSpPr>
              <a:spLocks noEditPoints="1"/>
            </p:cNvSpPr>
            <p:nvPr/>
          </p:nvSpPr>
          <p:spPr bwMode="auto">
            <a:xfrm>
              <a:off x="2549460" y="4226491"/>
              <a:ext cx="942420" cy="1839680"/>
            </a:xfrm>
            <a:custGeom>
              <a:avLst/>
              <a:gdLst>
                <a:gd name="T0" fmla="*/ 1533 w 1546"/>
                <a:gd name="T1" fmla="*/ 133 h 3018"/>
                <a:gd name="T2" fmla="*/ 1537 w 1546"/>
                <a:gd name="T3" fmla="*/ 233 h 3018"/>
                <a:gd name="T4" fmla="*/ 1501 w 1546"/>
                <a:gd name="T5" fmla="*/ 269 h 3018"/>
                <a:gd name="T6" fmla="*/ 1501 w 1546"/>
                <a:gd name="T7" fmla="*/ 316 h 3018"/>
                <a:gd name="T8" fmla="*/ 1444 w 1546"/>
                <a:gd name="T9" fmla="*/ 352 h 3018"/>
                <a:gd name="T10" fmla="*/ 1440 w 1546"/>
                <a:gd name="T11" fmla="*/ 1380 h 3018"/>
                <a:gd name="T12" fmla="*/ 1465 w 1546"/>
                <a:gd name="T13" fmla="*/ 1383 h 3018"/>
                <a:gd name="T14" fmla="*/ 1505 w 1546"/>
                <a:gd name="T15" fmla="*/ 1480 h 3018"/>
                <a:gd name="T16" fmla="*/ 1505 w 1546"/>
                <a:gd name="T17" fmla="*/ 1559 h 3018"/>
                <a:gd name="T18" fmla="*/ 1465 w 1546"/>
                <a:gd name="T19" fmla="*/ 1655 h 3018"/>
                <a:gd name="T20" fmla="*/ 1440 w 1546"/>
                <a:gd name="T21" fmla="*/ 1655 h 3018"/>
                <a:gd name="T22" fmla="*/ 1444 w 1546"/>
                <a:gd name="T23" fmla="*/ 2658 h 3018"/>
                <a:gd name="T24" fmla="*/ 1491 w 1546"/>
                <a:gd name="T25" fmla="*/ 2694 h 3018"/>
                <a:gd name="T26" fmla="*/ 1523 w 1546"/>
                <a:gd name="T27" fmla="*/ 2766 h 3018"/>
                <a:gd name="T28" fmla="*/ 1519 w 1546"/>
                <a:gd name="T29" fmla="*/ 2884 h 3018"/>
                <a:gd name="T30" fmla="*/ 1218 w 1546"/>
                <a:gd name="T31" fmla="*/ 2984 h 3018"/>
                <a:gd name="T32" fmla="*/ 588 w 1546"/>
                <a:gd name="T33" fmla="*/ 3009 h 3018"/>
                <a:gd name="T34" fmla="*/ 137 w 1546"/>
                <a:gd name="T35" fmla="*/ 2945 h 3018"/>
                <a:gd name="T36" fmla="*/ 15 w 1546"/>
                <a:gd name="T37" fmla="*/ 2887 h 3018"/>
                <a:gd name="T38" fmla="*/ 11 w 1546"/>
                <a:gd name="T39" fmla="*/ 2769 h 3018"/>
                <a:gd name="T40" fmla="*/ 44 w 1546"/>
                <a:gd name="T41" fmla="*/ 2741 h 3018"/>
                <a:gd name="T42" fmla="*/ 44 w 1546"/>
                <a:gd name="T43" fmla="*/ 2701 h 3018"/>
                <a:gd name="T44" fmla="*/ 83 w 1546"/>
                <a:gd name="T45" fmla="*/ 2665 h 3018"/>
                <a:gd name="T46" fmla="*/ 83 w 1546"/>
                <a:gd name="T47" fmla="*/ 1662 h 3018"/>
                <a:gd name="T48" fmla="*/ 61 w 1546"/>
                <a:gd name="T49" fmla="*/ 1652 h 3018"/>
                <a:gd name="T50" fmla="*/ 61 w 1546"/>
                <a:gd name="T51" fmla="*/ 1620 h 3018"/>
                <a:gd name="T52" fmla="*/ 61 w 1546"/>
                <a:gd name="T53" fmla="*/ 1423 h 3018"/>
                <a:gd name="T54" fmla="*/ 61 w 1546"/>
                <a:gd name="T55" fmla="*/ 1390 h 3018"/>
                <a:gd name="T56" fmla="*/ 83 w 1546"/>
                <a:gd name="T57" fmla="*/ 1380 h 3018"/>
                <a:gd name="T58" fmla="*/ 83 w 1546"/>
                <a:gd name="T59" fmla="*/ 344 h 3018"/>
                <a:gd name="T60" fmla="*/ 47 w 1546"/>
                <a:gd name="T61" fmla="*/ 309 h 3018"/>
                <a:gd name="T62" fmla="*/ 47 w 1546"/>
                <a:gd name="T63" fmla="*/ 273 h 3018"/>
                <a:gd name="T64" fmla="*/ 15 w 1546"/>
                <a:gd name="T65" fmla="*/ 237 h 3018"/>
                <a:gd name="T66" fmla="*/ 19 w 1546"/>
                <a:gd name="T67" fmla="*/ 130 h 3018"/>
                <a:gd name="T68" fmla="*/ 334 w 1546"/>
                <a:gd name="T69" fmla="*/ 36 h 3018"/>
                <a:gd name="T70" fmla="*/ 728 w 1546"/>
                <a:gd name="T71" fmla="*/ 11 h 3018"/>
                <a:gd name="T72" fmla="*/ 1469 w 1546"/>
                <a:gd name="T73" fmla="*/ 94 h 3018"/>
                <a:gd name="T74" fmla="*/ 1533 w 1546"/>
                <a:gd name="T75" fmla="*/ 133 h 3018"/>
                <a:gd name="T76" fmla="*/ 133 w 1546"/>
                <a:gd name="T77" fmla="*/ 1380 h 3018"/>
                <a:gd name="T78" fmla="*/ 158 w 1546"/>
                <a:gd name="T79" fmla="*/ 1387 h 3018"/>
                <a:gd name="T80" fmla="*/ 198 w 1546"/>
                <a:gd name="T81" fmla="*/ 1483 h 3018"/>
                <a:gd name="T82" fmla="*/ 198 w 1546"/>
                <a:gd name="T83" fmla="*/ 1559 h 3018"/>
                <a:gd name="T84" fmla="*/ 158 w 1546"/>
                <a:gd name="T85" fmla="*/ 1655 h 3018"/>
                <a:gd name="T86" fmla="*/ 133 w 1546"/>
                <a:gd name="T87" fmla="*/ 1666 h 3018"/>
                <a:gd name="T88" fmla="*/ 140 w 1546"/>
                <a:gd name="T89" fmla="*/ 2647 h 3018"/>
                <a:gd name="T90" fmla="*/ 1387 w 1546"/>
                <a:gd name="T91" fmla="*/ 2644 h 3018"/>
                <a:gd name="T92" fmla="*/ 1390 w 1546"/>
                <a:gd name="T93" fmla="*/ 1659 h 3018"/>
                <a:gd name="T94" fmla="*/ 1369 w 1546"/>
                <a:gd name="T95" fmla="*/ 1652 h 3018"/>
                <a:gd name="T96" fmla="*/ 1369 w 1546"/>
                <a:gd name="T97" fmla="*/ 1616 h 3018"/>
                <a:gd name="T98" fmla="*/ 1326 w 1546"/>
                <a:gd name="T99" fmla="*/ 1483 h 3018"/>
                <a:gd name="T100" fmla="*/ 1369 w 1546"/>
                <a:gd name="T101" fmla="*/ 1383 h 3018"/>
                <a:gd name="T102" fmla="*/ 1390 w 1546"/>
                <a:gd name="T103" fmla="*/ 1376 h 3018"/>
                <a:gd name="T104" fmla="*/ 1387 w 1546"/>
                <a:gd name="T105" fmla="*/ 370 h 3018"/>
                <a:gd name="T106" fmla="*/ 140 w 1546"/>
                <a:gd name="T107" fmla="*/ 359 h 3018"/>
                <a:gd name="T108" fmla="*/ 133 w 1546"/>
                <a:gd name="T109" fmla="*/ 1380 h 3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546" h="3018">
                  <a:moveTo>
                    <a:pt x="1533" y="133"/>
                  </a:moveTo>
                  <a:cubicBezTo>
                    <a:pt x="1530" y="165"/>
                    <a:pt x="1546" y="205"/>
                    <a:pt x="1537" y="233"/>
                  </a:cubicBezTo>
                  <a:cubicBezTo>
                    <a:pt x="1531" y="255"/>
                    <a:pt x="1511" y="254"/>
                    <a:pt x="1501" y="269"/>
                  </a:cubicBezTo>
                  <a:cubicBezTo>
                    <a:pt x="1501" y="285"/>
                    <a:pt x="1501" y="300"/>
                    <a:pt x="1501" y="316"/>
                  </a:cubicBezTo>
                  <a:cubicBezTo>
                    <a:pt x="1482" y="328"/>
                    <a:pt x="1465" y="341"/>
                    <a:pt x="1444" y="352"/>
                  </a:cubicBezTo>
                  <a:cubicBezTo>
                    <a:pt x="1483" y="674"/>
                    <a:pt x="1480" y="1061"/>
                    <a:pt x="1440" y="1380"/>
                  </a:cubicBezTo>
                  <a:cubicBezTo>
                    <a:pt x="1442" y="1388"/>
                    <a:pt x="1458" y="1381"/>
                    <a:pt x="1465" y="1383"/>
                  </a:cubicBezTo>
                  <a:cubicBezTo>
                    <a:pt x="1456" y="1428"/>
                    <a:pt x="1496" y="1448"/>
                    <a:pt x="1505" y="1480"/>
                  </a:cubicBezTo>
                  <a:cubicBezTo>
                    <a:pt x="1511" y="1500"/>
                    <a:pt x="1513" y="1530"/>
                    <a:pt x="1505" y="1559"/>
                  </a:cubicBezTo>
                  <a:cubicBezTo>
                    <a:pt x="1496" y="1590"/>
                    <a:pt x="1456" y="1610"/>
                    <a:pt x="1465" y="1655"/>
                  </a:cubicBezTo>
                  <a:cubicBezTo>
                    <a:pt x="1457" y="1655"/>
                    <a:pt x="1449" y="1655"/>
                    <a:pt x="1440" y="1655"/>
                  </a:cubicBezTo>
                  <a:cubicBezTo>
                    <a:pt x="1479" y="1966"/>
                    <a:pt x="1483" y="2345"/>
                    <a:pt x="1444" y="2658"/>
                  </a:cubicBezTo>
                  <a:cubicBezTo>
                    <a:pt x="1455" y="2675"/>
                    <a:pt x="1475" y="2682"/>
                    <a:pt x="1491" y="2694"/>
                  </a:cubicBezTo>
                  <a:cubicBezTo>
                    <a:pt x="1481" y="2738"/>
                    <a:pt x="1503" y="2750"/>
                    <a:pt x="1523" y="2766"/>
                  </a:cubicBezTo>
                  <a:cubicBezTo>
                    <a:pt x="1521" y="2805"/>
                    <a:pt x="1526" y="2850"/>
                    <a:pt x="1519" y="2884"/>
                  </a:cubicBezTo>
                  <a:cubicBezTo>
                    <a:pt x="1459" y="2946"/>
                    <a:pt x="1333" y="2965"/>
                    <a:pt x="1218" y="2984"/>
                  </a:cubicBezTo>
                  <a:cubicBezTo>
                    <a:pt x="1030" y="3016"/>
                    <a:pt x="804" y="3018"/>
                    <a:pt x="588" y="3009"/>
                  </a:cubicBezTo>
                  <a:cubicBezTo>
                    <a:pt x="432" y="3003"/>
                    <a:pt x="264" y="2983"/>
                    <a:pt x="137" y="2945"/>
                  </a:cubicBezTo>
                  <a:cubicBezTo>
                    <a:pt x="86" y="2930"/>
                    <a:pt x="49" y="2917"/>
                    <a:pt x="15" y="2887"/>
                  </a:cubicBezTo>
                  <a:cubicBezTo>
                    <a:pt x="12" y="2850"/>
                    <a:pt x="10" y="2811"/>
                    <a:pt x="11" y="2769"/>
                  </a:cubicBezTo>
                  <a:cubicBezTo>
                    <a:pt x="17" y="2754"/>
                    <a:pt x="34" y="2752"/>
                    <a:pt x="44" y="2741"/>
                  </a:cubicBezTo>
                  <a:cubicBezTo>
                    <a:pt x="44" y="2727"/>
                    <a:pt x="44" y="2714"/>
                    <a:pt x="44" y="2701"/>
                  </a:cubicBezTo>
                  <a:cubicBezTo>
                    <a:pt x="50" y="2683"/>
                    <a:pt x="74" y="2682"/>
                    <a:pt x="83" y="2665"/>
                  </a:cubicBezTo>
                  <a:cubicBezTo>
                    <a:pt x="41" y="2359"/>
                    <a:pt x="47" y="1971"/>
                    <a:pt x="83" y="1662"/>
                  </a:cubicBezTo>
                  <a:cubicBezTo>
                    <a:pt x="88" y="1647"/>
                    <a:pt x="62" y="1662"/>
                    <a:pt x="61" y="1652"/>
                  </a:cubicBezTo>
                  <a:cubicBezTo>
                    <a:pt x="61" y="1641"/>
                    <a:pt x="61" y="1630"/>
                    <a:pt x="61" y="1620"/>
                  </a:cubicBezTo>
                  <a:cubicBezTo>
                    <a:pt x="6" y="1583"/>
                    <a:pt x="0" y="1458"/>
                    <a:pt x="61" y="1423"/>
                  </a:cubicBezTo>
                  <a:cubicBezTo>
                    <a:pt x="61" y="1412"/>
                    <a:pt x="61" y="1401"/>
                    <a:pt x="61" y="1390"/>
                  </a:cubicBezTo>
                  <a:cubicBezTo>
                    <a:pt x="56" y="1374"/>
                    <a:pt x="83" y="1390"/>
                    <a:pt x="83" y="1380"/>
                  </a:cubicBezTo>
                  <a:cubicBezTo>
                    <a:pt x="48" y="1060"/>
                    <a:pt x="40" y="662"/>
                    <a:pt x="83" y="344"/>
                  </a:cubicBezTo>
                  <a:cubicBezTo>
                    <a:pt x="78" y="326"/>
                    <a:pt x="54" y="326"/>
                    <a:pt x="47" y="309"/>
                  </a:cubicBezTo>
                  <a:cubicBezTo>
                    <a:pt x="47" y="297"/>
                    <a:pt x="47" y="285"/>
                    <a:pt x="47" y="273"/>
                  </a:cubicBezTo>
                  <a:cubicBezTo>
                    <a:pt x="45" y="253"/>
                    <a:pt x="20" y="255"/>
                    <a:pt x="15" y="237"/>
                  </a:cubicBezTo>
                  <a:cubicBezTo>
                    <a:pt x="14" y="199"/>
                    <a:pt x="15" y="163"/>
                    <a:pt x="19" y="130"/>
                  </a:cubicBezTo>
                  <a:cubicBezTo>
                    <a:pt x="93" y="76"/>
                    <a:pt x="213" y="55"/>
                    <a:pt x="334" y="36"/>
                  </a:cubicBezTo>
                  <a:cubicBezTo>
                    <a:pt x="460" y="17"/>
                    <a:pt x="585" y="18"/>
                    <a:pt x="728" y="11"/>
                  </a:cubicBezTo>
                  <a:cubicBezTo>
                    <a:pt x="968" y="0"/>
                    <a:pt x="1313" y="27"/>
                    <a:pt x="1469" y="94"/>
                  </a:cubicBezTo>
                  <a:cubicBezTo>
                    <a:pt x="1494" y="104"/>
                    <a:pt x="1514" y="122"/>
                    <a:pt x="1533" y="133"/>
                  </a:cubicBezTo>
                  <a:close/>
                  <a:moveTo>
                    <a:pt x="133" y="1380"/>
                  </a:moveTo>
                  <a:cubicBezTo>
                    <a:pt x="134" y="1390"/>
                    <a:pt x="158" y="1376"/>
                    <a:pt x="158" y="1387"/>
                  </a:cubicBezTo>
                  <a:cubicBezTo>
                    <a:pt x="152" y="1431"/>
                    <a:pt x="189" y="1450"/>
                    <a:pt x="198" y="1483"/>
                  </a:cubicBezTo>
                  <a:cubicBezTo>
                    <a:pt x="203" y="1504"/>
                    <a:pt x="205" y="1530"/>
                    <a:pt x="198" y="1559"/>
                  </a:cubicBezTo>
                  <a:cubicBezTo>
                    <a:pt x="189" y="1590"/>
                    <a:pt x="149" y="1610"/>
                    <a:pt x="158" y="1655"/>
                  </a:cubicBezTo>
                  <a:cubicBezTo>
                    <a:pt x="147" y="1656"/>
                    <a:pt x="131" y="1652"/>
                    <a:pt x="133" y="1666"/>
                  </a:cubicBezTo>
                  <a:cubicBezTo>
                    <a:pt x="175" y="1967"/>
                    <a:pt x="173" y="2338"/>
                    <a:pt x="140" y="2647"/>
                  </a:cubicBezTo>
                  <a:cubicBezTo>
                    <a:pt x="497" y="2565"/>
                    <a:pt x="1025" y="2567"/>
                    <a:pt x="1387" y="2644"/>
                  </a:cubicBezTo>
                  <a:cubicBezTo>
                    <a:pt x="1348" y="2334"/>
                    <a:pt x="1354" y="1966"/>
                    <a:pt x="1390" y="1659"/>
                  </a:cubicBezTo>
                  <a:cubicBezTo>
                    <a:pt x="1391" y="1649"/>
                    <a:pt x="1368" y="1662"/>
                    <a:pt x="1369" y="1652"/>
                  </a:cubicBezTo>
                  <a:cubicBezTo>
                    <a:pt x="1369" y="1640"/>
                    <a:pt x="1369" y="1628"/>
                    <a:pt x="1369" y="1616"/>
                  </a:cubicBezTo>
                  <a:cubicBezTo>
                    <a:pt x="1332" y="1586"/>
                    <a:pt x="1311" y="1539"/>
                    <a:pt x="1326" y="1483"/>
                  </a:cubicBezTo>
                  <a:cubicBezTo>
                    <a:pt x="1335" y="1448"/>
                    <a:pt x="1379" y="1428"/>
                    <a:pt x="1369" y="1383"/>
                  </a:cubicBezTo>
                  <a:cubicBezTo>
                    <a:pt x="1376" y="1381"/>
                    <a:pt x="1394" y="1389"/>
                    <a:pt x="1390" y="1376"/>
                  </a:cubicBezTo>
                  <a:cubicBezTo>
                    <a:pt x="1354" y="1062"/>
                    <a:pt x="1348" y="686"/>
                    <a:pt x="1387" y="370"/>
                  </a:cubicBezTo>
                  <a:cubicBezTo>
                    <a:pt x="1019" y="443"/>
                    <a:pt x="493" y="451"/>
                    <a:pt x="140" y="359"/>
                  </a:cubicBezTo>
                  <a:cubicBezTo>
                    <a:pt x="173" y="682"/>
                    <a:pt x="175" y="1065"/>
                    <a:pt x="133" y="1380"/>
                  </a:cubicBezTo>
                  <a:close/>
                </a:path>
              </a:pathLst>
            </a:custGeom>
            <a:gradFill flip="none" rotWithShape="1">
              <a:gsLst>
                <a:gs pos="0">
                  <a:schemeClr val="bg1">
                    <a:shade val="67500"/>
                    <a:satMod val="115000"/>
                  </a:schemeClr>
                </a:gs>
                <a:gs pos="100000">
                  <a:schemeClr val="bg1">
                    <a:shade val="100000"/>
                    <a:satMod val="115000"/>
                  </a:schemeClr>
                </a:gs>
              </a:gsLst>
              <a:path path="circle">
                <a:fillToRect l="100000" t="100000"/>
              </a:path>
              <a:tileRect r="-100000" b="-100000"/>
            </a:gradFill>
            <a:ln>
              <a:noFill/>
            </a:ln>
          </p:spPr>
          <p:txBody>
            <a:bodyPr vert="horz" wrap="square" lIns="91440" tIns="45720" rIns="91440" bIns="45720" numCol="1" anchor="t" anchorCtr="0" compatLnSpc="1">
              <a:prstTxWarp prst="textNoShape">
                <a:avLst/>
              </a:prstTxWarp>
            </a:bodyPr>
            <a:lstStyle/>
            <a:p>
              <a:endParaRPr lang="en-US"/>
            </a:p>
          </p:txBody>
        </p:sp>
        <p:sp>
          <p:nvSpPr>
            <p:cNvPr id="179" name="Oval 178"/>
            <p:cNvSpPr/>
            <p:nvPr/>
          </p:nvSpPr>
          <p:spPr bwMode="gray">
            <a:xfrm>
              <a:off x="2588739" y="4324230"/>
              <a:ext cx="859310" cy="150167"/>
            </a:xfrm>
            <a:prstGeom prst="ellipse">
              <a:avLst/>
            </a:prstGeom>
            <a:solidFill>
              <a:schemeClr val="bg2">
                <a:lumMod val="20000"/>
                <a:lumOff val="80000"/>
              </a:schemeClr>
            </a:solid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sp>
          <p:nvSpPr>
            <p:cNvPr id="269" name="Oval 268"/>
            <p:cNvSpPr/>
            <p:nvPr/>
          </p:nvSpPr>
          <p:spPr bwMode="gray">
            <a:xfrm>
              <a:off x="2588739" y="5807871"/>
              <a:ext cx="859310" cy="134641"/>
            </a:xfrm>
            <a:prstGeom prst="ellipse">
              <a:avLst/>
            </a:prstGeom>
            <a:solidFill>
              <a:schemeClr val="bg1"/>
            </a:solid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sp>
          <p:nvSpPr>
            <p:cNvPr id="261" name="Freeform 43"/>
            <p:cNvSpPr>
              <a:spLocks/>
            </p:cNvSpPr>
            <p:nvPr/>
          </p:nvSpPr>
          <p:spPr bwMode="auto">
            <a:xfrm>
              <a:off x="2661456" y="4330230"/>
              <a:ext cx="702944" cy="1597624"/>
            </a:xfrm>
            <a:custGeom>
              <a:avLst/>
              <a:gdLst>
                <a:gd name="T0" fmla="*/ 1102 w 1153"/>
                <a:gd name="T1" fmla="*/ 2539 h 2621"/>
                <a:gd name="T2" fmla="*/ 870 w 1153"/>
                <a:gd name="T3" fmla="*/ 2600 h 2621"/>
                <a:gd name="T4" fmla="*/ 311 w 1153"/>
                <a:gd name="T5" fmla="*/ 2600 h 2621"/>
                <a:gd name="T6" fmla="*/ 82 w 1153"/>
                <a:gd name="T7" fmla="*/ 2539 h 2621"/>
                <a:gd name="T8" fmla="*/ 57 w 1153"/>
                <a:gd name="T9" fmla="*/ 2167 h 2621"/>
                <a:gd name="T10" fmla="*/ 436 w 1153"/>
                <a:gd name="T11" fmla="*/ 1518 h 2621"/>
                <a:gd name="T12" fmla="*/ 533 w 1153"/>
                <a:gd name="T13" fmla="*/ 1250 h 2621"/>
                <a:gd name="T14" fmla="*/ 447 w 1153"/>
                <a:gd name="T15" fmla="*/ 1128 h 2621"/>
                <a:gd name="T16" fmla="*/ 347 w 1153"/>
                <a:gd name="T17" fmla="*/ 1021 h 2621"/>
                <a:gd name="T18" fmla="*/ 78 w 1153"/>
                <a:gd name="T19" fmla="*/ 86 h 2621"/>
                <a:gd name="T20" fmla="*/ 178 w 1153"/>
                <a:gd name="T21" fmla="*/ 43 h 2621"/>
                <a:gd name="T22" fmla="*/ 429 w 1153"/>
                <a:gd name="T23" fmla="*/ 11 h 2621"/>
                <a:gd name="T24" fmla="*/ 866 w 1153"/>
                <a:gd name="T25" fmla="*/ 18 h 2621"/>
                <a:gd name="T26" fmla="*/ 1106 w 1153"/>
                <a:gd name="T27" fmla="*/ 82 h 2621"/>
                <a:gd name="T28" fmla="*/ 1009 w 1153"/>
                <a:gd name="T29" fmla="*/ 784 h 2621"/>
                <a:gd name="T30" fmla="*/ 830 w 1153"/>
                <a:gd name="T31" fmla="*/ 1028 h 2621"/>
                <a:gd name="T32" fmla="*/ 730 w 1153"/>
                <a:gd name="T33" fmla="*/ 1139 h 2621"/>
                <a:gd name="T34" fmla="*/ 648 w 1153"/>
                <a:gd name="T35" fmla="*/ 1393 h 2621"/>
                <a:gd name="T36" fmla="*/ 741 w 1153"/>
                <a:gd name="T37" fmla="*/ 1511 h 2621"/>
                <a:gd name="T38" fmla="*/ 1128 w 1153"/>
                <a:gd name="T39" fmla="*/ 2163 h 2621"/>
                <a:gd name="T40" fmla="*/ 1102 w 1153"/>
                <a:gd name="T41" fmla="*/ 2539 h 2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53" h="2621">
                  <a:moveTo>
                    <a:pt x="1102" y="2539"/>
                  </a:moveTo>
                  <a:cubicBezTo>
                    <a:pt x="1043" y="2577"/>
                    <a:pt x="958" y="2590"/>
                    <a:pt x="870" y="2600"/>
                  </a:cubicBezTo>
                  <a:cubicBezTo>
                    <a:pt x="695" y="2621"/>
                    <a:pt x="489" y="2621"/>
                    <a:pt x="311" y="2600"/>
                  </a:cubicBezTo>
                  <a:cubicBezTo>
                    <a:pt x="224" y="2590"/>
                    <a:pt x="140" y="2578"/>
                    <a:pt x="82" y="2539"/>
                  </a:cubicBezTo>
                  <a:cubicBezTo>
                    <a:pt x="59" y="2411"/>
                    <a:pt x="41" y="2289"/>
                    <a:pt x="57" y="2167"/>
                  </a:cubicBezTo>
                  <a:cubicBezTo>
                    <a:pt x="94" y="1873"/>
                    <a:pt x="261" y="1678"/>
                    <a:pt x="436" y="1518"/>
                  </a:cubicBezTo>
                  <a:cubicBezTo>
                    <a:pt x="504" y="1456"/>
                    <a:pt x="580" y="1380"/>
                    <a:pt x="533" y="1250"/>
                  </a:cubicBezTo>
                  <a:cubicBezTo>
                    <a:pt x="517" y="1207"/>
                    <a:pt x="482" y="1167"/>
                    <a:pt x="447" y="1128"/>
                  </a:cubicBezTo>
                  <a:cubicBezTo>
                    <a:pt x="414" y="1091"/>
                    <a:pt x="377" y="1052"/>
                    <a:pt x="347" y="1021"/>
                  </a:cubicBezTo>
                  <a:cubicBezTo>
                    <a:pt x="152" y="818"/>
                    <a:pt x="0" y="501"/>
                    <a:pt x="78" y="86"/>
                  </a:cubicBezTo>
                  <a:cubicBezTo>
                    <a:pt x="101" y="55"/>
                    <a:pt x="142" y="52"/>
                    <a:pt x="178" y="43"/>
                  </a:cubicBezTo>
                  <a:cubicBezTo>
                    <a:pt x="253" y="25"/>
                    <a:pt x="337" y="18"/>
                    <a:pt x="429" y="11"/>
                  </a:cubicBezTo>
                  <a:cubicBezTo>
                    <a:pt x="570" y="0"/>
                    <a:pt x="725" y="2"/>
                    <a:pt x="866" y="18"/>
                  </a:cubicBezTo>
                  <a:cubicBezTo>
                    <a:pt x="958" y="28"/>
                    <a:pt x="1047" y="42"/>
                    <a:pt x="1106" y="82"/>
                  </a:cubicBezTo>
                  <a:cubicBezTo>
                    <a:pt x="1153" y="358"/>
                    <a:pt x="1109" y="598"/>
                    <a:pt x="1009" y="784"/>
                  </a:cubicBezTo>
                  <a:cubicBezTo>
                    <a:pt x="963" y="872"/>
                    <a:pt x="896" y="957"/>
                    <a:pt x="830" y="1028"/>
                  </a:cubicBezTo>
                  <a:cubicBezTo>
                    <a:pt x="800" y="1061"/>
                    <a:pt x="764" y="1100"/>
                    <a:pt x="730" y="1139"/>
                  </a:cubicBezTo>
                  <a:cubicBezTo>
                    <a:pt x="675" y="1203"/>
                    <a:pt x="604" y="1271"/>
                    <a:pt x="648" y="1393"/>
                  </a:cubicBezTo>
                  <a:cubicBezTo>
                    <a:pt x="664" y="1441"/>
                    <a:pt x="700" y="1473"/>
                    <a:pt x="741" y="1511"/>
                  </a:cubicBezTo>
                  <a:cubicBezTo>
                    <a:pt x="911" y="1671"/>
                    <a:pt x="1090" y="1871"/>
                    <a:pt x="1128" y="2163"/>
                  </a:cubicBezTo>
                  <a:cubicBezTo>
                    <a:pt x="1142" y="2280"/>
                    <a:pt x="1123" y="2402"/>
                    <a:pt x="1102" y="2539"/>
                  </a:cubicBezTo>
                  <a:close/>
                </a:path>
              </a:pathLst>
            </a:custGeom>
            <a:gradFill flip="none" rotWithShape="1">
              <a:gsLst>
                <a:gs pos="0">
                  <a:schemeClr val="bg1">
                    <a:shade val="67500"/>
                    <a:satMod val="115000"/>
                  </a:schemeClr>
                </a:gs>
                <a:gs pos="54000">
                  <a:schemeClr val="bg1">
                    <a:shade val="100000"/>
                    <a:satMod val="115000"/>
                    <a:lumMod val="0"/>
                    <a:lumOff val="100000"/>
                  </a:schemeClr>
                </a:gs>
              </a:gsLst>
              <a:lin ang="10800000" scaled="1"/>
              <a:tileRect/>
            </a:gradFill>
            <a:ln w="12700">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68" name="Freeform 267"/>
          <p:cNvSpPr/>
          <p:nvPr/>
        </p:nvSpPr>
        <p:spPr bwMode="gray">
          <a:xfrm>
            <a:off x="2564140" y="5454650"/>
            <a:ext cx="579109" cy="455036"/>
          </a:xfrm>
          <a:custGeom>
            <a:avLst/>
            <a:gdLst>
              <a:gd name="connsiteX0" fmla="*/ 0 w 578644"/>
              <a:gd name="connsiteY0" fmla="*/ 490538 h 490538"/>
              <a:gd name="connsiteX1" fmla="*/ 578644 w 578644"/>
              <a:gd name="connsiteY1" fmla="*/ 490538 h 490538"/>
              <a:gd name="connsiteX2" fmla="*/ 507207 w 578644"/>
              <a:gd name="connsiteY2" fmla="*/ 100013 h 490538"/>
              <a:gd name="connsiteX3" fmla="*/ 307182 w 578644"/>
              <a:gd name="connsiteY3" fmla="*/ 0 h 490538"/>
              <a:gd name="connsiteX4" fmla="*/ 69057 w 578644"/>
              <a:gd name="connsiteY4" fmla="*/ 126207 h 490538"/>
              <a:gd name="connsiteX5" fmla="*/ 0 w 578644"/>
              <a:gd name="connsiteY5" fmla="*/ 490538 h 490538"/>
              <a:gd name="connsiteX0" fmla="*/ 0 w 578644"/>
              <a:gd name="connsiteY0" fmla="*/ 490538 h 520171"/>
              <a:gd name="connsiteX1" fmla="*/ 578644 w 578644"/>
              <a:gd name="connsiteY1" fmla="*/ 490538 h 520171"/>
              <a:gd name="connsiteX2" fmla="*/ 507207 w 578644"/>
              <a:gd name="connsiteY2" fmla="*/ 100013 h 520171"/>
              <a:gd name="connsiteX3" fmla="*/ 307182 w 578644"/>
              <a:gd name="connsiteY3" fmla="*/ 0 h 520171"/>
              <a:gd name="connsiteX4" fmla="*/ 69057 w 578644"/>
              <a:gd name="connsiteY4" fmla="*/ 126207 h 520171"/>
              <a:gd name="connsiteX5" fmla="*/ 0 w 578644"/>
              <a:gd name="connsiteY5" fmla="*/ 490538 h 520171"/>
              <a:gd name="connsiteX0" fmla="*/ 0 w 578644"/>
              <a:gd name="connsiteY0" fmla="*/ 490538 h 526887"/>
              <a:gd name="connsiteX1" fmla="*/ 578644 w 578644"/>
              <a:gd name="connsiteY1" fmla="*/ 490538 h 526887"/>
              <a:gd name="connsiteX2" fmla="*/ 507207 w 578644"/>
              <a:gd name="connsiteY2" fmla="*/ 100013 h 526887"/>
              <a:gd name="connsiteX3" fmla="*/ 307182 w 578644"/>
              <a:gd name="connsiteY3" fmla="*/ 0 h 526887"/>
              <a:gd name="connsiteX4" fmla="*/ 69057 w 578644"/>
              <a:gd name="connsiteY4" fmla="*/ 126207 h 526887"/>
              <a:gd name="connsiteX5" fmla="*/ 0 w 578644"/>
              <a:gd name="connsiteY5" fmla="*/ 490538 h 526887"/>
              <a:gd name="connsiteX0" fmla="*/ 0 w 578644"/>
              <a:gd name="connsiteY0" fmla="*/ 490538 h 526887"/>
              <a:gd name="connsiteX1" fmla="*/ 578644 w 578644"/>
              <a:gd name="connsiteY1" fmla="*/ 490538 h 526887"/>
              <a:gd name="connsiteX2" fmla="*/ 507207 w 578644"/>
              <a:gd name="connsiteY2" fmla="*/ 100013 h 526887"/>
              <a:gd name="connsiteX3" fmla="*/ 307182 w 578644"/>
              <a:gd name="connsiteY3" fmla="*/ 0 h 526887"/>
              <a:gd name="connsiteX4" fmla="*/ 0 w 578644"/>
              <a:gd name="connsiteY4" fmla="*/ 490538 h 526887"/>
              <a:gd name="connsiteX0" fmla="*/ 0 w 578644"/>
              <a:gd name="connsiteY0" fmla="*/ 490538 h 526887"/>
              <a:gd name="connsiteX1" fmla="*/ 578644 w 578644"/>
              <a:gd name="connsiteY1" fmla="*/ 490538 h 526887"/>
              <a:gd name="connsiteX2" fmla="*/ 307182 w 578644"/>
              <a:gd name="connsiteY2" fmla="*/ 0 h 526887"/>
              <a:gd name="connsiteX3" fmla="*/ 0 w 578644"/>
              <a:gd name="connsiteY3" fmla="*/ 490538 h 526887"/>
              <a:gd name="connsiteX0" fmla="*/ 0 w 578644"/>
              <a:gd name="connsiteY0" fmla="*/ 350045 h 386394"/>
              <a:gd name="connsiteX1" fmla="*/ 578644 w 578644"/>
              <a:gd name="connsiteY1" fmla="*/ 350045 h 386394"/>
              <a:gd name="connsiteX2" fmla="*/ 280988 w 578644"/>
              <a:gd name="connsiteY2" fmla="*/ 0 h 386394"/>
              <a:gd name="connsiteX3" fmla="*/ 0 w 578644"/>
              <a:gd name="connsiteY3" fmla="*/ 350045 h 386394"/>
              <a:gd name="connsiteX0" fmla="*/ 0 w 578644"/>
              <a:gd name="connsiteY0" fmla="*/ 350045 h 386394"/>
              <a:gd name="connsiteX1" fmla="*/ 578644 w 578644"/>
              <a:gd name="connsiteY1" fmla="*/ 350045 h 386394"/>
              <a:gd name="connsiteX2" fmla="*/ 280988 w 578644"/>
              <a:gd name="connsiteY2" fmla="*/ 0 h 386394"/>
              <a:gd name="connsiteX3" fmla="*/ 0 w 578644"/>
              <a:gd name="connsiteY3" fmla="*/ 350045 h 386394"/>
              <a:gd name="connsiteX0" fmla="*/ 0 w 578644"/>
              <a:gd name="connsiteY0" fmla="*/ 350045 h 386394"/>
              <a:gd name="connsiteX1" fmla="*/ 578644 w 578644"/>
              <a:gd name="connsiteY1" fmla="*/ 350045 h 386394"/>
              <a:gd name="connsiteX2" fmla="*/ 280988 w 578644"/>
              <a:gd name="connsiteY2" fmla="*/ 0 h 386394"/>
              <a:gd name="connsiteX3" fmla="*/ 0 w 578644"/>
              <a:gd name="connsiteY3" fmla="*/ 350045 h 386394"/>
              <a:gd name="connsiteX0" fmla="*/ 0 w 578644"/>
              <a:gd name="connsiteY0" fmla="*/ 350045 h 386394"/>
              <a:gd name="connsiteX1" fmla="*/ 578644 w 578644"/>
              <a:gd name="connsiteY1" fmla="*/ 350045 h 386394"/>
              <a:gd name="connsiteX2" fmla="*/ 280988 w 578644"/>
              <a:gd name="connsiteY2" fmla="*/ 0 h 386394"/>
              <a:gd name="connsiteX3" fmla="*/ 0 w 578644"/>
              <a:gd name="connsiteY3" fmla="*/ 350045 h 386394"/>
              <a:gd name="connsiteX0" fmla="*/ 0 w 578644"/>
              <a:gd name="connsiteY0" fmla="*/ 350045 h 386394"/>
              <a:gd name="connsiteX1" fmla="*/ 578644 w 578644"/>
              <a:gd name="connsiteY1" fmla="*/ 350045 h 386394"/>
              <a:gd name="connsiteX2" fmla="*/ 280988 w 578644"/>
              <a:gd name="connsiteY2" fmla="*/ 0 h 386394"/>
              <a:gd name="connsiteX3" fmla="*/ 0 w 578644"/>
              <a:gd name="connsiteY3" fmla="*/ 350045 h 386394"/>
              <a:gd name="connsiteX0" fmla="*/ 0 w 578644"/>
              <a:gd name="connsiteY0" fmla="*/ 350045 h 386394"/>
              <a:gd name="connsiteX1" fmla="*/ 578644 w 578644"/>
              <a:gd name="connsiteY1" fmla="*/ 350045 h 386394"/>
              <a:gd name="connsiteX2" fmla="*/ 280988 w 578644"/>
              <a:gd name="connsiteY2" fmla="*/ 0 h 386394"/>
              <a:gd name="connsiteX3" fmla="*/ 0 w 578644"/>
              <a:gd name="connsiteY3" fmla="*/ 350045 h 386394"/>
              <a:gd name="connsiteX0" fmla="*/ 0 w 578644"/>
              <a:gd name="connsiteY0" fmla="*/ 350045 h 386394"/>
              <a:gd name="connsiteX1" fmla="*/ 578644 w 578644"/>
              <a:gd name="connsiteY1" fmla="*/ 350045 h 386394"/>
              <a:gd name="connsiteX2" fmla="*/ 280988 w 578644"/>
              <a:gd name="connsiteY2" fmla="*/ 0 h 386394"/>
              <a:gd name="connsiteX3" fmla="*/ 0 w 578644"/>
              <a:gd name="connsiteY3" fmla="*/ 350045 h 386394"/>
              <a:gd name="connsiteX0" fmla="*/ 0 w 578644"/>
              <a:gd name="connsiteY0" fmla="*/ 350045 h 386394"/>
              <a:gd name="connsiteX1" fmla="*/ 578644 w 578644"/>
              <a:gd name="connsiteY1" fmla="*/ 350045 h 386394"/>
              <a:gd name="connsiteX2" fmla="*/ 280988 w 578644"/>
              <a:gd name="connsiteY2" fmla="*/ 0 h 386394"/>
              <a:gd name="connsiteX3" fmla="*/ 0 w 578644"/>
              <a:gd name="connsiteY3" fmla="*/ 350045 h 386394"/>
              <a:gd name="connsiteX0" fmla="*/ 0 w 578644"/>
              <a:gd name="connsiteY0" fmla="*/ 350045 h 386394"/>
              <a:gd name="connsiteX1" fmla="*/ 578644 w 578644"/>
              <a:gd name="connsiteY1" fmla="*/ 350045 h 386394"/>
              <a:gd name="connsiteX2" fmla="*/ 280988 w 578644"/>
              <a:gd name="connsiteY2" fmla="*/ 0 h 386394"/>
              <a:gd name="connsiteX3" fmla="*/ 0 w 578644"/>
              <a:gd name="connsiteY3" fmla="*/ 350045 h 386394"/>
              <a:gd name="connsiteX0" fmla="*/ 0 w 578644"/>
              <a:gd name="connsiteY0" fmla="*/ 410370 h 446719"/>
              <a:gd name="connsiteX1" fmla="*/ 578644 w 578644"/>
              <a:gd name="connsiteY1" fmla="*/ 410370 h 446719"/>
              <a:gd name="connsiteX2" fmla="*/ 280988 w 578644"/>
              <a:gd name="connsiteY2" fmla="*/ 0 h 446719"/>
              <a:gd name="connsiteX3" fmla="*/ 0 w 578644"/>
              <a:gd name="connsiteY3" fmla="*/ 410370 h 446719"/>
              <a:gd name="connsiteX0" fmla="*/ 13 w 578657"/>
              <a:gd name="connsiteY0" fmla="*/ 410370 h 446719"/>
              <a:gd name="connsiteX1" fmla="*/ 578657 w 578657"/>
              <a:gd name="connsiteY1" fmla="*/ 410370 h 446719"/>
              <a:gd name="connsiteX2" fmla="*/ 281001 w 578657"/>
              <a:gd name="connsiteY2" fmla="*/ 0 h 446719"/>
              <a:gd name="connsiteX3" fmla="*/ 13 w 578657"/>
              <a:gd name="connsiteY3" fmla="*/ 410370 h 446719"/>
              <a:gd name="connsiteX0" fmla="*/ 8 w 578652"/>
              <a:gd name="connsiteY0" fmla="*/ 410370 h 444672"/>
              <a:gd name="connsiteX1" fmla="*/ 578652 w 578652"/>
              <a:gd name="connsiteY1" fmla="*/ 410370 h 444672"/>
              <a:gd name="connsiteX2" fmla="*/ 280996 w 578652"/>
              <a:gd name="connsiteY2" fmla="*/ 0 h 444672"/>
              <a:gd name="connsiteX3" fmla="*/ 8 w 578652"/>
              <a:gd name="connsiteY3" fmla="*/ 410370 h 444672"/>
              <a:gd name="connsiteX0" fmla="*/ 359 w 579003"/>
              <a:gd name="connsiteY0" fmla="*/ 410370 h 448391"/>
              <a:gd name="connsiteX1" fmla="*/ 579003 w 579003"/>
              <a:gd name="connsiteY1" fmla="*/ 410370 h 448391"/>
              <a:gd name="connsiteX2" fmla="*/ 281347 w 579003"/>
              <a:gd name="connsiteY2" fmla="*/ 0 h 448391"/>
              <a:gd name="connsiteX3" fmla="*/ 359 w 579003"/>
              <a:gd name="connsiteY3" fmla="*/ 410370 h 448391"/>
              <a:gd name="connsiteX0" fmla="*/ 465 w 579109"/>
              <a:gd name="connsiteY0" fmla="*/ 410370 h 455036"/>
              <a:gd name="connsiteX1" fmla="*/ 579109 w 579109"/>
              <a:gd name="connsiteY1" fmla="*/ 410370 h 455036"/>
              <a:gd name="connsiteX2" fmla="*/ 281453 w 579109"/>
              <a:gd name="connsiteY2" fmla="*/ 0 h 455036"/>
              <a:gd name="connsiteX3" fmla="*/ 465 w 579109"/>
              <a:gd name="connsiteY3" fmla="*/ 410370 h 455036"/>
            </a:gdLst>
            <a:ahLst/>
            <a:cxnLst>
              <a:cxn ang="0">
                <a:pos x="connsiteX0" y="connsiteY0"/>
              </a:cxn>
              <a:cxn ang="0">
                <a:pos x="connsiteX1" y="connsiteY1"/>
              </a:cxn>
              <a:cxn ang="0">
                <a:pos x="connsiteX2" y="connsiteY2"/>
              </a:cxn>
              <a:cxn ang="0">
                <a:pos x="connsiteX3" y="connsiteY3"/>
              </a:cxn>
            </a:cxnLst>
            <a:rect l="l" t="t" r="r" b="b"/>
            <a:pathLst>
              <a:path w="579109" h="455036">
                <a:moveTo>
                  <a:pt x="465" y="410370"/>
                </a:moveTo>
                <a:cubicBezTo>
                  <a:pt x="-18585" y="467520"/>
                  <a:pt x="552915" y="472282"/>
                  <a:pt x="579109" y="410370"/>
                </a:cubicBezTo>
                <a:cubicBezTo>
                  <a:pt x="544977" y="172244"/>
                  <a:pt x="349716" y="95251"/>
                  <a:pt x="281453" y="0"/>
                </a:cubicBezTo>
                <a:cubicBezTo>
                  <a:pt x="197314" y="107157"/>
                  <a:pt x="33803" y="232569"/>
                  <a:pt x="465" y="41037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sp>
        <p:nvSpPr>
          <p:cNvPr id="178" name="Freeform 177"/>
          <p:cNvSpPr/>
          <p:nvPr/>
        </p:nvSpPr>
        <p:spPr bwMode="gray">
          <a:xfrm flipV="1">
            <a:off x="2602704" y="4684399"/>
            <a:ext cx="519113" cy="393516"/>
          </a:xfrm>
          <a:custGeom>
            <a:avLst/>
            <a:gdLst>
              <a:gd name="connsiteX0" fmla="*/ 0 w 578644"/>
              <a:gd name="connsiteY0" fmla="*/ 490538 h 490538"/>
              <a:gd name="connsiteX1" fmla="*/ 578644 w 578644"/>
              <a:gd name="connsiteY1" fmla="*/ 490538 h 490538"/>
              <a:gd name="connsiteX2" fmla="*/ 507207 w 578644"/>
              <a:gd name="connsiteY2" fmla="*/ 100013 h 490538"/>
              <a:gd name="connsiteX3" fmla="*/ 307182 w 578644"/>
              <a:gd name="connsiteY3" fmla="*/ 0 h 490538"/>
              <a:gd name="connsiteX4" fmla="*/ 69057 w 578644"/>
              <a:gd name="connsiteY4" fmla="*/ 126207 h 490538"/>
              <a:gd name="connsiteX5" fmla="*/ 0 w 578644"/>
              <a:gd name="connsiteY5" fmla="*/ 490538 h 490538"/>
              <a:gd name="connsiteX0" fmla="*/ 0 w 578644"/>
              <a:gd name="connsiteY0" fmla="*/ 490538 h 520171"/>
              <a:gd name="connsiteX1" fmla="*/ 578644 w 578644"/>
              <a:gd name="connsiteY1" fmla="*/ 490538 h 520171"/>
              <a:gd name="connsiteX2" fmla="*/ 507207 w 578644"/>
              <a:gd name="connsiteY2" fmla="*/ 100013 h 520171"/>
              <a:gd name="connsiteX3" fmla="*/ 307182 w 578644"/>
              <a:gd name="connsiteY3" fmla="*/ 0 h 520171"/>
              <a:gd name="connsiteX4" fmla="*/ 69057 w 578644"/>
              <a:gd name="connsiteY4" fmla="*/ 126207 h 520171"/>
              <a:gd name="connsiteX5" fmla="*/ 0 w 578644"/>
              <a:gd name="connsiteY5" fmla="*/ 490538 h 520171"/>
              <a:gd name="connsiteX0" fmla="*/ 0 w 578644"/>
              <a:gd name="connsiteY0" fmla="*/ 490538 h 526887"/>
              <a:gd name="connsiteX1" fmla="*/ 578644 w 578644"/>
              <a:gd name="connsiteY1" fmla="*/ 490538 h 526887"/>
              <a:gd name="connsiteX2" fmla="*/ 507207 w 578644"/>
              <a:gd name="connsiteY2" fmla="*/ 100013 h 526887"/>
              <a:gd name="connsiteX3" fmla="*/ 307182 w 578644"/>
              <a:gd name="connsiteY3" fmla="*/ 0 h 526887"/>
              <a:gd name="connsiteX4" fmla="*/ 69057 w 578644"/>
              <a:gd name="connsiteY4" fmla="*/ 126207 h 526887"/>
              <a:gd name="connsiteX5" fmla="*/ 0 w 578644"/>
              <a:gd name="connsiteY5" fmla="*/ 490538 h 526887"/>
              <a:gd name="connsiteX0" fmla="*/ 0 w 578644"/>
              <a:gd name="connsiteY0" fmla="*/ 490538 h 526887"/>
              <a:gd name="connsiteX1" fmla="*/ 578644 w 578644"/>
              <a:gd name="connsiteY1" fmla="*/ 490538 h 526887"/>
              <a:gd name="connsiteX2" fmla="*/ 507207 w 578644"/>
              <a:gd name="connsiteY2" fmla="*/ 100013 h 526887"/>
              <a:gd name="connsiteX3" fmla="*/ 307182 w 578644"/>
              <a:gd name="connsiteY3" fmla="*/ 0 h 526887"/>
              <a:gd name="connsiteX4" fmla="*/ 0 w 578644"/>
              <a:gd name="connsiteY4" fmla="*/ 490538 h 526887"/>
              <a:gd name="connsiteX0" fmla="*/ 0 w 578644"/>
              <a:gd name="connsiteY0" fmla="*/ 490538 h 526887"/>
              <a:gd name="connsiteX1" fmla="*/ 578644 w 578644"/>
              <a:gd name="connsiteY1" fmla="*/ 490538 h 526887"/>
              <a:gd name="connsiteX2" fmla="*/ 307182 w 578644"/>
              <a:gd name="connsiteY2" fmla="*/ 0 h 526887"/>
              <a:gd name="connsiteX3" fmla="*/ 0 w 578644"/>
              <a:gd name="connsiteY3" fmla="*/ 490538 h 526887"/>
              <a:gd name="connsiteX0" fmla="*/ 0 w 578644"/>
              <a:gd name="connsiteY0" fmla="*/ 350045 h 386394"/>
              <a:gd name="connsiteX1" fmla="*/ 578644 w 578644"/>
              <a:gd name="connsiteY1" fmla="*/ 350045 h 386394"/>
              <a:gd name="connsiteX2" fmla="*/ 280988 w 578644"/>
              <a:gd name="connsiteY2" fmla="*/ 0 h 386394"/>
              <a:gd name="connsiteX3" fmla="*/ 0 w 578644"/>
              <a:gd name="connsiteY3" fmla="*/ 350045 h 386394"/>
              <a:gd name="connsiteX0" fmla="*/ 0 w 578644"/>
              <a:gd name="connsiteY0" fmla="*/ 350045 h 386394"/>
              <a:gd name="connsiteX1" fmla="*/ 578644 w 578644"/>
              <a:gd name="connsiteY1" fmla="*/ 350045 h 386394"/>
              <a:gd name="connsiteX2" fmla="*/ 280988 w 578644"/>
              <a:gd name="connsiteY2" fmla="*/ 0 h 386394"/>
              <a:gd name="connsiteX3" fmla="*/ 0 w 578644"/>
              <a:gd name="connsiteY3" fmla="*/ 350045 h 386394"/>
              <a:gd name="connsiteX0" fmla="*/ 0 w 578644"/>
              <a:gd name="connsiteY0" fmla="*/ 350045 h 386394"/>
              <a:gd name="connsiteX1" fmla="*/ 578644 w 578644"/>
              <a:gd name="connsiteY1" fmla="*/ 350045 h 386394"/>
              <a:gd name="connsiteX2" fmla="*/ 280988 w 578644"/>
              <a:gd name="connsiteY2" fmla="*/ 0 h 386394"/>
              <a:gd name="connsiteX3" fmla="*/ 0 w 578644"/>
              <a:gd name="connsiteY3" fmla="*/ 350045 h 386394"/>
              <a:gd name="connsiteX0" fmla="*/ 0 w 578644"/>
              <a:gd name="connsiteY0" fmla="*/ 350045 h 386394"/>
              <a:gd name="connsiteX1" fmla="*/ 578644 w 578644"/>
              <a:gd name="connsiteY1" fmla="*/ 350045 h 386394"/>
              <a:gd name="connsiteX2" fmla="*/ 280988 w 578644"/>
              <a:gd name="connsiteY2" fmla="*/ 0 h 386394"/>
              <a:gd name="connsiteX3" fmla="*/ 0 w 578644"/>
              <a:gd name="connsiteY3" fmla="*/ 350045 h 386394"/>
              <a:gd name="connsiteX0" fmla="*/ 0 w 578644"/>
              <a:gd name="connsiteY0" fmla="*/ 350045 h 386394"/>
              <a:gd name="connsiteX1" fmla="*/ 578644 w 578644"/>
              <a:gd name="connsiteY1" fmla="*/ 350045 h 386394"/>
              <a:gd name="connsiteX2" fmla="*/ 280988 w 578644"/>
              <a:gd name="connsiteY2" fmla="*/ 0 h 386394"/>
              <a:gd name="connsiteX3" fmla="*/ 0 w 578644"/>
              <a:gd name="connsiteY3" fmla="*/ 350045 h 386394"/>
              <a:gd name="connsiteX0" fmla="*/ 0 w 578644"/>
              <a:gd name="connsiteY0" fmla="*/ 350045 h 386394"/>
              <a:gd name="connsiteX1" fmla="*/ 578644 w 578644"/>
              <a:gd name="connsiteY1" fmla="*/ 350045 h 386394"/>
              <a:gd name="connsiteX2" fmla="*/ 280988 w 578644"/>
              <a:gd name="connsiteY2" fmla="*/ 0 h 386394"/>
              <a:gd name="connsiteX3" fmla="*/ 0 w 578644"/>
              <a:gd name="connsiteY3" fmla="*/ 350045 h 386394"/>
              <a:gd name="connsiteX0" fmla="*/ 0 w 578644"/>
              <a:gd name="connsiteY0" fmla="*/ 350045 h 386394"/>
              <a:gd name="connsiteX1" fmla="*/ 578644 w 578644"/>
              <a:gd name="connsiteY1" fmla="*/ 350045 h 386394"/>
              <a:gd name="connsiteX2" fmla="*/ 280988 w 578644"/>
              <a:gd name="connsiteY2" fmla="*/ 0 h 386394"/>
              <a:gd name="connsiteX3" fmla="*/ 0 w 578644"/>
              <a:gd name="connsiteY3" fmla="*/ 350045 h 386394"/>
              <a:gd name="connsiteX0" fmla="*/ 0 w 547688"/>
              <a:gd name="connsiteY0" fmla="*/ 352426 h 387260"/>
              <a:gd name="connsiteX1" fmla="*/ 547688 w 547688"/>
              <a:gd name="connsiteY1" fmla="*/ 350045 h 387260"/>
              <a:gd name="connsiteX2" fmla="*/ 250032 w 547688"/>
              <a:gd name="connsiteY2" fmla="*/ 0 h 387260"/>
              <a:gd name="connsiteX3" fmla="*/ 0 w 547688"/>
              <a:gd name="connsiteY3" fmla="*/ 352426 h 387260"/>
              <a:gd name="connsiteX0" fmla="*/ 0 w 519113"/>
              <a:gd name="connsiteY0" fmla="*/ 352426 h 393516"/>
              <a:gd name="connsiteX1" fmla="*/ 519113 w 519113"/>
              <a:gd name="connsiteY1" fmla="*/ 359570 h 393516"/>
              <a:gd name="connsiteX2" fmla="*/ 250032 w 519113"/>
              <a:gd name="connsiteY2" fmla="*/ 0 h 393516"/>
              <a:gd name="connsiteX3" fmla="*/ 0 w 519113"/>
              <a:gd name="connsiteY3" fmla="*/ 352426 h 393516"/>
            </a:gdLst>
            <a:ahLst/>
            <a:cxnLst>
              <a:cxn ang="0">
                <a:pos x="connsiteX0" y="connsiteY0"/>
              </a:cxn>
              <a:cxn ang="0">
                <a:pos x="connsiteX1" y="connsiteY1"/>
              </a:cxn>
              <a:cxn ang="0">
                <a:pos x="connsiteX2" y="connsiteY2"/>
              </a:cxn>
              <a:cxn ang="0">
                <a:pos x="connsiteX3" y="connsiteY3"/>
              </a:cxn>
            </a:cxnLst>
            <a:rect l="l" t="t" r="r" b="b"/>
            <a:pathLst>
              <a:path w="519113" h="393516">
                <a:moveTo>
                  <a:pt x="0" y="352426"/>
                </a:moveTo>
                <a:cubicBezTo>
                  <a:pt x="85725" y="378620"/>
                  <a:pt x="242888" y="426245"/>
                  <a:pt x="519113" y="359570"/>
                </a:cubicBezTo>
                <a:cubicBezTo>
                  <a:pt x="481806" y="197644"/>
                  <a:pt x="318295" y="95251"/>
                  <a:pt x="250032" y="0"/>
                </a:cubicBezTo>
                <a:cubicBezTo>
                  <a:pt x="165893" y="107157"/>
                  <a:pt x="36513" y="209550"/>
                  <a:pt x="0" y="352426"/>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sp>
        <p:nvSpPr>
          <p:cNvPr id="262" name="Freeform 44"/>
          <p:cNvSpPr>
            <a:spLocks/>
          </p:cNvSpPr>
          <p:nvPr/>
        </p:nvSpPr>
        <p:spPr bwMode="auto">
          <a:xfrm>
            <a:off x="2830507" y="4407079"/>
            <a:ext cx="327047" cy="645243"/>
          </a:xfrm>
          <a:custGeom>
            <a:avLst/>
            <a:gdLst>
              <a:gd name="T0" fmla="*/ 534 w 563"/>
              <a:gd name="T1" fmla="*/ 0 h 1111"/>
              <a:gd name="T2" fmla="*/ 435 w 563"/>
              <a:gd name="T3" fmla="*/ 5 h 1111"/>
              <a:gd name="T4" fmla="*/ 0 w 563"/>
              <a:gd name="T5" fmla="*/ 1111 h 1111"/>
              <a:gd name="T6" fmla="*/ 447 w 563"/>
              <a:gd name="T7" fmla="*/ 623 h 1111"/>
              <a:gd name="T8" fmla="*/ 527 w 563"/>
              <a:gd name="T9" fmla="*/ 372 h 1111"/>
              <a:gd name="T10" fmla="*/ 534 w 563"/>
              <a:gd name="T11" fmla="*/ 0 h 1111"/>
            </a:gdLst>
            <a:ahLst/>
            <a:cxnLst>
              <a:cxn ang="0">
                <a:pos x="T0" y="T1"/>
              </a:cxn>
              <a:cxn ang="0">
                <a:pos x="T2" y="T3"/>
              </a:cxn>
              <a:cxn ang="0">
                <a:pos x="T4" y="T5"/>
              </a:cxn>
              <a:cxn ang="0">
                <a:pos x="T6" y="T7"/>
              </a:cxn>
              <a:cxn ang="0">
                <a:pos x="T8" y="T9"/>
              </a:cxn>
              <a:cxn ang="0">
                <a:pos x="T10" y="T11"/>
              </a:cxn>
            </a:cxnLst>
            <a:rect l="0" t="0" r="r" b="b"/>
            <a:pathLst>
              <a:path w="563" h="1111">
                <a:moveTo>
                  <a:pt x="534" y="0"/>
                </a:moveTo>
                <a:cubicBezTo>
                  <a:pt x="491" y="6"/>
                  <a:pt x="476" y="7"/>
                  <a:pt x="435" y="5"/>
                </a:cubicBezTo>
                <a:cubicBezTo>
                  <a:pt x="563" y="316"/>
                  <a:pt x="263" y="934"/>
                  <a:pt x="0" y="1111"/>
                </a:cubicBezTo>
                <a:cubicBezTo>
                  <a:pt x="232" y="974"/>
                  <a:pt x="367" y="807"/>
                  <a:pt x="447" y="623"/>
                </a:cubicBezTo>
                <a:cubicBezTo>
                  <a:pt x="485" y="537"/>
                  <a:pt x="513" y="462"/>
                  <a:pt x="527" y="372"/>
                </a:cubicBezTo>
                <a:cubicBezTo>
                  <a:pt x="534" y="331"/>
                  <a:pt x="544" y="28"/>
                  <a:pt x="534" y="0"/>
                </a:cubicBezTo>
                <a:close/>
              </a:path>
            </a:pathLst>
          </a:custGeom>
          <a:solidFill>
            <a:schemeClr val="bg1">
              <a:alpha val="69804"/>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45"/>
          <p:cNvSpPr>
            <a:spLocks/>
          </p:cNvSpPr>
          <p:nvPr/>
        </p:nvSpPr>
        <p:spPr bwMode="auto">
          <a:xfrm>
            <a:off x="2859306" y="5208486"/>
            <a:ext cx="301966" cy="682374"/>
          </a:xfrm>
          <a:custGeom>
            <a:avLst/>
            <a:gdLst>
              <a:gd name="T0" fmla="*/ 453 w 520"/>
              <a:gd name="T1" fmla="*/ 1122 h 1175"/>
              <a:gd name="T2" fmla="*/ 234 w 520"/>
              <a:gd name="T3" fmla="*/ 1175 h 1175"/>
              <a:gd name="T4" fmla="*/ 0 w 520"/>
              <a:gd name="T5" fmla="*/ 0 h 1175"/>
              <a:gd name="T6" fmla="*/ 494 w 520"/>
              <a:gd name="T7" fmla="*/ 801 h 1175"/>
              <a:gd name="T8" fmla="*/ 453 w 520"/>
              <a:gd name="T9" fmla="*/ 1122 h 1175"/>
            </a:gdLst>
            <a:ahLst/>
            <a:cxnLst>
              <a:cxn ang="0">
                <a:pos x="T0" y="T1"/>
              </a:cxn>
              <a:cxn ang="0">
                <a:pos x="T2" y="T3"/>
              </a:cxn>
              <a:cxn ang="0">
                <a:pos x="T4" y="T5"/>
              </a:cxn>
              <a:cxn ang="0">
                <a:pos x="T6" y="T7"/>
              </a:cxn>
              <a:cxn ang="0">
                <a:pos x="T8" y="T9"/>
              </a:cxn>
            </a:cxnLst>
            <a:rect l="0" t="0" r="r" b="b"/>
            <a:pathLst>
              <a:path w="520" h="1175">
                <a:moveTo>
                  <a:pt x="453" y="1122"/>
                </a:moveTo>
                <a:cubicBezTo>
                  <a:pt x="424" y="1140"/>
                  <a:pt x="310" y="1169"/>
                  <a:pt x="234" y="1175"/>
                </a:cubicBezTo>
                <a:cubicBezTo>
                  <a:pt x="500" y="919"/>
                  <a:pt x="345" y="464"/>
                  <a:pt x="0" y="0"/>
                </a:cubicBezTo>
                <a:cubicBezTo>
                  <a:pt x="170" y="170"/>
                  <a:pt x="479" y="482"/>
                  <a:pt x="494" y="801"/>
                </a:cubicBezTo>
                <a:cubicBezTo>
                  <a:pt x="496" y="840"/>
                  <a:pt x="520" y="1081"/>
                  <a:pt x="453" y="1122"/>
                </a:cubicBezTo>
                <a:close/>
              </a:path>
            </a:pathLst>
          </a:custGeom>
          <a:solidFill>
            <a:schemeClr val="bg1">
              <a:alpha val="69804"/>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7108" name="Rectangle 122"/>
          <p:cNvSpPr>
            <a:spLocks noGrp="1" noChangeArrowheads="1"/>
          </p:cNvSpPr>
          <p:nvPr>
            <p:ph type="body" sz="quarter" idx="15"/>
          </p:nvPr>
        </p:nvSpPr>
        <p:spPr>
          <a:xfrm>
            <a:off x="4643438" y="1592263"/>
            <a:ext cx="3471862" cy="4608512"/>
          </a:xfrm>
        </p:spPr>
        <p:txBody>
          <a:bodyPr/>
          <a:lstStyle/>
          <a:p>
            <a:r>
              <a:rPr lang="en-US" altLang="en-US" sz="1400" dirty="0" smtClean="0"/>
              <a:t>An important issue for an analyzer </a:t>
            </a:r>
            <a:r>
              <a:rPr dirty="0"/>
              <a:t/>
            </a:r>
            <a:br>
              <a:rPr dirty="0"/>
            </a:br>
            <a:r>
              <a:rPr lang="en-US" altLang="en-US" sz="1400" dirty="0" smtClean="0"/>
              <a:t>system is the regular adjustment or validation with test gases.</a:t>
            </a:r>
          </a:p>
          <a:p>
            <a:r>
              <a:rPr lang="en-US" altLang="en-US" sz="1400" dirty="0" smtClean="0"/>
              <a:t>The certified test gases are used </a:t>
            </a:r>
            <a:r>
              <a:rPr dirty="0"/>
              <a:t/>
            </a:r>
            <a:br>
              <a:rPr dirty="0"/>
            </a:br>
            <a:r>
              <a:rPr lang="en-US" altLang="en-US" sz="1400" dirty="0" smtClean="0"/>
              <a:t>as a reference for our gas analyzers.</a:t>
            </a:r>
          </a:p>
          <a:p>
            <a:r>
              <a:rPr lang="en-US" altLang="en-US" sz="1400" dirty="0" smtClean="0"/>
              <a:t>A periodic adjustment compensates any </a:t>
            </a:r>
            <a:r>
              <a:rPr lang="en-US" altLang="en-US" sz="1400" dirty="0"/>
              <a:t>altering </a:t>
            </a:r>
            <a:r>
              <a:rPr lang="en-US" altLang="en-US" sz="1400" dirty="0" smtClean="0"/>
              <a:t>effects in the analyzer system.</a:t>
            </a:r>
          </a:p>
          <a:p>
            <a:r>
              <a:rPr lang="en-US" altLang="en-US" sz="1400" dirty="0" smtClean="0"/>
              <a:t>Typically, we inject test gases at the </a:t>
            </a:r>
            <a:r>
              <a:rPr dirty="0"/>
              <a:t/>
            </a:r>
            <a:br>
              <a:rPr dirty="0"/>
            </a:br>
            <a:r>
              <a:rPr lang="en-US" altLang="en-US" sz="1400" dirty="0" smtClean="0"/>
              <a:t>probe or before the cooler or directly </a:t>
            </a:r>
            <a:r>
              <a:rPr dirty="0"/>
              <a:t/>
            </a:r>
            <a:br>
              <a:rPr dirty="0"/>
            </a:br>
            <a:r>
              <a:rPr lang="en-US" altLang="en-US" sz="1400" dirty="0" smtClean="0"/>
              <a:t>into the analyzer. </a:t>
            </a:r>
          </a:p>
          <a:p>
            <a:r>
              <a:rPr lang="en-US" altLang="en-US" sz="1400" dirty="0" smtClean="0"/>
              <a:t>The test gases depend on the </a:t>
            </a:r>
            <a:r>
              <a:rPr dirty="0"/>
              <a:t/>
            </a:r>
            <a:br>
              <a:rPr dirty="0"/>
            </a:br>
            <a:r>
              <a:rPr lang="en-US" altLang="en-US" sz="1400" dirty="0" smtClean="0"/>
              <a:t>individual analyzer configuration.</a:t>
            </a:r>
          </a:p>
          <a:p>
            <a:r>
              <a:rPr lang="en-US" altLang="en-US" sz="1400" dirty="0" smtClean="0"/>
              <a:t>Typically, we need suitable zero- </a:t>
            </a:r>
            <a:r>
              <a:rPr dirty="0"/>
              <a:t/>
            </a:r>
            <a:br>
              <a:rPr dirty="0"/>
            </a:br>
            <a:r>
              <a:rPr lang="en-US" altLang="en-US" sz="1400" dirty="0" smtClean="0"/>
              <a:t>and span gases.</a:t>
            </a:r>
          </a:p>
          <a:p>
            <a:r>
              <a:rPr lang="en-US" altLang="en-US" sz="1400" dirty="0" smtClean="0"/>
              <a:t>The quality of the test gases is important for the accuracy of the measurement. </a:t>
            </a:r>
          </a:p>
        </p:txBody>
      </p:sp>
      <p:sp>
        <p:nvSpPr>
          <p:cNvPr id="181" name="AutoShape 10">
            <a:hlinkClick r:id="rId21" highlightClick="1"/>
          </p:cNvPr>
          <p:cNvSpPr>
            <a:spLocks noChangeArrowheads="1"/>
          </p:cNvSpPr>
          <p:nvPr/>
        </p:nvSpPr>
        <p:spPr bwMode="gray">
          <a:xfrm>
            <a:off x="8496300" y="15875"/>
            <a:ext cx="431800" cy="185738"/>
          </a:xfrm>
          <a:prstGeom prst="actionButtonBlank">
            <a:avLst/>
          </a:prstGeom>
          <a:solidFill>
            <a:srgbClr val="EAEAEA"/>
          </a:solidFill>
          <a:ln w="9525">
            <a:noFill/>
            <a:miter lim="800000"/>
            <a:headEnd/>
            <a:tailEnd/>
          </a:ln>
          <a:effectLst/>
        </p:spPr>
        <p:txBody>
          <a:bodyPr wrap="none" anchor="ctr"/>
          <a:lstStyle/>
          <a:p>
            <a:pPr algn="ctr" eaLnBrk="0" hangingPunct="0">
              <a:spcBef>
                <a:spcPct val="40000"/>
              </a:spcBef>
              <a:buClr>
                <a:schemeClr val="accent1"/>
              </a:buClr>
              <a:buSzPct val="80000"/>
              <a:buFont typeface="Wingdings" pitchFamily="2" charset="2"/>
              <a:buNone/>
            </a:pPr>
            <a:r>
              <a:rPr kumimoji="1" lang="en-US" sz="1200" noProof="1">
                <a:solidFill>
                  <a:schemeClr val="accent1"/>
                </a:solidFill>
              </a:rPr>
              <a:t>Help</a:t>
            </a:r>
          </a:p>
        </p:txBody>
      </p:sp>
    </p:spTree>
    <p:custDataLst>
      <p:tags r:id="rId1"/>
    </p:custDataLst>
    <p:extLst>
      <p:ext uri="{BB962C8B-B14F-4D97-AF65-F5344CB8AC3E}">
        <p14:creationId xmlns:p14="http://schemas.microsoft.com/office/powerpoint/2010/main" val="273108420"/>
      </p:ext>
    </p:extLst>
  </p:cSld>
  <p:clrMapOvr>
    <a:masterClrMapping/>
  </p:clrMapOvr>
  <mc:AlternateContent xmlns:mc="http://schemas.openxmlformats.org/markup-compatibility/2006" xmlns:p14="http://schemas.microsoft.com/office/powerpoint/2010/main">
    <mc:Choice Requires="p14">
      <p:transition spd="med" p14:dur="700" advTm="55081">
        <p:fade/>
      </p:transition>
    </mc:Choice>
    <mc:Fallback xmlns="">
      <p:transition spd="med" advTm="5508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7108">
                                            <p:txEl>
                                              <p:pRg st="0" end="0"/>
                                            </p:txEl>
                                          </p:spTgt>
                                        </p:tgtEl>
                                        <p:attrNameLst>
                                          <p:attrName>style.visibility</p:attrName>
                                        </p:attrNameLst>
                                      </p:cBhvr>
                                      <p:to>
                                        <p:strVal val="visible"/>
                                      </p:to>
                                    </p:set>
                                    <p:animEffect transition="in" filter="fade">
                                      <p:cBhvr>
                                        <p:cTn id="7" dur="1000"/>
                                        <p:tgtEl>
                                          <p:spTgt spid="47108">
                                            <p:txEl>
                                              <p:pRg st="0" end="0"/>
                                            </p:txEl>
                                          </p:spTgt>
                                        </p:tgtEl>
                                      </p:cBhvr>
                                    </p:animEffect>
                                    <p:anim calcmode="lin" valueType="num">
                                      <p:cBhvr>
                                        <p:cTn id="8" dur="1000" fill="hold"/>
                                        <p:tgtEl>
                                          <p:spTgt spid="4710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7108">
                                            <p:txEl>
                                              <p:pRg st="0" end="0"/>
                                            </p:txEl>
                                          </p:spTgt>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101"/>
                                        </p:tgtEl>
                                        <p:attrNameLst>
                                          <p:attrName>style.visibility</p:attrName>
                                        </p:attrNameLst>
                                      </p:cBhvr>
                                      <p:to>
                                        <p:strVal val="visible"/>
                                      </p:to>
                                    </p:set>
                                    <p:animEffect transition="in" filter="fade">
                                      <p:cBhvr>
                                        <p:cTn id="12" dur="1000"/>
                                        <p:tgtEl>
                                          <p:spTgt spid="101"/>
                                        </p:tgtEl>
                                      </p:cBhvr>
                                    </p:animEffect>
                                  </p:childTnLst>
                                </p:cTn>
                              </p:par>
                              <p:par>
                                <p:cTn id="13" presetID="10" presetClass="entr" presetSubtype="0" fill="hold" nodeType="withEffect">
                                  <p:stCondLst>
                                    <p:cond delay="0"/>
                                  </p:stCondLst>
                                  <p:childTnLst>
                                    <p:set>
                                      <p:cBhvr>
                                        <p:cTn id="14" dur="1" fill="hold">
                                          <p:stCondLst>
                                            <p:cond delay="0"/>
                                          </p:stCondLst>
                                        </p:cTn>
                                        <p:tgtEl>
                                          <p:spTgt spid="83"/>
                                        </p:tgtEl>
                                        <p:attrNameLst>
                                          <p:attrName>style.visibility</p:attrName>
                                        </p:attrNameLst>
                                      </p:cBhvr>
                                      <p:to>
                                        <p:strVal val="visible"/>
                                      </p:to>
                                    </p:set>
                                    <p:animEffect transition="in" filter="fade">
                                      <p:cBhvr>
                                        <p:cTn id="15" dur="1000"/>
                                        <p:tgtEl>
                                          <p:spTgt spid="8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3"/>
                                        </p:tgtEl>
                                        <p:attrNameLst>
                                          <p:attrName>style.visibility</p:attrName>
                                        </p:attrNameLst>
                                      </p:cBhvr>
                                      <p:to>
                                        <p:strVal val="visible"/>
                                      </p:to>
                                    </p:set>
                                    <p:animEffect transition="in" filter="fade">
                                      <p:cBhvr>
                                        <p:cTn id="18" dur="1000"/>
                                        <p:tgtEl>
                                          <p:spTgt spid="9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4"/>
                                        </p:tgtEl>
                                        <p:attrNameLst>
                                          <p:attrName>style.visibility</p:attrName>
                                        </p:attrNameLst>
                                      </p:cBhvr>
                                      <p:to>
                                        <p:strVal val="visible"/>
                                      </p:to>
                                    </p:set>
                                    <p:animEffect transition="in" filter="fade">
                                      <p:cBhvr>
                                        <p:cTn id="24" dur="1000"/>
                                        <p:tgtEl>
                                          <p:spTgt spid="94"/>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47108">
                                            <p:txEl>
                                              <p:pRg st="1" end="1"/>
                                            </p:txEl>
                                          </p:spTgt>
                                        </p:tgtEl>
                                        <p:attrNameLst>
                                          <p:attrName>style.visibility</p:attrName>
                                        </p:attrNameLst>
                                      </p:cBhvr>
                                      <p:to>
                                        <p:strVal val="visible"/>
                                      </p:to>
                                    </p:set>
                                    <p:animEffect transition="in" filter="fade">
                                      <p:cBhvr>
                                        <p:cTn id="29" dur="1000"/>
                                        <p:tgtEl>
                                          <p:spTgt spid="47108">
                                            <p:txEl>
                                              <p:pRg st="1" end="1"/>
                                            </p:txEl>
                                          </p:spTgt>
                                        </p:tgtEl>
                                      </p:cBhvr>
                                    </p:animEffect>
                                    <p:anim calcmode="lin" valueType="num">
                                      <p:cBhvr>
                                        <p:cTn id="30" dur="1000" fill="hold"/>
                                        <p:tgtEl>
                                          <p:spTgt spid="47108">
                                            <p:txEl>
                                              <p:pRg st="1" end="1"/>
                                            </p:txEl>
                                          </p:spTgt>
                                        </p:tgtEl>
                                        <p:attrNameLst>
                                          <p:attrName>ppt_x</p:attrName>
                                        </p:attrNameLst>
                                      </p:cBhvr>
                                      <p:tavLst>
                                        <p:tav tm="0">
                                          <p:val>
                                            <p:strVal val="#ppt_x"/>
                                          </p:val>
                                        </p:tav>
                                        <p:tav tm="100000">
                                          <p:val>
                                            <p:strVal val="#ppt_x"/>
                                          </p:val>
                                        </p:tav>
                                      </p:tavLst>
                                    </p:anim>
                                    <p:anim calcmode="lin" valueType="num">
                                      <p:cBhvr>
                                        <p:cTn id="31" dur="1000" fill="hold"/>
                                        <p:tgtEl>
                                          <p:spTgt spid="4710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47108">
                                            <p:txEl>
                                              <p:pRg st="2" end="2"/>
                                            </p:txEl>
                                          </p:spTgt>
                                        </p:tgtEl>
                                        <p:attrNameLst>
                                          <p:attrName>style.visibility</p:attrName>
                                        </p:attrNameLst>
                                      </p:cBhvr>
                                      <p:to>
                                        <p:strVal val="visible"/>
                                      </p:to>
                                    </p:set>
                                    <p:animEffect transition="in" filter="fade">
                                      <p:cBhvr>
                                        <p:cTn id="36" dur="1000"/>
                                        <p:tgtEl>
                                          <p:spTgt spid="47108">
                                            <p:txEl>
                                              <p:pRg st="2" end="2"/>
                                            </p:txEl>
                                          </p:spTgt>
                                        </p:tgtEl>
                                      </p:cBhvr>
                                    </p:animEffect>
                                    <p:anim calcmode="lin" valueType="num">
                                      <p:cBhvr>
                                        <p:cTn id="37" dur="1000" fill="hold"/>
                                        <p:tgtEl>
                                          <p:spTgt spid="47108">
                                            <p:txEl>
                                              <p:pRg st="2" end="2"/>
                                            </p:txEl>
                                          </p:spTgt>
                                        </p:tgtEl>
                                        <p:attrNameLst>
                                          <p:attrName>ppt_x</p:attrName>
                                        </p:attrNameLst>
                                      </p:cBhvr>
                                      <p:tavLst>
                                        <p:tav tm="0">
                                          <p:val>
                                            <p:strVal val="#ppt_x"/>
                                          </p:val>
                                        </p:tav>
                                        <p:tav tm="100000">
                                          <p:val>
                                            <p:strVal val="#ppt_x"/>
                                          </p:val>
                                        </p:tav>
                                      </p:tavLst>
                                    </p:anim>
                                    <p:anim calcmode="lin" valueType="num">
                                      <p:cBhvr>
                                        <p:cTn id="38" dur="1000" fill="hold"/>
                                        <p:tgtEl>
                                          <p:spTgt spid="47108">
                                            <p:txEl>
                                              <p:pRg st="2" end="2"/>
                                            </p:txEl>
                                          </p:spTgt>
                                        </p:tgtEl>
                                        <p:attrNameLst>
                                          <p:attrName>ppt_y</p:attrName>
                                        </p:attrNameLst>
                                      </p:cBhvr>
                                      <p:tavLst>
                                        <p:tav tm="0">
                                          <p:val>
                                            <p:strVal val="#ppt_y+.1"/>
                                          </p:val>
                                        </p:tav>
                                        <p:tav tm="100000">
                                          <p:val>
                                            <p:strVal val="#ppt_y"/>
                                          </p:val>
                                        </p:tav>
                                      </p:tavLst>
                                    </p:anim>
                                  </p:childTnLst>
                                </p:cTn>
                              </p:par>
                              <p:par>
                                <p:cTn id="39" presetID="10" presetClass="entr" presetSubtype="0" fill="hold" nodeType="withEffect">
                                  <p:stCondLst>
                                    <p:cond delay="0"/>
                                  </p:stCondLst>
                                  <p:childTnLst>
                                    <p:set>
                                      <p:cBhvr>
                                        <p:cTn id="40" dur="1" fill="hold">
                                          <p:stCondLst>
                                            <p:cond delay="0"/>
                                          </p:stCondLst>
                                        </p:cTn>
                                        <p:tgtEl>
                                          <p:spTgt spid="273"/>
                                        </p:tgtEl>
                                        <p:attrNameLst>
                                          <p:attrName>style.visibility</p:attrName>
                                        </p:attrNameLst>
                                      </p:cBhvr>
                                      <p:to>
                                        <p:strVal val="visible"/>
                                      </p:to>
                                    </p:set>
                                    <p:animEffect transition="in" filter="fade">
                                      <p:cBhvr>
                                        <p:cTn id="41" dur="500"/>
                                        <p:tgtEl>
                                          <p:spTgt spid="27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3"/>
                                        </p:tgtEl>
                                        <p:attrNameLst>
                                          <p:attrName>style.visibility</p:attrName>
                                        </p:attrNameLst>
                                      </p:cBhvr>
                                      <p:to>
                                        <p:strVal val="visible"/>
                                      </p:to>
                                    </p:set>
                                    <p:animEffect transition="in" filter="fade">
                                      <p:cBhvr>
                                        <p:cTn id="44" dur="500"/>
                                        <p:tgtEl>
                                          <p:spTgt spid="26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8"/>
                                        </p:tgtEl>
                                        <p:attrNameLst>
                                          <p:attrName>style.visibility</p:attrName>
                                        </p:attrNameLst>
                                      </p:cBhvr>
                                      <p:to>
                                        <p:strVal val="visible"/>
                                      </p:to>
                                    </p:set>
                                    <p:animEffect transition="in" filter="fade">
                                      <p:cBhvr>
                                        <p:cTn id="47" dur="500"/>
                                        <p:tgtEl>
                                          <p:spTgt spid="17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62"/>
                                        </p:tgtEl>
                                        <p:attrNameLst>
                                          <p:attrName>style.visibility</p:attrName>
                                        </p:attrNameLst>
                                      </p:cBhvr>
                                      <p:to>
                                        <p:strVal val="visible"/>
                                      </p:to>
                                    </p:set>
                                    <p:animEffect transition="in" filter="fade">
                                      <p:cBhvr>
                                        <p:cTn id="50" dur="500"/>
                                        <p:tgtEl>
                                          <p:spTgt spid="26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72"/>
                                        </p:tgtEl>
                                        <p:attrNameLst>
                                          <p:attrName>style.visibility</p:attrName>
                                        </p:attrNameLst>
                                      </p:cBhvr>
                                      <p:to>
                                        <p:strVal val="visible"/>
                                      </p:to>
                                    </p:set>
                                    <p:animEffect transition="in" filter="fade">
                                      <p:cBhvr>
                                        <p:cTn id="53" dur="500"/>
                                        <p:tgtEl>
                                          <p:spTgt spid="272"/>
                                        </p:tgtEl>
                                      </p:cBhvr>
                                    </p:animEffect>
                                  </p:childTnLst>
                                </p:cTn>
                              </p:par>
                            </p:childTnLst>
                          </p:cTn>
                        </p:par>
                        <p:par>
                          <p:cTn id="54" fill="hold">
                            <p:stCondLst>
                              <p:cond delay="1000"/>
                            </p:stCondLst>
                            <p:childTnLst>
                              <p:par>
                                <p:cTn id="55" presetID="22" presetClass="exit" presetSubtype="1" fill="hold" grpId="1" nodeType="afterEffect">
                                  <p:stCondLst>
                                    <p:cond delay="0"/>
                                  </p:stCondLst>
                                  <p:childTnLst>
                                    <p:animEffect transition="out" filter="wipe(up)">
                                      <p:cBhvr>
                                        <p:cTn id="56" dur="4000"/>
                                        <p:tgtEl>
                                          <p:spTgt spid="178"/>
                                        </p:tgtEl>
                                      </p:cBhvr>
                                    </p:animEffect>
                                    <p:set>
                                      <p:cBhvr>
                                        <p:cTn id="57" dur="1" fill="hold">
                                          <p:stCondLst>
                                            <p:cond delay="3999"/>
                                          </p:stCondLst>
                                        </p:cTn>
                                        <p:tgtEl>
                                          <p:spTgt spid="178"/>
                                        </p:tgtEl>
                                        <p:attrNameLst>
                                          <p:attrName>style.visibility</p:attrName>
                                        </p:attrNameLst>
                                      </p:cBhvr>
                                      <p:to>
                                        <p:strVal val="hidden"/>
                                      </p:to>
                                    </p:set>
                                  </p:childTnLst>
                                </p:cTn>
                              </p:par>
                              <p:par>
                                <p:cTn id="58" presetID="22" presetClass="entr" presetSubtype="4" fill="hold" grpId="0" nodeType="withEffect">
                                  <p:stCondLst>
                                    <p:cond delay="0"/>
                                  </p:stCondLst>
                                  <p:childTnLst>
                                    <p:set>
                                      <p:cBhvr>
                                        <p:cTn id="59" dur="1" fill="hold">
                                          <p:stCondLst>
                                            <p:cond delay="0"/>
                                          </p:stCondLst>
                                        </p:cTn>
                                        <p:tgtEl>
                                          <p:spTgt spid="268"/>
                                        </p:tgtEl>
                                        <p:attrNameLst>
                                          <p:attrName>style.visibility</p:attrName>
                                        </p:attrNameLst>
                                      </p:cBhvr>
                                      <p:to>
                                        <p:strVal val="visible"/>
                                      </p:to>
                                    </p:set>
                                    <p:animEffect transition="in" filter="wipe(down)">
                                      <p:cBhvr>
                                        <p:cTn id="60" dur="4000"/>
                                        <p:tgtEl>
                                          <p:spTgt spid="268"/>
                                        </p:tgtEl>
                                      </p:cBhvr>
                                    </p:animEffect>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nodeType="clickEffect">
                                  <p:stCondLst>
                                    <p:cond delay="0"/>
                                  </p:stCondLst>
                                  <p:childTnLst>
                                    <p:set>
                                      <p:cBhvr>
                                        <p:cTn id="64" dur="1" fill="hold">
                                          <p:stCondLst>
                                            <p:cond delay="0"/>
                                          </p:stCondLst>
                                        </p:cTn>
                                        <p:tgtEl>
                                          <p:spTgt spid="47108">
                                            <p:txEl>
                                              <p:pRg st="3" end="3"/>
                                            </p:txEl>
                                          </p:spTgt>
                                        </p:tgtEl>
                                        <p:attrNameLst>
                                          <p:attrName>style.visibility</p:attrName>
                                        </p:attrNameLst>
                                      </p:cBhvr>
                                      <p:to>
                                        <p:strVal val="visible"/>
                                      </p:to>
                                    </p:set>
                                    <p:animEffect transition="in" filter="fade">
                                      <p:cBhvr>
                                        <p:cTn id="65" dur="1000"/>
                                        <p:tgtEl>
                                          <p:spTgt spid="47108">
                                            <p:txEl>
                                              <p:pRg st="3" end="3"/>
                                            </p:txEl>
                                          </p:spTgt>
                                        </p:tgtEl>
                                      </p:cBhvr>
                                    </p:animEffect>
                                    <p:anim calcmode="lin" valueType="num">
                                      <p:cBhvr>
                                        <p:cTn id="66" dur="1000" fill="hold"/>
                                        <p:tgtEl>
                                          <p:spTgt spid="47108">
                                            <p:txEl>
                                              <p:pRg st="3" end="3"/>
                                            </p:txEl>
                                          </p:spTgt>
                                        </p:tgtEl>
                                        <p:attrNameLst>
                                          <p:attrName>ppt_x</p:attrName>
                                        </p:attrNameLst>
                                      </p:cBhvr>
                                      <p:tavLst>
                                        <p:tav tm="0">
                                          <p:val>
                                            <p:strVal val="#ppt_x"/>
                                          </p:val>
                                        </p:tav>
                                        <p:tav tm="100000">
                                          <p:val>
                                            <p:strVal val="#ppt_x"/>
                                          </p:val>
                                        </p:tav>
                                      </p:tavLst>
                                    </p:anim>
                                    <p:anim calcmode="lin" valueType="num">
                                      <p:cBhvr>
                                        <p:cTn id="67" dur="1000" fill="hold"/>
                                        <p:tgtEl>
                                          <p:spTgt spid="47108">
                                            <p:txEl>
                                              <p:pRg st="3" end="3"/>
                                            </p:txEl>
                                          </p:spTgt>
                                        </p:tgtEl>
                                        <p:attrNameLst>
                                          <p:attrName>ppt_y</p:attrName>
                                        </p:attrNameLst>
                                      </p:cBhvr>
                                      <p:tavLst>
                                        <p:tav tm="0">
                                          <p:val>
                                            <p:strVal val="#ppt_y+.1"/>
                                          </p:val>
                                        </p:tav>
                                        <p:tav tm="100000">
                                          <p:val>
                                            <p:strVal val="#ppt_y"/>
                                          </p:val>
                                        </p:tav>
                                      </p:tavLst>
                                    </p:anim>
                                  </p:childTnLst>
                                </p:cTn>
                              </p:par>
                              <p:par>
                                <p:cTn id="68" presetID="10" presetClass="exit" presetSubtype="0" fill="hold" nodeType="withEffect">
                                  <p:stCondLst>
                                    <p:cond delay="0"/>
                                  </p:stCondLst>
                                  <p:childTnLst>
                                    <p:animEffect transition="out" filter="fade">
                                      <p:cBhvr>
                                        <p:cTn id="69" dur="500"/>
                                        <p:tgtEl>
                                          <p:spTgt spid="273"/>
                                        </p:tgtEl>
                                      </p:cBhvr>
                                    </p:animEffect>
                                    <p:set>
                                      <p:cBhvr>
                                        <p:cTn id="70" dur="1" fill="hold">
                                          <p:stCondLst>
                                            <p:cond delay="499"/>
                                          </p:stCondLst>
                                        </p:cTn>
                                        <p:tgtEl>
                                          <p:spTgt spid="273"/>
                                        </p:tgtEl>
                                        <p:attrNameLst>
                                          <p:attrName>style.visibility</p:attrName>
                                        </p:attrNameLst>
                                      </p:cBhvr>
                                      <p:to>
                                        <p:strVal val="hidden"/>
                                      </p:to>
                                    </p:set>
                                  </p:childTnLst>
                                </p:cTn>
                              </p:par>
                              <p:par>
                                <p:cTn id="71" presetID="10" presetClass="exit" presetSubtype="0" fill="hold" grpId="1" nodeType="withEffect">
                                  <p:stCondLst>
                                    <p:cond delay="0"/>
                                  </p:stCondLst>
                                  <p:childTnLst>
                                    <p:animEffect transition="out" filter="fade">
                                      <p:cBhvr>
                                        <p:cTn id="72" dur="500"/>
                                        <p:tgtEl>
                                          <p:spTgt spid="263"/>
                                        </p:tgtEl>
                                      </p:cBhvr>
                                    </p:animEffect>
                                    <p:set>
                                      <p:cBhvr>
                                        <p:cTn id="73" dur="1" fill="hold">
                                          <p:stCondLst>
                                            <p:cond delay="499"/>
                                          </p:stCondLst>
                                        </p:cTn>
                                        <p:tgtEl>
                                          <p:spTgt spid="263"/>
                                        </p:tgtEl>
                                        <p:attrNameLst>
                                          <p:attrName>style.visibility</p:attrName>
                                        </p:attrNameLst>
                                      </p:cBhvr>
                                      <p:to>
                                        <p:strVal val="hidden"/>
                                      </p:to>
                                    </p:set>
                                  </p:childTnLst>
                                </p:cTn>
                              </p:par>
                              <p:par>
                                <p:cTn id="74" presetID="10" presetClass="exit" presetSubtype="0" fill="hold" grpId="1" nodeType="withEffect">
                                  <p:stCondLst>
                                    <p:cond delay="0"/>
                                  </p:stCondLst>
                                  <p:childTnLst>
                                    <p:animEffect transition="out" filter="fade">
                                      <p:cBhvr>
                                        <p:cTn id="75" dur="500"/>
                                        <p:tgtEl>
                                          <p:spTgt spid="262"/>
                                        </p:tgtEl>
                                      </p:cBhvr>
                                    </p:animEffect>
                                    <p:set>
                                      <p:cBhvr>
                                        <p:cTn id="76" dur="1" fill="hold">
                                          <p:stCondLst>
                                            <p:cond delay="499"/>
                                          </p:stCondLst>
                                        </p:cTn>
                                        <p:tgtEl>
                                          <p:spTgt spid="262"/>
                                        </p:tgtEl>
                                        <p:attrNameLst>
                                          <p:attrName>style.visibility</p:attrName>
                                        </p:attrNameLst>
                                      </p:cBhvr>
                                      <p:to>
                                        <p:strVal val="hidden"/>
                                      </p:to>
                                    </p:set>
                                  </p:childTnLst>
                                </p:cTn>
                              </p:par>
                              <p:par>
                                <p:cTn id="77" presetID="10" presetClass="exit" presetSubtype="0" fill="hold" grpId="1" nodeType="withEffect">
                                  <p:stCondLst>
                                    <p:cond delay="0"/>
                                  </p:stCondLst>
                                  <p:childTnLst>
                                    <p:animEffect transition="out" filter="fade">
                                      <p:cBhvr>
                                        <p:cTn id="78" dur="500"/>
                                        <p:tgtEl>
                                          <p:spTgt spid="272"/>
                                        </p:tgtEl>
                                      </p:cBhvr>
                                    </p:animEffect>
                                    <p:set>
                                      <p:cBhvr>
                                        <p:cTn id="79" dur="1" fill="hold">
                                          <p:stCondLst>
                                            <p:cond delay="499"/>
                                          </p:stCondLst>
                                        </p:cTn>
                                        <p:tgtEl>
                                          <p:spTgt spid="272"/>
                                        </p:tgtEl>
                                        <p:attrNameLst>
                                          <p:attrName>style.visibility</p:attrName>
                                        </p:attrNameLst>
                                      </p:cBhvr>
                                      <p:to>
                                        <p:strVal val="hidden"/>
                                      </p:to>
                                    </p:set>
                                  </p:childTnLst>
                                </p:cTn>
                              </p:par>
                              <p:par>
                                <p:cTn id="80" presetID="10" presetClass="exit" presetSubtype="0" fill="hold" grpId="1" nodeType="withEffect">
                                  <p:stCondLst>
                                    <p:cond delay="0"/>
                                  </p:stCondLst>
                                  <p:childTnLst>
                                    <p:animEffect transition="out" filter="fade">
                                      <p:cBhvr>
                                        <p:cTn id="81" dur="500"/>
                                        <p:tgtEl>
                                          <p:spTgt spid="268"/>
                                        </p:tgtEl>
                                      </p:cBhvr>
                                    </p:animEffect>
                                    <p:set>
                                      <p:cBhvr>
                                        <p:cTn id="82" dur="1" fill="hold">
                                          <p:stCondLst>
                                            <p:cond delay="499"/>
                                          </p:stCondLst>
                                        </p:cTn>
                                        <p:tgtEl>
                                          <p:spTgt spid="268"/>
                                        </p:tgtEl>
                                        <p:attrNameLst>
                                          <p:attrName>style.visibility</p:attrName>
                                        </p:attrNameLst>
                                      </p:cBhvr>
                                      <p:to>
                                        <p:strVal val="hidden"/>
                                      </p:to>
                                    </p:set>
                                  </p:childTnLst>
                                </p:cTn>
                              </p:par>
                              <p:par>
                                <p:cTn id="83" presetID="10" presetClass="exit" presetSubtype="0" fill="hold" nodeType="withEffect">
                                  <p:stCondLst>
                                    <p:cond delay="0"/>
                                  </p:stCondLst>
                                  <p:childTnLst>
                                    <p:animEffect transition="out" filter="fade">
                                      <p:cBhvr>
                                        <p:cTn id="84" dur="500"/>
                                        <p:tgtEl>
                                          <p:spTgt spid="101"/>
                                        </p:tgtEl>
                                      </p:cBhvr>
                                    </p:animEffect>
                                    <p:set>
                                      <p:cBhvr>
                                        <p:cTn id="85" dur="1" fill="hold">
                                          <p:stCondLst>
                                            <p:cond delay="499"/>
                                          </p:stCondLst>
                                        </p:cTn>
                                        <p:tgtEl>
                                          <p:spTgt spid="101"/>
                                        </p:tgtEl>
                                        <p:attrNameLst>
                                          <p:attrName>style.visibility</p:attrName>
                                        </p:attrNameLst>
                                      </p:cBhvr>
                                      <p:to>
                                        <p:strVal val="hidden"/>
                                      </p:to>
                                    </p:set>
                                  </p:childTnLst>
                                </p:cTn>
                              </p:par>
                              <p:par>
                                <p:cTn id="86" presetID="10" presetClass="exit" presetSubtype="0" fill="hold" nodeType="withEffect">
                                  <p:stCondLst>
                                    <p:cond delay="0"/>
                                  </p:stCondLst>
                                  <p:childTnLst>
                                    <p:animEffect transition="out" filter="fade">
                                      <p:cBhvr>
                                        <p:cTn id="87" dur="500"/>
                                        <p:tgtEl>
                                          <p:spTgt spid="83"/>
                                        </p:tgtEl>
                                      </p:cBhvr>
                                    </p:animEffect>
                                    <p:set>
                                      <p:cBhvr>
                                        <p:cTn id="88" dur="1" fill="hold">
                                          <p:stCondLst>
                                            <p:cond delay="499"/>
                                          </p:stCondLst>
                                        </p:cTn>
                                        <p:tgtEl>
                                          <p:spTgt spid="83"/>
                                        </p:tgtEl>
                                        <p:attrNameLst>
                                          <p:attrName>style.visibility</p:attrName>
                                        </p:attrNameLst>
                                      </p:cBhvr>
                                      <p:to>
                                        <p:strVal val="hidden"/>
                                      </p:to>
                                    </p:set>
                                  </p:childTnLst>
                                </p:cTn>
                              </p:par>
                              <p:par>
                                <p:cTn id="89" presetID="10" presetClass="exit" presetSubtype="0" fill="hold" grpId="1" nodeType="withEffect">
                                  <p:stCondLst>
                                    <p:cond delay="0"/>
                                  </p:stCondLst>
                                  <p:childTnLst>
                                    <p:animEffect transition="out" filter="fade">
                                      <p:cBhvr>
                                        <p:cTn id="90" dur="500"/>
                                        <p:tgtEl>
                                          <p:spTgt spid="93"/>
                                        </p:tgtEl>
                                      </p:cBhvr>
                                    </p:animEffect>
                                    <p:set>
                                      <p:cBhvr>
                                        <p:cTn id="91" dur="1" fill="hold">
                                          <p:stCondLst>
                                            <p:cond delay="499"/>
                                          </p:stCondLst>
                                        </p:cTn>
                                        <p:tgtEl>
                                          <p:spTgt spid="93"/>
                                        </p:tgtEl>
                                        <p:attrNameLst>
                                          <p:attrName>style.visibility</p:attrName>
                                        </p:attrNameLst>
                                      </p:cBhvr>
                                      <p:to>
                                        <p:strVal val="hidden"/>
                                      </p:to>
                                    </p:set>
                                  </p:childTnLst>
                                </p:cTn>
                              </p:par>
                              <p:par>
                                <p:cTn id="92" presetID="10" presetClass="exit" presetSubtype="0" fill="hold" grpId="1" nodeType="withEffect">
                                  <p:stCondLst>
                                    <p:cond delay="0"/>
                                  </p:stCondLst>
                                  <p:childTnLst>
                                    <p:animEffect transition="out" filter="fade">
                                      <p:cBhvr>
                                        <p:cTn id="93" dur="500"/>
                                        <p:tgtEl>
                                          <p:spTgt spid="7"/>
                                        </p:tgtEl>
                                      </p:cBhvr>
                                    </p:animEffect>
                                    <p:set>
                                      <p:cBhvr>
                                        <p:cTn id="94" dur="1" fill="hold">
                                          <p:stCondLst>
                                            <p:cond delay="499"/>
                                          </p:stCondLst>
                                        </p:cTn>
                                        <p:tgtEl>
                                          <p:spTgt spid="7"/>
                                        </p:tgtEl>
                                        <p:attrNameLst>
                                          <p:attrName>style.visibility</p:attrName>
                                        </p:attrNameLst>
                                      </p:cBhvr>
                                      <p:to>
                                        <p:strVal val="hidden"/>
                                      </p:to>
                                    </p:set>
                                  </p:childTnLst>
                                </p:cTn>
                              </p:par>
                              <p:par>
                                <p:cTn id="95" presetID="10" presetClass="exit" presetSubtype="0" fill="hold" grpId="1" nodeType="withEffect">
                                  <p:stCondLst>
                                    <p:cond delay="0"/>
                                  </p:stCondLst>
                                  <p:childTnLst>
                                    <p:animEffect transition="out" filter="fade">
                                      <p:cBhvr>
                                        <p:cTn id="96" dur="500"/>
                                        <p:tgtEl>
                                          <p:spTgt spid="94"/>
                                        </p:tgtEl>
                                      </p:cBhvr>
                                    </p:animEffect>
                                    <p:set>
                                      <p:cBhvr>
                                        <p:cTn id="97" dur="1" fill="hold">
                                          <p:stCondLst>
                                            <p:cond delay="499"/>
                                          </p:stCondLst>
                                        </p:cTn>
                                        <p:tgtEl>
                                          <p:spTgt spid="94"/>
                                        </p:tgtEl>
                                        <p:attrNameLst>
                                          <p:attrName>style.visibility</p:attrName>
                                        </p:attrNameLst>
                                      </p:cBhvr>
                                      <p:to>
                                        <p:strVal val="hidden"/>
                                      </p:to>
                                    </p:set>
                                  </p:childTnLst>
                                </p:cTn>
                              </p:par>
                            </p:childTnLst>
                          </p:cTn>
                        </p:par>
                        <p:par>
                          <p:cTn id="98" fill="hold">
                            <p:stCondLst>
                              <p:cond delay="1000"/>
                            </p:stCondLst>
                            <p:childTnLst>
                              <p:par>
                                <p:cTn id="99" presetID="10" presetClass="entr" presetSubtype="0" fill="hold" nodeType="afterEffect">
                                  <p:stCondLst>
                                    <p:cond delay="0"/>
                                  </p:stCondLst>
                                  <p:childTnLst>
                                    <p:set>
                                      <p:cBhvr>
                                        <p:cTn id="100" dur="1" fill="hold">
                                          <p:stCondLst>
                                            <p:cond delay="0"/>
                                          </p:stCondLst>
                                        </p:cTn>
                                        <p:tgtEl>
                                          <p:spTgt spid="47111"/>
                                        </p:tgtEl>
                                        <p:attrNameLst>
                                          <p:attrName>style.visibility</p:attrName>
                                        </p:attrNameLst>
                                      </p:cBhvr>
                                      <p:to>
                                        <p:strVal val="visible"/>
                                      </p:to>
                                    </p:set>
                                    <p:animEffect transition="in" filter="fade">
                                      <p:cBhvr>
                                        <p:cTn id="101" dur="500"/>
                                        <p:tgtEl>
                                          <p:spTgt spid="47111"/>
                                        </p:tgtEl>
                                      </p:cBhvr>
                                    </p:animEffect>
                                  </p:childTnLst>
                                </p:cTn>
                              </p:par>
                            </p:childTnLst>
                          </p:cTn>
                        </p:par>
                        <p:par>
                          <p:cTn id="102" fill="hold">
                            <p:stCondLst>
                              <p:cond delay="1500"/>
                            </p:stCondLst>
                            <p:childTnLst>
                              <p:par>
                                <p:cTn id="103" presetID="10" presetClass="entr" presetSubtype="0" fill="hold" nodeType="afterEffect">
                                  <p:stCondLst>
                                    <p:cond delay="0"/>
                                  </p:stCondLst>
                                  <p:childTnLst>
                                    <p:set>
                                      <p:cBhvr>
                                        <p:cTn id="104" dur="1" fill="hold">
                                          <p:stCondLst>
                                            <p:cond delay="0"/>
                                          </p:stCondLst>
                                        </p:cTn>
                                        <p:tgtEl>
                                          <p:spTgt spid="215"/>
                                        </p:tgtEl>
                                        <p:attrNameLst>
                                          <p:attrName>style.visibility</p:attrName>
                                        </p:attrNameLst>
                                      </p:cBhvr>
                                      <p:to>
                                        <p:strVal val="visible"/>
                                      </p:to>
                                    </p:set>
                                    <p:animEffect transition="in" filter="fade">
                                      <p:cBhvr>
                                        <p:cTn id="105" dur="500"/>
                                        <p:tgtEl>
                                          <p:spTgt spid="215"/>
                                        </p:tgtEl>
                                      </p:cBhvr>
                                    </p:animEffect>
                                  </p:childTnLst>
                                </p:cTn>
                              </p:par>
                            </p:childTnLst>
                          </p:cTn>
                        </p:par>
                      </p:childTnLst>
                    </p:cTn>
                  </p:par>
                  <p:par>
                    <p:cTn id="106" fill="hold">
                      <p:stCondLst>
                        <p:cond delay="indefinite"/>
                      </p:stCondLst>
                      <p:childTnLst>
                        <p:par>
                          <p:cTn id="107" fill="hold">
                            <p:stCondLst>
                              <p:cond delay="0"/>
                            </p:stCondLst>
                            <p:childTnLst>
                              <p:par>
                                <p:cTn id="108" presetID="42" presetClass="entr" presetSubtype="0" fill="hold" nodeType="clickEffect">
                                  <p:stCondLst>
                                    <p:cond delay="0"/>
                                  </p:stCondLst>
                                  <p:childTnLst>
                                    <p:set>
                                      <p:cBhvr>
                                        <p:cTn id="109" dur="1" fill="hold">
                                          <p:stCondLst>
                                            <p:cond delay="0"/>
                                          </p:stCondLst>
                                        </p:cTn>
                                        <p:tgtEl>
                                          <p:spTgt spid="47108">
                                            <p:txEl>
                                              <p:pRg st="4" end="4"/>
                                            </p:txEl>
                                          </p:spTgt>
                                        </p:tgtEl>
                                        <p:attrNameLst>
                                          <p:attrName>style.visibility</p:attrName>
                                        </p:attrNameLst>
                                      </p:cBhvr>
                                      <p:to>
                                        <p:strVal val="visible"/>
                                      </p:to>
                                    </p:set>
                                    <p:animEffect transition="in" filter="fade">
                                      <p:cBhvr>
                                        <p:cTn id="110" dur="1000"/>
                                        <p:tgtEl>
                                          <p:spTgt spid="47108">
                                            <p:txEl>
                                              <p:pRg st="4" end="4"/>
                                            </p:txEl>
                                          </p:spTgt>
                                        </p:tgtEl>
                                      </p:cBhvr>
                                    </p:animEffect>
                                    <p:anim calcmode="lin" valueType="num">
                                      <p:cBhvr>
                                        <p:cTn id="111" dur="1000" fill="hold"/>
                                        <p:tgtEl>
                                          <p:spTgt spid="47108">
                                            <p:txEl>
                                              <p:pRg st="4" end="4"/>
                                            </p:txEl>
                                          </p:spTgt>
                                        </p:tgtEl>
                                        <p:attrNameLst>
                                          <p:attrName>ppt_x</p:attrName>
                                        </p:attrNameLst>
                                      </p:cBhvr>
                                      <p:tavLst>
                                        <p:tav tm="0">
                                          <p:val>
                                            <p:strVal val="#ppt_x"/>
                                          </p:val>
                                        </p:tav>
                                        <p:tav tm="100000">
                                          <p:val>
                                            <p:strVal val="#ppt_x"/>
                                          </p:val>
                                        </p:tav>
                                      </p:tavLst>
                                    </p:anim>
                                    <p:anim calcmode="lin" valueType="num">
                                      <p:cBhvr>
                                        <p:cTn id="112" dur="1000" fill="hold"/>
                                        <p:tgtEl>
                                          <p:spTgt spid="4710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42" presetClass="entr" presetSubtype="0" fill="hold" nodeType="clickEffect">
                                  <p:stCondLst>
                                    <p:cond delay="0"/>
                                  </p:stCondLst>
                                  <p:childTnLst>
                                    <p:set>
                                      <p:cBhvr>
                                        <p:cTn id="116" dur="1" fill="hold">
                                          <p:stCondLst>
                                            <p:cond delay="0"/>
                                          </p:stCondLst>
                                        </p:cTn>
                                        <p:tgtEl>
                                          <p:spTgt spid="47108">
                                            <p:txEl>
                                              <p:pRg st="5" end="5"/>
                                            </p:txEl>
                                          </p:spTgt>
                                        </p:tgtEl>
                                        <p:attrNameLst>
                                          <p:attrName>style.visibility</p:attrName>
                                        </p:attrNameLst>
                                      </p:cBhvr>
                                      <p:to>
                                        <p:strVal val="visible"/>
                                      </p:to>
                                    </p:set>
                                    <p:animEffect transition="in" filter="fade">
                                      <p:cBhvr>
                                        <p:cTn id="117" dur="1000"/>
                                        <p:tgtEl>
                                          <p:spTgt spid="47108">
                                            <p:txEl>
                                              <p:pRg st="5" end="5"/>
                                            </p:txEl>
                                          </p:spTgt>
                                        </p:tgtEl>
                                      </p:cBhvr>
                                    </p:animEffect>
                                    <p:anim calcmode="lin" valueType="num">
                                      <p:cBhvr>
                                        <p:cTn id="118" dur="1000" fill="hold"/>
                                        <p:tgtEl>
                                          <p:spTgt spid="47108">
                                            <p:txEl>
                                              <p:pRg st="5" end="5"/>
                                            </p:txEl>
                                          </p:spTgt>
                                        </p:tgtEl>
                                        <p:attrNameLst>
                                          <p:attrName>ppt_x</p:attrName>
                                        </p:attrNameLst>
                                      </p:cBhvr>
                                      <p:tavLst>
                                        <p:tav tm="0">
                                          <p:val>
                                            <p:strVal val="#ppt_x"/>
                                          </p:val>
                                        </p:tav>
                                        <p:tav tm="100000">
                                          <p:val>
                                            <p:strVal val="#ppt_x"/>
                                          </p:val>
                                        </p:tav>
                                      </p:tavLst>
                                    </p:anim>
                                    <p:anim calcmode="lin" valueType="num">
                                      <p:cBhvr>
                                        <p:cTn id="119" dur="1000" fill="hold"/>
                                        <p:tgtEl>
                                          <p:spTgt spid="47108">
                                            <p:txEl>
                                              <p:pRg st="5" end="5"/>
                                            </p:txEl>
                                          </p:spTgt>
                                        </p:tgtEl>
                                        <p:attrNameLst>
                                          <p:attrName>ppt_y</p:attrName>
                                        </p:attrNameLst>
                                      </p:cBhvr>
                                      <p:tavLst>
                                        <p:tav tm="0">
                                          <p:val>
                                            <p:strVal val="#ppt_y+.1"/>
                                          </p:val>
                                        </p:tav>
                                        <p:tav tm="100000">
                                          <p:val>
                                            <p:strVal val="#ppt_y"/>
                                          </p:val>
                                        </p:tav>
                                      </p:tavLst>
                                    </p:anim>
                                  </p:childTnLst>
                                </p:cTn>
                              </p:par>
                              <p:par>
                                <p:cTn id="120" presetID="10" presetClass="entr" presetSubtype="0" fill="hold" nodeType="withEffect">
                                  <p:stCondLst>
                                    <p:cond delay="0"/>
                                  </p:stCondLst>
                                  <p:childTnLst>
                                    <p:set>
                                      <p:cBhvr>
                                        <p:cTn id="121" dur="1" fill="hold">
                                          <p:stCondLst>
                                            <p:cond delay="0"/>
                                          </p:stCondLst>
                                        </p:cTn>
                                        <p:tgtEl>
                                          <p:spTgt spid="231"/>
                                        </p:tgtEl>
                                        <p:attrNameLst>
                                          <p:attrName>style.visibility</p:attrName>
                                        </p:attrNameLst>
                                      </p:cBhvr>
                                      <p:to>
                                        <p:strVal val="visible"/>
                                      </p:to>
                                    </p:set>
                                    <p:animEffect transition="in" filter="fade">
                                      <p:cBhvr>
                                        <p:cTn id="122" dur="500"/>
                                        <p:tgtEl>
                                          <p:spTgt spid="231"/>
                                        </p:tgtEl>
                                      </p:cBhvr>
                                    </p:animEffect>
                                  </p:childTnLst>
                                </p:cTn>
                              </p:par>
                              <p:par>
                                <p:cTn id="123" presetID="10" presetClass="entr" presetSubtype="0" fill="hold" nodeType="withEffect">
                                  <p:stCondLst>
                                    <p:cond delay="0"/>
                                  </p:stCondLst>
                                  <p:childTnLst>
                                    <p:set>
                                      <p:cBhvr>
                                        <p:cTn id="124" dur="1" fill="hold">
                                          <p:stCondLst>
                                            <p:cond delay="0"/>
                                          </p:stCondLst>
                                        </p:cTn>
                                        <p:tgtEl>
                                          <p:spTgt spid="255"/>
                                        </p:tgtEl>
                                        <p:attrNameLst>
                                          <p:attrName>style.visibility</p:attrName>
                                        </p:attrNameLst>
                                      </p:cBhvr>
                                      <p:to>
                                        <p:strVal val="visible"/>
                                      </p:to>
                                    </p:set>
                                    <p:animEffect transition="in" filter="fade">
                                      <p:cBhvr>
                                        <p:cTn id="125" dur="500"/>
                                        <p:tgtEl>
                                          <p:spTgt spid="255"/>
                                        </p:tgtEl>
                                      </p:cBhvr>
                                    </p:animEffect>
                                  </p:childTnLst>
                                </p:cTn>
                              </p:par>
                            </p:childTnLst>
                          </p:cTn>
                        </p:par>
                      </p:childTnLst>
                    </p:cTn>
                  </p:par>
                  <p:par>
                    <p:cTn id="126" fill="hold">
                      <p:stCondLst>
                        <p:cond delay="indefinite"/>
                      </p:stCondLst>
                      <p:childTnLst>
                        <p:par>
                          <p:cTn id="127" fill="hold">
                            <p:stCondLst>
                              <p:cond delay="0"/>
                            </p:stCondLst>
                            <p:childTnLst>
                              <p:par>
                                <p:cTn id="128" presetID="42" presetClass="entr" presetSubtype="0" fill="hold" nodeType="clickEffect">
                                  <p:stCondLst>
                                    <p:cond delay="0"/>
                                  </p:stCondLst>
                                  <p:childTnLst>
                                    <p:set>
                                      <p:cBhvr>
                                        <p:cTn id="129" dur="1" fill="hold">
                                          <p:stCondLst>
                                            <p:cond delay="0"/>
                                          </p:stCondLst>
                                        </p:cTn>
                                        <p:tgtEl>
                                          <p:spTgt spid="47108">
                                            <p:txEl>
                                              <p:pRg st="6" end="6"/>
                                            </p:txEl>
                                          </p:spTgt>
                                        </p:tgtEl>
                                        <p:attrNameLst>
                                          <p:attrName>style.visibility</p:attrName>
                                        </p:attrNameLst>
                                      </p:cBhvr>
                                      <p:to>
                                        <p:strVal val="visible"/>
                                      </p:to>
                                    </p:set>
                                    <p:animEffect transition="in" filter="fade">
                                      <p:cBhvr>
                                        <p:cTn id="130" dur="1000"/>
                                        <p:tgtEl>
                                          <p:spTgt spid="47108">
                                            <p:txEl>
                                              <p:pRg st="6" end="6"/>
                                            </p:txEl>
                                          </p:spTgt>
                                        </p:tgtEl>
                                      </p:cBhvr>
                                    </p:animEffect>
                                    <p:anim calcmode="lin" valueType="num">
                                      <p:cBhvr>
                                        <p:cTn id="131" dur="1000" fill="hold"/>
                                        <p:tgtEl>
                                          <p:spTgt spid="47108">
                                            <p:txEl>
                                              <p:pRg st="6" end="6"/>
                                            </p:txEl>
                                          </p:spTgt>
                                        </p:tgtEl>
                                        <p:attrNameLst>
                                          <p:attrName>ppt_x</p:attrName>
                                        </p:attrNameLst>
                                      </p:cBhvr>
                                      <p:tavLst>
                                        <p:tav tm="0">
                                          <p:val>
                                            <p:strVal val="#ppt_x"/>
                                          </p:val>
                                        </p:tav>
                                        <p:tav tm="100000">
                                          <p:val>
                                            <p:strVal val="#ppt_x"/>
                                          </p:val>
                                        </p:tav>
                                      </p:tavLst>
                                    </p:anim>
                                    <p:anim calcmode="lin" valueType="num">
                                      <p:cBhvr>
                                        <p:cTn id="132" dur="1000" fill="hold"/>
                                        <p:tgtEl>
                                          <p:spTgt spid="47108">
                                            <p:txEl>
                                              <p:pRg st="6" end="6"/>
                                            </p:txEl>
                                          </p:spTgt>
                                        </p:tgtEl>
                                        <p:attrNameLst>
                                          <p:attrName>ppt_y</p:attrName>
                                        </p:attrNameLst>
                                      </p:cBhvr>
                                      <p:tavLst>
                                        <p:tav tm="0">
                                          <p:val>
                                            <p:strVal val="#ppt_y+.1"/>
                                          </p:val>
                                        </p:tav>
                                        <p:tav tm="100000">
                                          <p:val>
                                            <p:strVal val="#ppt_y"/>
                                          </p:val>
                                        </p:tav>
                                      </p:tavLst>
                                    </p:anim>
                                  </p:childTnLst>
                                </p:cTn>
                              </p:par>
                              <p:par>
                                <p:cTn id="133" presetID="10" presetClass="entr" presetSubtype="0" fill="hold" grpId="0" nodeType="withEffect">
                                  <p:stCondLst>
                                    <p:cond delay="0"/>
                                  </p:stCondLst>
                                  <p:childTnLst>
                                    <p:set>
                                      <p:cBhvr>
                                        <p:cTn id="134" dur="1" fill="hold">
                                          <p:stCondLst>
                                            <p:cond delay="0"/>
                                          </p:stCondLst>
                                        </p:cTn>
                                        <p:tgtEl>
                                          <p:spTgt spid="309"/>
                                        </p:tgtEl>
                                        <p:attrNameLst>
                                          <p:attrName>style.visibility</p:attrName>
                                        </p:attrNameLst>
                                      </p:cBhvr>
                                      <p:to>
                                        <p:strVal val="visible"/>
                                      </p:to>
                                    </p:set>
                                    <p:animEffect transition="in" filter="fade">
                                      <p:cBhvr>
                                        <p:cTn id="135" dur="10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 grpId="0" animBg="1"/>
      <p:bldP spid="94" grpId="0" animBg="1"/>
      <p:bldP spid="94" grpId="1" animBg="1"/>
      <p:bldP spid="93" grpId="0" animBg="1"/>
      <p:bldP spid="93" grpId="1" animBg="1"/>
      <p:bldP spid="7" grpId="0" animBg="1"/>
      <p:bldP spid="7" grpId="1" animBg="1"/>
      <p:bldP spid="272" grpId="0" animBg="1"/>
      <p:bldP spid="272" grpId="1" animBg="1"/>
      <p:bldP spid="268" grpId="0" animBg="1"/>
      <p:bldP spid="268" grpId="1" animBg="1"/>
      <p:bldP spid="178" grpId="0" animBg="1"/>
      <p:bldP spid="178" grpId="1" animBg="1"/>
      <p:bldP spid="262" grpId="0" animBg="1"/>
      <p:bldP spid="262" grpId="1" animBg="1"/>
      <p:bldP spid="263" grpId="0" animBg="1"/>
      <p:bldP spid="263"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p:cNvGrpSpPr/>
          <p:nvPr>
            <p:custDataLst>
              <p:tags r:id="rId2"/>
            </p:custDataLst>
          </p:nvPr>
        </p:nvGrpSpPr>
        <p:grpSpPr>
          <a:xfrm>
            <a:off x="215900" y="1592261"/>
            <a:ext cx="4284663" cy="4606187"/>
            <a:chOff x="215900" y="1592261"/>
            <a:chExt cx="8705850" cy="4606187"/>
          </a:xfrm>
        </p:grpSpPr>
        <p:sp>
          <p:nvSpPr>
            <p:cNvPr id="35" name="Rectangle 76"/>
            <p:cNvSpPr>
              <a:spLocks noChangeArrowheads="1"/>
            </p:cNvSpPr>
            <p:nvPr/>
          </p:nvSpPr>
          <p:spPr bwMode="auto">
            <a:xfrm flipV="1">
              <a:off x="215900" y="1592261"/>
              <a:ext cx="8705850" cy="1557594"/>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sp>
          <p:nvSpPr>
            <p:cNvPr id="36" name="Rectangle 76"/>
            <p:cNvSpPr>
              <a:spLocks noChangeArrowheads="1"/>
            </p:cNvSpPr>
            <p:nvPr/>
          </p:nvSpPr>
          <p:spPr bwMode="auto">
            <a:xfrm>
              <a:off x="215900" y="5851627"/>
              <a:ext cx="8705850" cy="346821"/>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grpSp>
      <p:sp>
        <p:nvSpPr>
          <p:cNvPr id="28676" name="Rectangle 122"/>
          <p:cNvSpPr>
            <a:spLocks noGrp="1" noChangeArrowheads="1"/>
          </p:cNvSpPr>
          <p:nvPr>
            <p:ph type="body" sz="quarter" idx="15"/>
          </p:nvPr>
        </p:nvSpPr>
        <p:spPr>
          <a:xfrm>
            <a:off x="4643437" y="1592263"/>
            <a:ext cx="3456955" cy="4608512"/>
          </a:xfrm>
        </p:spPr>
        <p:txBody>
          <a:bodyPr>
            <a:noAutofit/>
          </a:bodyPr>
          <a:lstStyle/>
          <a:p>
            <a:pPr marL="0" indent="0">
              <a:buNone/>
            </a:pPr>
            <a:r>
              <a:rPr lang="en-US" sz="1400" b="1" dirty="0" smtClean="0">
                <a:solidFill>
                  <a:schemeClr val="accent1"/>
                </a:solidFill>
              </a:rPr>
              <a:t>A zero-gas must be free of </a:t>
            </a:r>
            <a:r>
              <a:rPr dirty="0"/>
              <a:t/>
            </a:r>
            <a:br>
              <a:rPr dirty="0"/>
            </a:br>
            <a:r>
              <a:rPr lang="en-US" sz="1400" b="1" dirty="0" smtClean="0">
                <a:solidFill>
                  <a:schemeClr val="accent1"/>
                </a:solidFill>
              </a:rPr>
              <a:t>measurement components. </a:t>
            </a:r>
          </a:p>
          <a:p>
            <a:pPr marL="0" indent="0">
              <a:buNone/>
            </a:pPr>
            <a:r>
              <a:rPr lang="en-US" sz="1400" b="1" dirty="0" smtClean="0"/>
              <a:t>Nitrogen (N</a:t>
            </a:r>
            <a:r>
              <a:rPr lang="en-US" sz="1400" b="1" baseline="-25000" dirty="0" smtClean="0"/>
              <a:t>2</a:t>
            </a:r>
            <a:r>
              <a:rPr lang="en-US" sz="1400" b="1" dirty="0" smtClean="0"/>
              <a:t>) </a:t>
            </a:r>
            <a:r>
              <a:rPr lang="en-US" sz="1400" dirty="0" smtClean="0"/>
              <a:t>is the most typical </a:t>
            </a:r>
            <a:r>
              <a:rPr dirty="0"/>
              <a:t/>
            </a:r>
            <a:br>
              <a:rPr dirty="0"/>
            </a:br>
            <a:r>
              <a:rPr lang="en-US" sz="1400" dirty="0" smtClean="0"/>
              <a:t>zero gas.</a:t>
            </a:r>
          </a:p>
          <a:p>
            <a:r>
              <a:rPr lang="en-US" sz="1400" dirty="0" smtClean="0"/>
              <a:t>The quality is expressed by a number.</a:t>
            </a:r>
          </a:p>
          <a:p>
            <a:r>
              <a:rPr lang="en-US" sz="1400" b="1" dirty="0" smtClean="0">
                <a:solidFill>
                  <a:schemeClr val="accent1"/>
                </a:solidFill>
              </a:rPr>
              <a:t>N</a:t>
            </a:r>
            <a:r>
              <a:rPr lang="en-US" sz="1400" b="1" baseline="-25000" dirty="0" smtClean="0">
                <a:solidFill>
                  <a:schemeClr val="accent1"/>
                </a:solidFill>
              </a:rPr>
              <a:t>2</a:t>
            </a:r>
            <a:r>
              <a:rPr lang="en-US" sz="1400" b="1" dirty="0" smtClean="0">
                <a:solidFill>
                  <a:schemeClr val="accent1"/>
                </a:solidFill>
              </a:rPr>
              <a:t> 5.0 </a:t>
            </a:r>
            <a:r>
              <a:rPr lang="en-US" sz="1400" dirty="0" smtClean="0"/>
              <a:t>means</a:t>
            </a:r>
            <a:r>
              <a:rPr dirty="0" smtClean="0"/>
              <a:t> </a:t>
            </a:r>
            <a:r>
              <a:rPr lang="en-US" sz="1400" dirty="0" smtClean="0"/>
              <a:t>99,999 Vol% purity </a:t>
            </a:r>
            <a:r>
              <a:rPr dirty="0"/>
              <a:t/>
            </a:r>
            <a:br>
              <a:rPr dirty="0"/>
            </a:br>
            <a:r>
              <a:rPr lang="en-US" sz="1400" dirty="0" smtClean="0">
                <a:sym typeface="Wingdings" panose="05000000000000000000" pitchFamily="2" charset="2"/>
              </a:rPr>
              <a:t></a:t>
            </a:r>
            <a:r>
              <a:rPr lang="en-US" sz="1400" dirty="0" smtClean="0"/>
              <a:t>10 ppm impurities, e.g.</a:t>
            </a:r>
          </a:p>
          <a:p>
            <a:pPr lvl="1">
              <a:spcBef>
                <a:spcPts val="600"/>
              </a:spcBef>
            </a:pPr>
            <a:r>
              <a:rPr lang="en-US" sz="1400" dirty="0" smtClean="0"/>
              <a:t>O</a:t>
            </a:r>
            <a:r>
              <a:rPr lang="en-US" sz="1400" baseline="-25000" dirty="0" smtClean="0"/>
              <a:t>2</a:t>
            </a:r>
            <a:r>
              <a:rPr lang="en-US" sz="1400" dirty="0" smtClean="0"/>
              <a:t> &lt; 3 ppm</a:t>
            </a:r>
          </a:p>
          <a:p>
            <a:pPr lvl="1">
              <a:spcBef>
                <a:spcPts val="600"/>
              </a:spcBef>
            </a:pPr>
            <a:r>
              <a:rPr lang="en-US" sz="1400" dirty="0" smtClean="0"/>
              <a:t>H</a:t>
            </a:r>
            <a:r>
              <a:rPr lang="en-US" sz="1400" baseline="-25000" dirty="0" smtClean="0"/>
              <a:t>2</a:t>
            </a:r>
            <a:r>
              <a:rPr lang="en-US" sz="1400" dirty="0" smtClean="0"/>
              <a:t>O &lt; 5 ppm</a:t>
            </a:r>
          </a:p>
          <a:p>
            <a:pPr lvl="1">
              <a:spcBef>
                <a:spcPts val="600"/>
              </a:spcBef>
            </a:pPr>
            <a:r>
              <a:rPr lang="en-US" sz="1400" dirty="0" smtClean="0"/>
              <a:t>TC &lt; 0.2 ppm</a:t>
            </a:r>
            <a:r>
              <a:rPr dirty="0"/>
              <a:t/>
            </a:r>
            <a:br>
              <a:rPr dirty="0"/>
            </a:br>
            <a:endParaRPr lang="en-US" sz="1400" dirty="0" smtClean="0"/>
          </a:p>
          <a:p>
            <a:r>
              <a:rPr lang="en-US" sz="1400" b="1" dirty="0" smtClean="0">
                <a:solidFill>
                  <a:schemeClr val="accent1"/>
                </a:solidFill>
              </a:rPr>
              <a:t>N</a:t>
            </a:r>
            <a:r>
              <a:rPr lang="en-US" sz="1400" b="1" baseline="-25000" dirty="0" smtClean="0">
                <a:solidFill>
                  <a:schemeClr val="accent1"/>
                </a:solidFill>
              </a:rPr>
              <a:t>2</a:t>
            </a:r>
            <a:r>
              <a:rPr dirty="0" smtClean="0"/>
              <a:t> </a:t>
            </a:r>
            <a:r>
              <a:rPr lang="en-US" sz="1400" b="1" dirty="0" smtClean="0">
                <a:solidFill>
                  <a:schemeClr val="accent1"/>
                </a:solidFill>
              </a:rPr>
              <a:t>4.0</a:t>
            </a:r>
            <a:r>
              <a:rPr dirty="0" smtClean="0"/>
              <a:t> </a:t>
            </a:r>
            <a:r>
              <a:rPr lang="en-US" sz="1400" dirty="0" smtClean="0"/>
              <a:t>means 99.99 Vol%  </a:t>
            </a:r>
            <a:r>
              <a:rPr dirty="0"/>
              <a:t/>
            </a:r>
            <a:br>
              <a:rPr dirty="0"/>
            </a:br>
            <a:r>
              <a:rPr lang="en-US" sz="1400" dirty="0" smtClean="0">
                <a:sym typeface="Wingdings" panose="05000000000000000000" pitchFamily="2" charset="2"/>
              </a:rPr>
              <a:t> 100 ppm impurities</a:t>
            </a:r>
          </a:p>
          <a:p>
            <a:r>
              <a:rPr lang="en-US" sz="1400" b="1" dirty="0" smtClean="0">
                <a:solidFill>
                  <a:schemeClr val="accent1"/>
                </a:solidFill>
                <a:sym typeface="Wingdings" panose="05000000000000000000" pitchFamily="2" charset="2"/>
              </a:rPr>
              <a:t>N</a:t>
            </a:r>
            <a:r>
              <a:rPr lang="en-US" sz="1400" b="1" baseline="-25000" dirty="0" smtClean="0">
                <a:solidFill>
                  <a:schemeClr val="accent1"/>
                </a:solidFill>
                <a:sym typeface="Wingdings" panose="05000000000000000000" pitchFamily="2" charset="2"/>
              </a:rPr>
              <a:t>2</a:t>
            </a:r>
            <a:r>
              <a:rPr lang="en-US" sz="1400" b="1" dirty="0" smtClean="0">
                <a:solidFill>
                  <a:schemeClr val="accent1"/>
                </a:solidFill>
                <a:sym typeface="Wingdings" panose="05000000000000000000" pitchFamily="2" charset="2"/>
              </a:rPr>
              <a:t> 4.0 </a:t>
            </a:r>
            <a:r>
              <a:rPr lang="en-US" sz="1400" dirty="0" smtClean="0">
                <a:sym typeface="Wingdings" panose="05000000000000000000" pitchFamily="2" charset="2"/>
              </a:rPr>
              <a:t>is less expensive than </a:t>
            </a:r>
            <a:r>
              <a:rPr lang="en-US" sz="1400" b="1" dirty="0" smtClean="0">
                <a:solidFill>
                  <a:schemeClr val="accent1"/>
                </a:solidFill>
                <a:sym typeface="Wingdings" panose="05000000000000000000" pitchFamily="2" charset="2"/>
              </a:rPr>
              <a:t>N</a:t>
            </a:r>
            <a:r>
              <a:rPr lang="en-US" sz="1400" b="1" baseline="-25000" dirty="0" smtClean="0">
                <a:solidFill>
                  <a:schemeClr val="accent1"/>
                </a:solidFill>
                <a:sym typeface="Wingdings" panose="05000000000000000000" pitchFamily="2" charset="2"/>
              </a:rPr>
              <a:t>2</a:t>
            </a:r>
            <a:r>
              <a:rPr lang="en-US" sz="1400" b="1" dirty="0" smtClean="0">
                <a:solidFill>
                  <a:schemeClr val="accent1"/>
                </a:solidFill>
                <a:sym typeface="Wingdings" panose="05000000000000000000" pitchFamily="2" charset="2"/>
              </a:rPr>
              <a:t> 5.0.</a:t>
            </a:r>
          </a:p>
          <a:p>
            <a:r>
              <a:rPr lang="en-US" sz="1400" dirty="0" smtClean="0">
                <a:sym typeface="Wingdings" panose="05000000000000000000" pitchFamily="2" charset="2"/>
              </a:rPr>
              <a:t>It depends on the analyzer configuration, which quality is sufficient</a:t>
            </a:r>
            <a:endParaRPr lang="en-US" sz="1400" dirty="0" smtClean="0"/>
          </a:p>
        </p:txBody>
      </p:sp>
      <p:sp>
        <p:nvSpPr>
          <p:cNvPr id="32771" name="Rectangle 121"/>
          <p:cNvSpPr>
            <a:spLocks noGrp="1" noChangeArrowheads="1"/>
          </p:cNvSpPr>
          <p:nvPr>
            <p:ph type="title"/>
          </p:nvPr>
        </p:nvSpPr>
        <p:spPr/>
        <p:txBody>
          <a:bodyPr/>
          <a:lstStyle/>
          <a:p>
            <a:r>
              <a:rPr dirty="0" smtClean="0"/>
              <a:t>Zero gases </a:t>
            </a:r>
            <a:r>
              <a:t/>
            </a:r>
            <a:br/>
            <a:r>
              <a:rPr lang="en-US" dirty="0" smtClean="0">
                <a:solidFill>
                  <a:schemeClr val="accent1"/>
                </a:solidFill>
              </a:rPr>
              <a:t>Nitrogen</a:t>
            </a:r>
          </a:p>
        </p:txBody>
      </p:sp>
      <p:sp>
        <p:nvSpPr>
          <p:cNvPr id="2" name="Slide Number Placeholder 1"/>
          <p:cNvSpPr>
            <a:spLocks noGrp="1"/>
          </p:cNvSpPr>
          <p:nvPr>
            <p:ph type="sldNum" sz="quarter" idx="4"/>
          </p:nvPr>
        </p:nvSpPr>
        <p:spPr/>
        <p:txBody>
          <a:bodyPr/>
          <a:lstStyle/>
          <a:p>
            <a:r>
              <a:rPr dirty="0" smtClean="0"/>
              <a:t>Slide </a:t>
            </a:r>
            <a:fld id="{60C67920-923A-4F98-A587-72BEC0D9EE68}" type="slidenum">
              <a:rPr lang="en-US" smtClean="0"/>
              <a:pPr/>
              <a:t>5</a:t>
            </a:fld>
            <a:endParaRPr lang="en-US" dirty="0"/>
          </a:p>
        </p:txBody>
      </p:sp>
      <p:grpSp>
        <p:nvGrpSpPr>
          <p:cNvPr id="28673" name="Group 28672"/>
          <p:cNvGrpSpPr/>
          <p:nvPr>
            <p:custDataLst>
              <p:tags r:id="rId3"/>
            </p:custDataLst>
          </p:nvPr>
        </p:nvGrpSpPr>
        <p:grpSpPr>
          <a:xfrm>
            <a:off x="806059" y="3008710"/>
            <a:ext cx="3139333" cy="858816"/>
            <a:chOff x="1468732" y="2761878"/>
            <a:chExt cx="3139333" cy="858816"/>
          </a:xfrm>
        </p:grpSpPr>
        <p:sp>
          <p:nvSpPr>
            <p:cNvPr id="37" name="Inhaltsplatzhalter 2"/>
            <p:cNvSpPr txBox="1">
              <a:spLocks/>
            </p:cNvSpPr>
            <p:nvPr/>
          </p:nvSpPr>
          <p:spPr bwMode="gray">
            <a:xfrm>
              <a:off x="2030447" y="2846862"/>
              <a:ext cx="2577618" cy="773832"/>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179388" indent="-179388"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1pPr>
              <a:lvl2pPr marL="361950"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2pPr>
              <a:lvl3pPr marL="542925"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3pPr>
              <a:lvl4pPr marL="714375" indent="-171450" algn="l" rtl="0" eaLnBrk="1" fontAlgn="base" hangingPunct="1">
                <a:spcBef>
                  <a:spcPts val="1100"/>
                </a:spcBef>
                <a:spcAft>
                  <a:spcPct val="0"/>
                </a:spcAft>
                <a:buClr>
                  <a:schemeClr val="tx2"/>
                </a:buClr>
                <a:buSzPct val="70000"/>
                <a:buFont typeface="Wingdings" panose="05000000000000000000" pitchFamily="2" charset="2"/>
                <a:buChar char="§"/>
                <a:defRPr sz="1600" b="0" kern="1200">
                  <a:solidFill>
                    <a:schemeClr val="tx1"/>
                  </a:solidFill>
                  <a:latin typeface="Arial" pitchFamily="34" charset="0"/>
                  <a:ea typeface="+mn-ea"/>
                  <a:cs typeface="Arial" pitchFamily="34" charset="0"/>
                </a:defRPr>
              </a:lvl4pPr>
              <a:lvl5pPr marL="895350" indent="-180975" algn="l" rtl="0" eaLnBrk="1" fontAlgn="base" hangingPunct="1">
                <a:spcBef>
                  <a:spcPts val="1100"/>
                </a:spcBef>
                <a:spcAft>
                  <a:spcPct val="0"/>
                </a:spcAft>
                <a:buClr>
                  <a:schemeClr val="tx2"/>
                </a:buClr>
                <a:buSzPct val="70000"/>
                <a:buFont typeface="Wingdings" panose="05000000000000000000" pitchFamily="2" charset="2"/>
                <a:buChar char="§"/>
                <a:defRPr sz="1600" b="1" kern="1200">
                  <a:solidFill>
                    <a:schemeClr val="tx1"/>
                  </a:solidFill>
                  <a:latin typeface="Arial" pitchFamily="34" charset="0"/>
                  <a:ea typeface="+mn-ea"/>
                  <a:cs typeface="Arial" pitchFamily="34" charset="0"/>
                </a:defRPr>
              </a:lvl5pPr>
              <a:lvl6pPr marL="0" indent="0" algn="l" defTabSz="914400" rtl="0" eaLnBrk="1" latinLnBrk="0" hangingPunct="1">
                <a:spcBef>
                  <a:spcPts val="1100"/>
                </a:spcBef>
                <a:buFont typeface="Arial" pitchFamily="34" charset="0"/>
                <a:buNone/>
                <a:defRPr sz="1600" b="1" kern="1200" baseline="0">
                  <a:solidFill>
                    <a:schemeClr val="accent1"/>
                  </a:solidFill>
                  <a:latin typeface="+mn-lt"/>
                  <a:ea typeface="+mn-ea"/>
                  <a:cs typeface="+mn-cs"/>
                </a:defRPr>
              </a:lvl6pPr>
              <a:lvl7pPr marL="0" indent="0" algn="l" defTabSz="914400" rtl="0" eaLnBrk="1" latinLnBrk="0" hangingPunct="1">
                <a:spcBef>
                  <a:spcPts val="1100"/>
                </a:spcBef>
                <a:buFont typeface="Arial" pitchFamily="34" charset="0"/>
                <a:buNone/>
                <a:defRPr sz="1600" b="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4800" b="1" dirty="0" smtClean="0">
                  <a:solidFill>
                    <a:schemeClr val="bg2"/>
                  </a:solidFill>
                  <a:effectLst>
                    <a:reflection blurRad="6350" stA="40000" endPos="26000" dir="5400000" sy="-100000" algn="bl" rotWithShape="0"/>
                  </a:effectLst>
                </a:rPr>
                <a:t>1000000 </a:t>
              </a:r>
              <a:endParaRPr lang="en-US" sz="4800" b="1" dirty="0">
                <a:solidFill>
                  <a:schemeClr val="bg2"/>
                </a:solidFill>
                <a:effectLst>
                  <a:reflection blurRad="6350" stA="40000" endPos="26000" dir="5400000" sy="-100000" algn="bl" rotWithShape="0"/>
                </a:effectLst>
              </a:endParaRPr>
            </a:p>
          </p:txBody>
        </p:sp>
        <p:sp>
          <p:nvSpPr>
            <p:cNvPr id="38" name="Inhaltsplatzhalter 2"/>
            <p:cNvSpPr txBox="1">
              <a:spLocks/>
            </p:cNvSpPr>
            <p:nvPr/>
          </p:nvSpPr>
          <p:spPr bwMode="gray">
            <a:xfrm>
              <a:off x="3769367" y="2761878"/>
              <a:ext cx="583524" cy="3600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179388" indent="-179388"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1pPr>
              <a:lvl2pPr marL="361950"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2pPr>
              <a:lvl3pPr marL="542925"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3pPr>
              <a:lvl4pPr marL="714375" indent="-171450" algn="l" rtl="0" eaLnBrk="1" fontAlgn="base" hangingPunct="1">
                <a:spcBef>
                  <a:spcPts val="1100"/>
                </a:spcBef>
                <a:spcAft>
                  <a:spcPct val="0"/>
                </a:spcAft>
                <a:buClr>
                  <a:schemeClr val="tx2"/>
                </a:buClr>
                <a:buSzPct val="70000"/>
                <a:buFont typeface="Wingdings" panose="05000000000000000000" pitchFamily="2" charset="2"/>
                <a:buChar char="§"/>
                <a:defRPr sz="1600" b="0" kern="1200">
                  <a:solidFill>
                    <a:schemeClr val="tx1"/>
                  </a:solidFill>
                  <a:latin typeface="Arial" pitchFamily="34" charset="0"/>
                  <a:ea typeface="+mn-ea"/>
                  <a:cs typeface="Arial" pitchFamily="34" charset="0"/>
                </a:defRPr>
              </a:lvl4pPr>
              <a:lvl5pPr marL="895350" indent="-180975" algn="l" rtl="0" eaLnBrk="1" fontAlgn="base" hangingPunct="1">
                <a:spcBef>
                  <a:spcPts val="1100"/>
                </a:spcBef>
                <a:spcAft>
                  <a:spcPct val="0"/>
                </a:spcAft>
                <a:buClr>
                  <a:schemeClr val="tx2"/>
                </a:buClr>
                <a:buSzPct val="70000"/>
                <a:buFont typeface="Wingdings" panose="05000000000000000000" pitchFamily="2" charset="2"/>
                <a:buChar char="§"/>
                <a:defRPr sz="1600" b="1" kern="1200">
                  <a:solidFill>
                    <a:schemeClr val="tx1"/>
                  </a:solidFill>
                  <a:latin typeface="Arial" pitchFamily="34" charset="0"/>
                  <a:ea typeface="+mn-ea"/>
                  <a:cs typeface="Arial" pitchFamily="34" charset="0"/>
                </a:defRPr>
              </a:lvl5pPr>
              <a:lvl6pPr marL="0" indent="0" algn="l" defTabSz="914400" rtl="0" eaLnBrk="1" latinLnBrk="0" hangingPunct="1">
                <a:spcBef>
                  <a:spcPts val="1100"/>
                </a:spcBef>
                <a:buFont typeface="Arial" pitchFamily="34" charset="0"/>
                <a:buNone/>
                <a:defRPr sz="1600" b="1" kern="1200" baseline="0">
                  <a:solidFill>
                    <a:schemeClr val="accent1"/>
                  </a:solidFill>
                  <a:latin typeface="+mn-lt"/>
                  <a:ea typeface="+mn-ea"/>
                  <a:cs typeface="+mn-cs"/>
                </a:defRPr>
              </a:lvl6pPr>
              <a:lvl7pPr marL="0" indent="0" algn="l" defTabSz="914400" rtl="0" eaLnBrk="1" latinLnBrk="0" hangingPunct="1">
                <a:spcBef>
                  <a:spcPts val="1100"/>
                </a:spcBef>
                <a:buFont typeface="Arial" pitchFamily="34" charset="0"/>
                <a:buNone/>
                <a:defRPr sz="1600" b="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en-GB" sz="1400" dirty="0" smtClean="0">
                  <a:solidFill>
                    <a:schemeClr val="bg2"/>
                  </a:solidFill>
                </a:rPr>
                <a:t>ppm</a:t>
              </a:r>
              <a:endParaRPr lang="en-US" sz="1400" b="1" dirty="0">
                <a:solidFill>
                  <a:schemeClr val="bg2"/>
                </a:solidFill>
              </a:endParaRPr>
            </a:p>
          </p:txBody>
        </p:sp>
        <p:sp>
          <p:nvSpPr>
            <p:cNvPr id="39" name="Rectangle 38"/>
            <p:cNvSpPr/>
            <p:nvPr/>
          </p:nvSpPr>
          <p:spPr bwMode="gray">
            <a:xfrm>
              <a:off x="1468732" y="3199879"/>
              <a:ext cx="404878" cy="40487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r">
                <a:spcBef>
                  <a:spcPts val="1100"/>
                </a:spcBef>
                <a:buClr>
                  <a:schemeClr val="tx2"/>
                </a:buClr>
                <a:buSzPct val="70000"/>
              </a:pPr>
              <a:r>
                <a:rPr lang="en-US" sz="1400" b="1" dirty="0" smtClean="0">
                  <a:solidFill>
                    <a:schemeClr val="accent1"/>
                  </a:solidFill>
                  <a:effectLst>
                    <a:reflection blurRad="6350" stA="40000" endPos="26000" dir="5400000" sy="-100000" algn="bl" rotWithShape="0"/>
                  </a:effectLst>
                  <a:latin typeface="Arial" pitchFamily="34" charset="0"/>
                </a:rPr>
                <a:t>10</a:t>
              </a:r>
              <a:endParaRPr lang="en-US" sz="1400" b="1" dirty="0">
                <a:solidFill>
                  <a:schemeClr val="accent1"/>
                </a:solidFill>
                <a:effectLst>
                  <a:reflection blurRad="6350" stA="40000" endPos="26000" dir="5400000" sy="-100000" algn="bl" rotWithShape="0"/>
                </a:effectLst>
                <a:latin typeface="Arial" pitchFamily="34" charset="0"/>
                <a:cs typeface="Arial" pitchFamily="34" charset="0"/>
              </a:endParaRPr>
            </a:p>
          </p:txBody>
        </p:sp>
        <p:sp>
          <p:nvSpPr>
            <p:cNvPr id="40" name="Inhaltsplatzhalter 2"/>
            <p:cNvSpPr txBox="1">
              <a:spLocks/>
            </p:cNvSpPr>
            <p:nvPr/>
          </p:nvSpPr>
          <p:spPr bwMode="gray">
            <a:xfrm>
              <a:off x="1802537" y="3132412"/>
              <a:ext cx="343924" cy="3600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179388" indent="-179388"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1pPr>
              <a:lvl2pPr marL="361950"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2pPr>
              <a:lvl3pPr marL="542925"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3pPr>
              <a:lvl4pPr marL="714375" indent="-171450" algn="l" rtl="0" eaLnBrk="1" fontAlgn="base" hangingPunct="1">
                <a:spcBef>
                  <a:spcPts val="1100"/>
                </a:spcBef>
                <a:spcAft>
                  <a:spcPct val="0"/>
                </a:spcAft>
                <a:buClr>
                  <a:schemeClr val="tx2"/>
                </a:buClr>
                <a:buSzPct val="70000"/>
                <a:buFont typeface="Wingdings" panose="05000000000000000000" pitchFamily="2" charset="2"/>
                <a:buChar char="§"/>
                <a:defRPr sz="1600" b="0" kern="1200">
                  <a:solidFill>
                    <a:schemeClr val="tx1"/>
                  </a:solidFill>
                  <a:latin typeface="Arial" pitchFamily="34" charset="0"/>
                  <a:ea typeface="+mn-ea"/>
                  <a:cs typeface="Arial" pitchFamily="34" charset="0"/>
                </a:defRPr>
              </a:lvl4pPr>
              <a:lvl5pPr marL="895350" indent="-180975" algn="l" rtl="0" eaLnBrk="1" fontAlgn="base" hangingPunct="1">
                <a:spcBef>
                  <a:spcPts val="1100"/>
                </a:spcBef>
                <a:spcAft>
                  <a:spcPct val="0"/>
                </a:spcAft>
                <a:buClr>
                  <a:schemeClr val="tx2"/>
                </a:buClr>
                <a:buSzPct val="70000"/>
                <a:buFont typeface="Wingdings" panose="05000000000000000000" pitchFamily="2" charset="2"/>
                <a:buChar char="§"/>
                <a:defRPr sz="1600" b="1" kern="1200">
                  <a:solidFill>
                    <a:schemeClr val="tx1"/>
                  </a:solidFill>
                  <a:latin typeface="Arial" pitchFamily="34" charset="0"/>
                  <a:ea typeface="+mn-ea"/>
                  <a:cs typeface="Arial" pitchFamily="34" charset="0"/>
                </a:defRPr>
              </a:lvl5pPr>
              <a:lvl6pPr marL="0" indent="0" algn="l" defTabSz="914400" rtl="0" eaLnBrk="1" latinLnBrk="0" hangingPunct="1">
                <a:spcBef>
                  <a:spcPts val="1100"/>
                </a:spcBef>
                <a:buFont typeface="Arial" pitchFamily="34" charset="0"/>
                <a:buNone/>
                <a:defRPr sz="1600" b="1" kern="1200" baseline="0">
                  <a:solidFill>
                    <a:schemeClr val="accent1"/>
                  </a:solidFill>
                  <a:latin typeface="+mn-lt"/>
                  <a:ea typeface="+mn-ea"/>
                  <a:cs typeface="+mn-cs"/>
                </a:defRPr>
              </a:lvl6pPr>
              <a:lvl7pPr marL="0" indent="0" algn="l" defTabSz="914400" rtl="0" eaLnBrk="1" latinLnBrk="0" hangingPunct="1">
                <a:spcBef>
                  <a:spcPts val="1100"/>
                </a:spcBef>
                <a:buFont typeface="Arial" pitchFamily="34" charset="0"/>
                <a:buNone/>
                <a:defRPr sz="1600" b="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3200" b="1" dirty="0" smtClean="0">
                  <a:solidFill>
                    <a:schemeClr val="accent1"/>
                  </a:solidFill>
                </a:rPr>
                <a:t>/</a:t>
              </a:r>
              <a:endParaRPr lang="en-US" sz="3200" b="1" dirty="0" smtClean="0">
                <a:solidFill>
                  <a:schemeClr val="accent1"/>
                </a:solidFill>
              </a:endParaRPr>
            </a:p>
          </p:txBody>
        </p:sp>
      </p:grpSp>
      <p:grpSp>
        <p:nvGrpSpPr>
          <p:cNvPr id="28674" name="Group 28673"/>
          <p:cNvGrpSpPr/>
          <p:nvPr>
            <p:custDataLst>
              <p:tags r:id="rId4"/>
            </p:custDataLst>
          </p:nvPr>
        </p:nvGrpSpPr>
        <p:grpSpPr>
          <a:xfrm>
            <a:off x="719511" y="4617132"/>
            <a:ext cx="3312429" cy="858816"/>
            <a:chOff x="1295636" y="4241608"/>
            <a:chExt cx="3312429" cy="858816"/>
          </a:xfrm>
        </p:grpSpPr>
        <p:sp>
          <p:nvSpPr>
            <p:cNvPr id="41" name="Inhaltsplatzhalter 2"/>
            <p:cNvSpPr txBox="1">
              <a:spLocks/>
            </p:cNvSpPr>
            <p:nvPr/>
          </p:nvSpPr>
          <p:spPr bwMode="gray">
            <a:xfrm>
              <a:off x="2030447" y="4326592"/>
              <a:ext cx="2577618" cy="773832"/>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179388" indent="-179388"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1pPr>
              <a:lvl2pPr marL="361950"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2pPr>
              <a:lvl3pPr marL="542925"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3pPr>
              <a:lvl4pPr marL="714375" indent="-171450" algn="l" rtl="0" eaLnBrk="1" fontAlgn="base" hangingPunct="1">
                <a:spcBef>
                  <a:spcPts val="1100"/>
                </a:spcBef>
                <a:spcAft>
                  <a:spcPct val="0"/>
                </a:spcAft>
                <a:buClr>
                  <a:schemeClr val="tx2"/>
                </a:buClr>
                <a:buSzPct val="70000"/>
                <a:buFont typeface="Wingdings" panose="05000000000000000000" pitchFamily="2" charset="2"/>
                <a:buChar char="§"/>
                <a:defRPr sz="1600" b="0" kern="1200">
                  <a:solidFill>
                    <a:schemeClr val="tx1"/>
                  </a:solidFill>
                  <a:latin typeface="Arial" pitchFamily="34" charset="0"/>
                  <a:ea typeface="+mn-ea"/>
                  <a:cs typeface="Arial" pitchFamily="34" charset="0"/>
                </a:defRPr>
              </a:lvl4pPr>
              <a:lvl5pPr marL="895350" indent="-180975" algn="l" rtl="0" eaLnBrk="1" fontAlgn="base" hangingPunct="1">
                <a:spcBef>
                  <a:spcPts val="1100"/>
                </a:spcBef>
                <a:spcAft>
                  <a:spcPct val="0"/>
                </a:spcAft>
                <a:buClr>
                  <a:schemeClr val="tx2"/>
                </a:buClr>
                <a:buSzPct val="70000"/>
                <a:buFont typeface="Wingdings" panose="05000000000000000000" pitchFamily="2" charset="2"/>
                <a:buChar char="§"/>
                <a:defRPr sz="1600" b="1" kern="1200">
                  <a:solidFill>
                    <a:schemeClr val="tx1"/>
                  </a:solidFill>
                  <a:latin typeface="Arial" pitchFamily="34" charset="0"/>
                  <a:ea typeface="+mn-ea"/>
                  <a:cs typeface="Arial" pitchFamily="34" charset="0"/>
                </a:defRPr>
              </a:lvl5pPr>
              <a:lvl6pPr marL="0" indent="0" algn="l" defTabSz="914400" rtl="0" eaLnBrk="1" latinLnBrk="0" hangingPunct="1">
                <a:spcBef>
                  <a:spcPts val="1100"/>
                </a:spcBef>
                <a:buFont typeface="Arial" pitchFamily="34" charset="0"/>
                <a:buNone/>
                <a:defRPr sz="1600" b="1" kern="1200" baseline="0">
                  <a:solidFill>
                    <a:schemeClr val="accent1"/>
                  </a:solidFill>
                  <a:latin typeface="+mn-lt"/>
                  <a:ea typeface="+mn-ea"/>
                  <a:cs typeface="+mn-cs"/>
                </a:defRPr>
              </a:lvl6pPr>
              <a:lvl7pPr marL="0" indent="0" algn="l" defTabSz="914400" rtl="0" eaLnBrk="1" latinLnBrk="0" hangingPunct="1">
                <a:spcBef>
                  <a:spcPts val="1100"/>
                </a:spcBef>
                <a:buFont typeface="Arial" pitchFamily="34" charset="0"/>
                <a:buNone/>
                <a:defRPr sz="1600" b="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4800" b="1" dirty="0" smtClean="0">
                  <a:solidFill>
                    <a:schemeClr val="bg2"/>
                  </a:solidFill>
                  <a:effectLst>
                    <a:reflection blurRad="6350" stA="40000" endPos="26000" dir="5400000" sy="-100000" algn="bl" rotWithShape="0"/>
                  </a:effectLst>
                </a:rPr>
                <a:t>1000000 </a:t>
              </a:r>
              <a:endParaRPr lang="en-US" sz="4800" b="1" dirty="0">
                <a:solidFill>
                  <a:schemeClr val="bg2"/>
                </a:solidFill>
                <a:effectLst>
                  <a:reflection blurRad="6350" stA="40000" endPos="26000" dir="5400000" sy="-100000" algn="bl" rotWithShape="0"/>
                </a:effectLst>
              </a:endParaRPr>
            </a:p>
          </p:txBody>
        </p:sp>
        <p:sp>
          <p:nvSpPr>
            <p:cNvPr id="42" name="Inhaltsplatzhalter 2"/>
            <p:cNvSpPr txBox="1">
              <a:spLocks/>
            </p:cNvSpPr>
            <p:nvPr/>
          </p:nvSpPr>
          <p:spPr bwMode="gray">
            <a:xfrm>
              <a:off x="3769367" y="4241608"/>
              <a:ext cx="583524" cy="3600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179388" indent="-179388"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1pPr>
              <a:lvl2pPr marL="361950"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2pPr>
              <a:lvl3pPr marL="542925"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3pPr>
              <a:lvl4pPr marL="714375" indent="-171450" algn="l" rtl="0" eaLnBrk="1" fontAlgn="base" hangingPunct="1">
                <a:spcBef>
                  <a:spcPts val="1100"/>
                </a:spcBef>
                <a:spcAft>
                  <a:spcPct val="0"/>
                </a:spcAft>
                <a:buClr>
                  <a:schemeClr val="tx2"/>
                </a:buClr>
                <a:buSzPct val="70000"/>
                <a:buFont typeface="Wingdings" panose="05000000000000000000" pitchFamily="2" charset="2"/>
                <a:buChar char="§"/>
                <a:defRPr sz="1600" b="0" kern="1200">
                  <a:solidFill>
                    <a:schemeClr val="tx1"/>
                  </a:solidFill>
                  <a:latin typeface="Arial" pitchFamily="34" charset="0"/>
                  <a:ea typeface="+mn-ea"/>
                  <a:cs typeface="Arial" pitchFamily="34" charset="0"/>
                </a:defRPr>
              </a:lvl4pPr>
              <a:lvl5pPr marL="895350" indent="-180975" algn="l" rtl="0" eaLnBrk="1" fontAlgn="base" hangingPunct="1">
                <a:spcBef>
                  <a:spcPts val="1100"/>
                </a:spcBef>
                <a:spcAft>
                  <a:spcPct val="0"/>
                </a:spcAft>
                <a:buClr>
                  <a:schemeClr val="tx2"/>
                </a:buClr>
                <a:buSzPct val="70000"/>
                <a:buFont typeface="Wingdings" panose="05000000000000000000" pitchFamily="2" charset="2"/>
                <a:buChar char="§"/>
                <a:defRPr sz="1600" b="1" kern="1200">
                  <a:solidFill>
                    <a:schemeClr val="tx1"/>
                  </a:solidFill>
                  <a:latin typeface="Arial" pitchFamily="34" charset="0"/>
                  <a:ea typeface="+mn-ea"/>
                  <a:cs typeface="Arial" pitchFamily="34" charset="0"/>
                </a:defRPr>
              </a:lvl5pPr>
              <a:lvl6pPr marL="0" indent="0" algn="l" defTabSz="914400" rtl="0" eaLnBrk="1" latinLnBrk="0" hangingPunct="1">
                <a:spcBef>
                  <a:spcPts val="1100"/>
                </a:spcBef>
                <a:buFont typeface="Arial" pitchFamily="34" charset="0"/>
                <a:buNone/>
                <a:defRPr sz="1600" b="1" kern="1200" baseline="0">
                  <a:solidFill>
                    <a:schemeClr val="accent1"/>
                  </a:solidFill>
                  <a:latin typeface="+mn-lt"/>
                  <a:ea typeface="+mn-ea"/>
                  <a:cs typeface="+mn-cs"/>
                </a:defRPr>
              </a:lvl6pPr>
              <a:lvl7pPr marL="0" indent="0" algn="l" defTabSz="914400" rtl="0" eaLnBrk="1" latinLnBrk="0" hangingPunct="1">
                <a:spcBef>
                  <a:spcPts val="1100"/>
                </a:spcBef>
                <a:buFont typeface="Arial" pitchFamily="34" charset="0"/>
                <a:buNone/>
                <a:defRPr sz="1600" b="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en-GB" sz="1400" dirty="0" smtClean="0">
                  <a:solidFill>
                    <a:schemeClr val="bg2"/>
                  </a:solidFill>
                </a:rPr>
                <a:t>ppm</a:t>
              </a:r>
              <a:endParaRPr lang="en-US" sz="1400" b="1" dirty="0">
                <a:solidFill>
                  <a:schemeClr val="bg2"/>
                </a:solidFill>
              </a:endParaRPr>
            </a:p>
          </p:txBody>
        </p:sp>
        <p:sp>
          <p:nvSpPr>
            <p:cNvPr id="43" name="Rectangle 42"/>
            <p:cNvSpPr/>
            <p:nvPr/>
          </p:nvSpPr>
          <p:spPr bwMode="gray">
            <a:xfrm>
              <a:off x="1295636" y="4620868"/>
              <a:ext cx="599694" cy="40487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r">
                <a:spcBef>
                  <a:spcPts val="1100"/>
                </a:spcBef>
                <a:buClr>
                  <a:schemeClr val="tx2"/>
                </a:buClr>
                <a:buSzPct val="70000"/>
              </a:pPr>
              <a:r>
                <a:rPr lang="en-US" sz="2800" b="1" dirty="0" smtClean="0">
                  <a:solidFill>
                    <a:schemeClr val="accent1"/>
                  </a:solidFill>
                  <a:effectLst>
                    <a:reflection blurRad="6350" stA="40000" endPos="26000" dir="5400000" sy="-100000" algn="bl" rotWithShape="0"/>
                  </a:effectLst>
                  <a:latin typeface="Arial" pitchFamily="34" charset="0"/>
                </a:rPr>
                <a:t>100</a:t>
              </a:r>
              <a:endParaRPr lang="en-US" sz="2800" b="1" dirty="0">
                <a:solidFill>
                  <a:schemeClr val="accent1"/>
                </a:solidFill>
                <a:effectLst>
                  <a:reflection blurRad="6350" stA="40000" endPos="26000" dir="5400000" sy="-100000" algn="bl" rotWithShape="0"/>
                </a:effectLst>
                <a:latin typeface="Arial" pitchFamily="34" charset="0"/>
                <a:cs typeface="Arial" pitchFamily="34" charset="0"/>
              </a:endParaRPr>
            </a:p>
          </p:txBody>
        </p:sp>
        <p:sp>
          <p:nvSpPr>
            <p:cNvPr id="44" name="Inhaltsplatzhalter 2"/>
            <p:cNvSpPr txBox="1">
              <a:spLocks/>
            </p:cNvSpPr>
            <p:nvPr/>
          </p:nvSpPr>
          <p:spPr bwMode="gray">
            <a:xfrm>
              <a:off x="1802537" y="4612142"/>
              <a:ext cx="343924" cy="3600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179388" indent="-179388"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1pPr>
              <a:lvl2pPr marL="361950"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2pPr>
              <a:lvl3pPr marL="542925"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3pPr>
              <a:lvl4pPr marL="714375" indent="-171450" algn="l" rtl="0" eaLnBrk="1" fontAlgn="base" hangingPunct="1">
                <a:spcBef>
                  <a:spcPts val="1100"/>
                </a:spcBef>
                <a:spcAft>
                  <a:spcPct val="0"/>
                </a:spcAft>
                <a:buClr>
                  <a:schemeClr val="tx2"/>
                </a:buClr>
                <a:buSzPct val="70000"/>
                <a:buFont typeface="Wingdings" panose="05000000000000000000" pitchFamily="2" charset="2"/>
                <a:buChar char="§"/>
                <a:defRPr sz="1600" b="0" kern="1200">
                  <a:solidFill>
                    <a:schemeClr val="tx1"/>
                  </a:solidFill>
                  <a:latin typeface="Arial" pitchFamily="34" charset="0"/>
                  <a:ea typeface="+mn-ea"/>
                  <a:cs typeface="Arial" pitchFamily="34" charset="0"/>
                </a:defRPr>
              </a:lvl4pPr>
              <a:lvl5pPr marL="895350" indent="-180975" algn="l" rtl="0" eaLnBrk="1" fontAlgn="base" hangingPunct="1">
                <a:spcBef>
                  <a:spcPts val="1100"/>
                </a:spcBef>
                <a:spcAft>
                  <a:spcPct val="0"/>
                </a:spcAft>
                <a:buClr>
                  <a:schemeClr val="tx2"/>
                </a:buClr>
                <a:buSzPct val="70000"/>
                <a:buFont typeface="Wingdings" panose="05000000000000000000" pitchFamily="2" charset="2"/>
                <a:buChar char="§"/>
                <a:defRPr sz="1600" b="1" kern="1200">
                  <a:solidFill>
                    <a:schemeClr val="tx1"/>
                  </a:solidFill>
                  <a:latin typeface="Arial" pitchFamily="34" charset="0"/>
                  <a:ea typeface="+mn-ea"/>
                  <a:cs typeface="Arial" pitchFamily="34" charset="0"/>
                </a:defRPr>
              </a:lvl5pPr>
              <a:lvl6pPr marL="0" indent="0" algn="l" defTabSz="914400" rtl="0" eaLnBrk="1" latinLnBrk="0" hangingPunct="1">
                <a:spcBef>
                  <a:spcPts val="1100"/>
                </a:spcBef>
                <a:buFont typeface="Arial" pitchFamily="34" charset="0"/>
                <a:buNone/>
                <a:defRPr sz="1600" b="1" kern="1200" baseline="0">
                  <a:solidFill>
                    <a:schemeClr val="accent1"/>
                  </a:solidFill>
                  <a:latin typeface="+mn-lt"/>
                  <a:ea typeface="+mn-ea"/>
                  <a:cs typeface="+mn-cs"/>
                </a:defRPr>
              </a:lvl6pPr>
              <a:lvl7pPr marL="0" indent="0" algn="l" defTabSz="914400" rtl="0" eaLnBrk="1" latinLnBrk="0" hangingPunct="1">
                <a:spcBef>
                  <a:spcPts val="1100"/>
                </a:spcBef>
                <a:buFont typeface="Arial" pitchFamily="34" charset="0"/>
                <a:buNone/>
                <a:defRPr sz="1600" b="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3200" b="1" dirty="0" smtClean="0">
                  <a:solidFill>
                    <a:schemeClr val="accent1"/>
                  </a:solidFill>
                </a:rPr>
                <a:t>/</a:t>
              </a:r>
              <a:endParaRPr lang="en-US" sz="3200" b="1" dirty="0" smtClean="0">
                <a:solidFill>
                  <a:schemeClr val="accent1"/>
                </a:solidFill>
              </a:endParaRPr>
            </a:p>
          </p:txBody>
        </p:sp>
      </p:grpSp>
      <p:grpSp>
        <p:nvGrpSpPr>
          <p:cNvPr id="28677" name="Group 28676"/>
          <p:cNvGrpSpPr/>
          <p:nvPr>
            <p:custDataLst>
              <p:tags r:id="rId5"/>
            </p:custDataLst>
          </p:nvPr>
        </p:nvGrpSpPr>
        <p:grpSpPr>
          <a:xfrm>
            <a:off x="1874946" y="1727036"/>
            <a:ext cx="1173192" cy="1178612"/>
            <a:chOff x="2451071" y="1727036"/>
            <a:chExt cx="1173192" cy="1178612"/>
          </a:xfrm>
        </p:grpSpPr>
        <p:sp>
          <p:nvSpPr>
            <p:cNvPr id="59" name="Oval 58"/>
            <p:cNvSpPr/>
            <p:nvPr/>
          </p:nvSpPr>
          <p:spPr bwMode="gray">
            <a:xfrm>
              <a:off x="2451071" y="2632896"/>
              <a:ext cx="1173192" cy="272752"/>
            </a:xfrm>
            <a:prstGeom prst="ellipse">
              <a:avLst/>
            </a:prstGeom>
            <a:solidFill>
              <a:srgbClr val="999999">
                <a:alpha val="30196"/>
              </a:srgbClr>
            </a:solidFill>
            <a:ln w="9525" cap="flat" cmpd="sng" algn="ctr">
              <a:noFill/>
              <a:prstDash val="solid"/>
            </a:ln>
            <a:effectLst>
              <a:softEdge rad="63500"/>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grpSp>
          <p:nvGrpSpPr>
            <p:cNvPr id="28675" name="Group 28674"/>
            <p:cNvGrpSpPr/>
            <p:nvPr/>
          </p:nvGrpSpPr>
          <p:grpSpPr>
            <a:xfrm>
              <a:off x="2484044" y="1727036"/>
              <a:ext cx="1079844" cy="1079844"/>
              <a:chOff x="2484044" y="1727036"/>
              <a:chExt cx="1079844" cy="1079844"/>
            </a:xfrm>
          </p:grpSpPr>
          <p:grpSp>
            <p:nvGrpSpPr>
              <p:cNvPr id="55" name="Group 54"/>
              <p:cNvGrpSpPr>
                <a:grpSpLocks noChangeAspect="1"/>
              </p:cNvGrpSpPr>
              <p:nvPr/>
            </p:nvGrpSpPr>
            <p:grpSpPr>
              <a:xfrm>
                <a:off x="2484044" y="1727036"/>
                <a:ext cx="1079844" cy="1079844"/>
                <a:chOff x="5207522" y="3193351"/>
                <a:chExt cx="865552" cy="865552"/>
              </a:xfrm>
              <a:solidFill>
                <a:schemeClr val="accent1"/>
              </a:solidFill>
              <a:effectLst/>
            </p:grpSpPr>
            <p:sp>
              <p:nvSpPr>
                <p:cNvPr id="56" name="Oval 55"/>
                <p:cNvSpPr/>
                <p:nvPr/>
              </p:nvSpPr>
              <p:spPr bwMode="gray">
                <a:xfrm>
                  <a:off x="5207522" y="3193351"/>
                  <a:ext cx="865552" cy="865552"/>
                </a:xfrm>
                <a:prstGeom prst="ellipse">
                  <a:avLst/>
                </a:prstGeom>
                <a:gradFill flip="none" rotWithShape="1">
                  <a:gsLst>
                    <a:gs pos="0">
                      <a:schemeClr val="accent4">
                        <a:tint val="66000"/>
                        <a:satMod val="160000"/>
                        <a:lumMod val="90000"/>
                        <a:lumOff val="10000"/>
                      </a:schemeClr>
                    </a:gs>
                    <a:gs pos="56000">
                      <a:schemeClr val="accent4">
                        <a:lumMod val="60000"/>
                        <a:lumOff val="40000"/>
                        <a:tint val="23500"/>
                        <a:satMod val="160000"/>
                      </a:schemeClr>
                    </a:gs>
                  </a:gsLst>
                  <a:lin ang="13500000" scaled="1"/>
                  <a:tileRect/>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3600" b="1" dirty="0" smtClean="0">
                    <a:solidFill>
                      <a:schemeClr val="bg1"/>
                    </a:solidFill>
                    <a:latin typeface="Arial" pitchFamily="34" charset="0"/>
                    <a:cs typeface="Arial" pitchFamily="34" charset="0"/>
                  </a:endParaRPr>
                </a:p>
              </p:txBody>
            </p:sp>
            <p:sp>
              <p:nvSpPr>
                <p:cNvPr id="57" name="Rectangle 56"/>
                <p:cNvSpPr/>
                <p:nvPr/>
              </p:nvSpPr>
              <p:spPr bwMode="gray">
                <a:xfrm>
                  <a:off x="5308787" y="3294616"/>
                  <a:ext cx="663022" cy="6630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r>
                    <a:rPr lang="en-US" b="1" dirty="0" smtClean="0">
                      <a:solidFill>
                        <a:schemeClr val="accent1"/>
                      </a:solidFill>
                      <a:latin typeface="Arial" pitchFamily="34" charset="0"/>
                    </a:rPr>
                    <a:t>N</a:t>
                  </a:r>
                  <a:r>
                    <a:rPr lang="en-US" b="1" baseline="-25000" dirty="0" smtClean="0">
                      <a:solidFill>
                        <a:schemeClr val="accent1"/>
                      </a:solidFill>
                      <a:latin typeface="Arial" pitchFamily="34" charset="0"/>
                    </a:rPr>
                    <a:t>2</a:t>
                  </a:r>
                </a:p>
              </p:txBody>
            </p:sp>
          </p:grpSp>
          <p:sp>
            <p:nvSpPr>
              <p:cNvPr id="28672" name="Oval 28671"/>
              <p:cNvSpPr/>
              <p:nvPr/>
            </p:nvSpPr>
            <p:spPr bwMode="gray">
              <a:xfrm rot="2049123">
                <a:off x="3086197" y="1851855"/>
                <a:ext cx="360040" cy="142647"/>
              </a:xfrm>
              <a:prstGeom prst="ellipse">
                <a:avLst/>
              </a:prstGeom>
              <a:solidFill>
                <a:schemeClr val="bg1"/>
              </a:solid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grpSp>
      </p:grpSp>
      <p:sp>
        <p:nvSpPr>
          <p:cNvPr id="69" name="Inhaltsplatzhalter 2"/>
          <p:cNvSpPr txBox="1">
            <a:spLocks/>
          </p:cNvSpPr>
          <p:nvPr/>
        </p:nvSpPr>
        <p:spPr bwMode="gray">
          <a:xfrm>
            <a:off x="2220822" y="3717730"/>
            <a:ext cx="1462065" cy="467354"/>
          </a:xfrm>
          <a:prstGeom prst="rect">
            <a:avLst/>
          </a:prstGeom>
          <a:noFill/>
          <a:ln w="9525">
            <a:noFill/>
            <a:miter lim="800000"/>
            <a:headEnd/>
            <a:tailEnd/>
          </a:ln>
          <a:effectLst/>
        </p:spPr>
        <p:txBody>
          <a:bodyPr vert="horz" wrap="square" lIns="0" tIns="0" rIns="0" bIns="0" numCol="1" anchor="ctr" anchorCtr="0" compatLnSpc="1">
            <a:prstTxWarp prst="textNoShape">
              <a:avLst/>
            </a:prstTxWarp>
          </a:bodyPr>
          <a:lstStyle>
            <a:lvl1pPr marL="179388" indent="-179388"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1pPr>
            <a:lvl2pPr marL="361950"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2pPr>
            <a:lvl3pPr marL="542925"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3pPr>
            <a:lvl4pPr marL="714375" indent="-171450" algn="l" rtl="0" eaLnBrk="1" fontAlgn="base" hangingPunct="1">
              <a:spcBef>
                <a:spcPts val="1100"/>
              </a:spcBef>
              <a:spcAft>
                <a:spcPct val="0"/>
              </a:spcAft>
              <a:buClr>
                <a:schemeClr val="tx2"/>
              </a:buClr>
              <a:buSzPct val="70000"/>
              <a:buFont typeface="Wingdings" panose="05000000000000000000" pitchFamily="2" charset="2"/>
              <a:buChar char="§"/>
              <a:defRPr sz="1600" b="0" kern="1200">
                <a:solidFill>
                  <a:schemeClr val="tx1"/>
                </a:solidFill>
                <a:latin typeface="Arial" pitchFamily="34" charset="0"/>
                <a:ea typeface="+mn-ea"/>
                <a:cs typeface="Arial" pitchFamily="34" charset="0"/>
              </a:defRPr>
            </a:lvl4pPr>
            <a:lvl5pPr marL="895350" indent="-180975" algn="l" rtl="0" eaLnBrk="1" fontAlgn="base" hangingPunct="1">
              <a:spcBef>
                <a:spcPts val="1100"/>
              </a:spcBef>
              <a:spcAft>
                <a:spcPct val="0"/>
              </a:spcAft>
              <a:buClr>
                <a:schemeClr val="tx2"/>
              </a:buClr>
              <a:buSzPct val="70000"/>
              <a:buFont typeface="Wingdings" panose="05000000000000000000" pitchFamily="2" charset="2"/>
              <a:buChar char="§"/>
              <a:defRPr sz="1600" b="1" kern="1200">
                <a:solidFill>
                  <a:schemeClr val="tx1"/>
                </a:solidFill>
                <a:latin typeface="Arial" pitchFamily="34" charset="0"/>
                <a:ea typeface="+mn-ea"/>
                <a:cs typeface="Arial" pitchFamily="34" charset="0"/>
              </a:defRPr>
            </a:lvl5pPr>
            <a:lvl6pPr marL="0" indent="0" algn="l" defTabSz="914400" rtl="0" eaLnBrk="1" latinLnBrk="0" hangingPunct="1">
              <a:spcBef>
                <a:spcPts val="1100"/>
              </a:spcBef>
              <a:buFont typeface="Arial" pitchFamily="34" charset="0"/>
              <a:buNone/>
              <a:defRPr sz="1600" b="1" kern="1200" baseline="0">
                <a:solidFill>
                  <a:schemeClr val="accent1"/>
                </a:solidFill>
                <a:latin typeface="+mn-lt"/>
                <a:ea typeface="+mn-ea"/>
                <a:cs typeface="+mn-cs"/>
              </a:defRPr>
            </a:lvl6pPr>
            <a:lvl7pPr marL="0" indent="0" algn="l" defTabSz="914400" rtl="0" eaLnBrk="1" latinLnBrk="0" hangingPunct="1">
              <a:spcBef>
                <a:spcPts val="1100"/>
              </a:spcBef>
              <a:buFont typeface="Arial" pitchFamily="34" charset="0"/>
              <a:buNone/>
              <a:defRPr sz="1600" b="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en-GB" sz="1800" dirty="0" smtClean="0">
                <a:solidFill>
                  <a:schemeClr val="accent4"/>
                </a:solidFill>
                <a:effectLst/>
              </a:rPr>
              <a:t>impurities</a:t>
            </a:r>
            <a:endParaRPr lang="en-US" sz="1800" dirty="0">
              <a:solidFill>
                <a:schemeClr val="accent4"/>
              </a:solidFill>
              <a:effectLst/>
            </a:endParaRPr>
          </a:p>
        </p:txBody>
      </p:sp>
      <p:sp>
        <p:nvSpPr>
          <p:cNvPr id="70" name="PPTShape_0"/>
          <p:cNvSpPr txBox="1">
            <a:spLocks/>
          </p:cNvSpPr>
          <p:nvPr/>
        </p:nvSpPr>
        <p:spPr bwMode="gray">
          <a:xfrm>
            <a:off x="2297022" y="5335360"/>
            <a:ext cx="1462065" cy="467354"/>
          </a:xfrm>
          <a:prstGeom prst="rect">
            <a:avLst/>
          </a:prstGeom>
          <a:noFill/>
          <a:ln w="9525">
            <a:noFill/>
            <a:miter lim="800000"/>
            <a:headEnd/>
            <a:tailEnd/>
          </a:ln>
          <a:effectLst/>
        </p:spPr>
        <p:txBody>
          <a:bodyPr vert="horz" wrap="square" lIns="0" tIns="0" rIns="0" bIns="0" numCol="1" anchor="ctr" anchorCtr="0" compatLnSpc="1">
            <a:prstTxWarp prst="textNoShape">
              <a:avLst/>
            </a:prstTxWarp>
          </a:bodyPr>
          <a:lstStyle>
            <a:lvl1pPr marL="179388" indent="-179388"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1pPr>
            <a:lvl2pPr marL="361950"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2pPr>
            <a:lvl3pPr marL="542925"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3pPr>
            <a:lvl4pPr marL="714375" indent="-171450" algn="l" rtl="0" eaLnBrk="1" fontAlgn="base" hangingPunct="1">
              <a:spcBef>
                <a:spcPts val="1100"/>
              </a:spcBef>
              <a:spcAft>
                <a:spcPct val="0"/>
              </a:spcAft>
              <a:buClr>
                <a:schemeClr val="tx2"/>
              </a:buClr>
              <a:buSzPct val="70000"/>
              <a:buFont typeface="Wingdings" panose="05000000000000000000" pitchFamily="2" charset="2"/>
              <a:buChar char="§"/>
              <a:defRPr sz="1600" b="0" kern="1200">
                <a:solidFill>
                  <a:schemeClr val="tx1"/>
                </a:solidFill>
                <a:latin typeface="Arial" pitchFamily="34" charset="0"/>
                <a:ea typeface="+mn-ea"/>
                <a:cs typeface="Arial" pitchFamily="34" charset="0"/>
              </a:defRPr>
            </a:lvl4pPr>
            <a:lvl5pPr marL="895350" indent="-180975" algn="l" rtl="0" eaLnBrk="1" fontAlgn="base" hangingPunct="1">
              <a:spcBef>
                <a:spcPts val="1100"/>
              </a:spcBef>
              <a:spcAft>
                <a:spcPct val="0"/>
              </a:spcAft>
              <a:buClr>
                <a:schemeClr val="tx2"/>
              </a:buClr>
              <a:buSzPct val="70000"/>
              <a:buFont typeface="Wingdings" panose="05000000000000000000" pitchFamily="2" charset="2"/>
              <a:buChar char="§"/>
              <a:defRPr sz="1600" b="1" kern="1200">
                <a:solidFill>
                  <a:schemeClr val="tx1"/>
                </a:solidFill>
                <a:latin typeface="Arial" pitchFamily="34" charset="0"/>
                <a:ea typeface="+mn-ea"/>
                <a:cs typeface="Arial" pitchFamily="34" charset="0"/>
              </a:defRPr>
            </a:lvl5pPr>
            <a:lvl6pPr marL="0" indent="0" algn="l" defTabSz="914400" rtl="0" eaLnBrk="1" latinLnBrk="0" hangingPunct="1">
              <a:spcBef>
                <a:spcPts val="1100"/>
              </a:spcBef>
              <a:buFont typeface="Arial" pitchFamily="34" charset="0"/>
              <a:buNone/>
              <a:defRPr sz="1600" b="1" kern="1200" baseline="0">
                <a:solidFill>
                  <a:schemeClr val="accent1"/>
                </a:solidFill>
                <a:latin typeface="+mn-lt"/>
                <a:ea typeface="+mn-ea"/>
                <a:cs typeface="+mn-cs"/>
              </a:defRPr>
            </a:lvl6pPr>
            <a:lvl7pPr marL="0" indent="0" algn="l" defTabSz="914400" rtl="0" eaLnBrk="1" latinLnBrk="0" hangingPunct="1">
              <a:spcBef>
                <a:spcPts val="1100"/>
              </a:spcBef>
              <a:buFont typeface="Arial" pitchFamily="34" charset="0"/>
              <a:buNone/>
              <a:defRPr sz="1600" b="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en-GB" sz="1800" dirty="0" smtClean="0">
                <a:solidFill>
                  <a:schemeClr val="accent4"/>
                </a:solidFill>
                <a:effectLst/>
              </a:rPr>
              <a:t>impurities</a:t>
            </a:r>
            <a:endParaRPr lang="en-US" sz="1800" dirty="0">
              <a:solidFill>
                <a:schemeClr val="accent4"/>
              </a:solidFill>
              <a:effectLst/>
            </a:endParaRPr>
          </a:p>
        </p:txBody>
      </p:sp>
      <p:grpSp>
        <p:nvGrpSpPr>
          <p:cNvPr id="106" name="Group 105"/>
          <p:cNvGrpSpPr/>
          <p:nvPr>
            <p:custDataLst>
              <p:tags r:id="rId6"/>
            </p:custDataLst>
          </p:nvPr>
        </p:nvGrpSpPr>
        <p:grpSpPr>
          <a:xfrm>
            <a:off x="385954" y="2636912"/>
            <a:ext cx="729662" cy="729662"/>
            <a:chOff x="7949737" y="2674214"/>
            <a:chExt cx="702552" cy="702552"/>
          </a:xfrm>
        </p:grpSpPr>
        <p:sp>
          <p:nvSpPr>
            <p:cNvPr id="107" name="Oval 106"/>
            <p:cNvSpPr/>
            <p:nvPr/>
          </p:nvSpPr>
          <p:spPr bwMode="gray">
            <a:xfrm>
              <a:off x="7949737" y="2674214"/>
              <a:ext cx="702552" cy="702552"/>
            </a:xfrm>
            <a:prstGeom prst="ellips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08" name="Oval 107"/>
            <p:cNvSpPr/>
            <p:nvPr/>
          </p:nvSpPr>
          <p:spPr bwMode="gray">
            <a:xfrm>
              <a:off x="8410557" y="3099383"/>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09" name="Oval 108"/>
            <p:cNvSpPr/>
            <p:nvPr/>
          </p:nvSpPr>
          <p:spPr bwMode="gray">
            <a:xfrm>
              <a:off x="8162213" y="2803686"/>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10" name="Oval 109"/>
            <p:cNvSpPr/>
            <p:nvPr/>
          </p:nvSpPr>
          <p:spPr bwMode="gray">
            <a:xfrm>
              <a:off x="8096955" y="2916038"/>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11" name="Oval 110"/>
            <p:cNvSpPr/>
            <p:nvPr/>
          </p:nvSpPr>
          <p:spPr bwMode="gray">
            <a:xfrm>
              <a:off x="8266436" y="3198538"/>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12" name="Oval 111"/>
            <p:cNvSpPr/>
            <p:nvPr/>
          </p:nvSpPr>
          <p:spPr bwMode="gray">
            <a:xfrm>
              <a:off x="8093687" y="3120147"/>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13" name="Oval 112"/>
            <p:cNvSpPr/>
            <p:nvPr/>
          </p:nvSpPr>
          <p:spPr bwMode="gray">
            <a:xfrm>
              <a:off x="8058937" y="2965196"/>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14" name="Oval 113"/>
            <p:cNvSpPr/>
            <p:nvPr/>
          </p:nvSpPr>
          <p:spPr bwMode="gray">
            <a:xfrm>
              <a:off x="8107225" y="2802494"/>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15" name="Oval 114"/>
            <p:cNvSpPr/>
            <p:nvPr/>
          </p:nvSpPr>
          <p:spPr bwMode="gray">
            <a:xfrm>
              <a:off x="8382862" y="319522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16" name="Oval 115"/>
            <p:cNvSpPr/>
            <p:nvPr/>
          </p:nvSpPr>
          <p:spPr bwMode="gray">
            <a:xfrm>
              <a:off x="8130085" y="3081787"/>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17" name="Oval 116"/>
            <p:cNvSpPr/>
            <p:nvPr/>
          </p:nvSpPr>
          <p:spPr bwMode="gray">
            <a:xfrm>
              <a:off x="8308605" y="276649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18" name="Oval 117"/>
            <p:cNvSpPr/>
            <p:nvPr/>
          </p:nvSpPr>
          <p:spPr bwMode="gray">
            <a:xfrm>
              <a:off x="8182713" y="3152498"/>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19" name="Oval 118"/>
            <p:cNvSpPr/>
            <p:nvPr/>
          </p:nvSpPr>
          <p:spPr bwMode="gray">
            <a:xfrm>
              <a:off x="8294979" y="2868056"/>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20" name="Oval 119"/>
            <p:cNvSpPr/>
            <p:nvPr/>
          </p:nvSpPr>
          <p:spPr bwMode="gray">
            <a:xfrm>
              <a:off x="8258783" y="2982514"/>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21" name="Oval 120"/>
            <p:cNvSpPr/>
            <p:nvPr/>
          </p:nvSpPr>
          <p:spPr bwMode="gray">
            <a:xfrm>
              <a:off x="8250209" y="307216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22" name="Oval 121"/>
            <p:cNvSpPr/>
            <p:nvPr/>
          </p:nvSpPr>
          <p:spPr bwMode="gray">
            <a:xfrm>
              <a:off x="8165140" y="2959767"/>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23" name="Oval 122"/>
            <p:cNvSpPr/>
            <p:nvPr/>
          </p:nvSpPr>
          <p:spPr bwMode="gray">
            <a:xfrm>
              <a:off x="8351637" y="3010607"/>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24" name="Oval 123"/>
            <p:cNvSpPr/>
            <p:nvPr/>
          </p:nvSpPr>
          <p:spPr bwMode="gray">
            <a:xfrm>
              <a:off x="8443274" y="2879689"/>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25" name="Oval 124"/>
            <p:cNvSpPr/>
            <p:nvPr/>
          </p:nvSpPr>
          <p:spPr bwMode="gray">
            <a:xfrm>
              <a:off x="8406961" y="2840879"/>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26" name="Oval 125"/>
            <p:cNvSpPr/>
            <p:nvPr/>
          </p:nvSpPr>
          <p:spPr bwMode="gray">
            <a:xfrm>
              <a:off x="8202842" y="2910506"/>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27" name="Oval 126"/>
            <p:cNvSpPr/>
            <p:nvPr/>
          </p:nvSpPr>
          <p:spPr bwMode="gray">
            <a:xfrm>
              <a:off x="8345623" y="294651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28" name="Oval 127"/>
            <p:cNvSpPr/>
            <p:nvPr/>
          </p:nvSpPr>
          <p:spPr bwMode="gray">
            <a:xfrm>
              <a:off x="8454870" y="302061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29" name="Oval 128"/>
            <p:cNvSpPr/>
            <p:nvPr/>
          </p:nvSpPr>
          <p:spPr bwMode="gray">
            <a:xfrm>
              <a:off x="8322584" y="3116608"/>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grpSp>
      <p:grpSp>
        <p:nvGrpSpPr>
          <p:cNvPr id="130" name="Group 129"/>
          <p:cNvGrpSpPr/>
          <p:nvPr>
            <p:custDataLst>
              <p:tags r:id="rId7"/>
            </p:custDataLst>
          </p:nvPr>
        </p:nvGrpSpPr>
        <p:grpSpPr>
          <a:xfrm>
            <a:off x="394746" y="1736812"/>
            <a:ext cx="712078" cy="712078"/>
            <a:chOff x="5207522" y="3193351"/>
            <a:chExt cx="865552" cy="865552"/>
          </a:xfrm>
          <a:effectLst/>
        </p:grpSpPr>
        <p:sp>
          <p:nvSpPr>
            <p:cNvPr id="131" name="Oval 130"/>
            <p:cNvSpPr/>
            <p:nvPr/>
          </p:nvSpPr>
          <p:spPr bwMode="gray">
            <a:xfrm>
              <a:off x="5207522" y="3193351"/>
              <a:ext cx="865552" cy="8655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b="1" dirty="0" smtClean="0">
                <a:solidFill>
                  <a:schemeClr val="bg1"/>
                </a:solidFill>
                <a:latin typeface="Arial" pitchFamily="34" charset="0"/>
                <a:cs typeface="Arial" pitchFamily="34" charset="0"/>
              </a:endParaRPr>
            </a:p>
          </p:txBody>
        </p:sp>
        <p:sp>
          <p:nvSpPr>
            <p:cNvPr id="132" name="Rectangle 131"/>
            <p:cNvSpPr/>
            <p:nvPr/>
          </p:nvSpPr>
          <p:spPr bwMode="gray">
            <a:xfrm>
              <a:off x="5274788" y="3260619"/>
              <a:ext cx="731021" cy="731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r>
                <a:rPr lang="en-US" sz="1200" b="1" dirty="0" smtClean="0">
                  <a:solidFill>
                    <a:schemeClr val="bg1"/>
                  </a:solidFill>
                  <a:latin typeface="Arial" pitchFamily="34" charset="0"/>
                </a:rPr>
                <a:t>ZERO GAS</a:t>
              </a:r>
            </a:p>
          </p:txBody>
        </p:sp>
      </p:grpSp>
      <p:sp>
        <p:nvSpPr>
          <p:cNvPr id="58" name="AutoShape 10">
            <a:hlinkClick r:id="rId10" highlightClick="1"/>
          </p:cNvPr>
          <p:cNvSpPr>
            <a:spLocks noChangeArrowheads="1"/>
          </p:cNvSpPr>
          <p:nvPr/>
        </p:nvSpPr>
        <p:spPr bwMode="gray">
          <a:xfrm>
            <a:off x="8496300" y="15875"/>
            <a:ext cx="431800" cy="185738"/>
          </a:xfrm>
          <a:prstGeom prst="actionButtonBlank">
            <a:avLst/>
          </a:prstGeom>
          <a:solidFill>
            <a:srgbClr val="EAEAEA"/>
          </a:solidFill>
          <a:ln w="9525">
            <a:noFill/>
            <a:miter lim="800000"/>
            <a:headEnd/>
            <a:tailEnd/>
          </a:ln>
          <a:effectLst/>
        </p:spPr>
        <p:txBody>
          <a:bodyPr wrap="none" anchor="ctr"/>
          <a:lstStyle/>
          <a:p>
            <a:pPr algn="ctr" eaLnBrk="0" hangingPunct="0">
              <a:spcBef>
                <a:spcPct val="40000"/>
              </a:spcBef>
              <a:buClr>
                <a:schemeClr val="accent1"/>
              </a:buClr>
              <a:buSzPct val="80000"/>
              <a:buFont typeface="Wingdings" pitchFamily="2" charset="2"/>
              <a:buNone/>
            </a:pPr>
            <a:r>
              <a:rPr kumimoji="1" lang="en-US" sz="1200" noProof="1">
                <a:solidFill>
                  <a:schemeClr val="accent1"/>
                </a:solidFill>
              </a:rPr>
              <a:t>Help</a:t>
            </a:r>
          </a:p>
        </p:txBody>
      </p:sp>
    </p:spTree>
    <p:custDataLst>
      <p:tags r:id="rId1"/>
    </p:custDataLst>
    <p:extLst>
      <p:ext uri="{BB962C8B-B14F-4D97-AF65-F5344CB8AC3E}">
        <p14:creationId xmlns:p14="http://schemas.microsoft.com/office/powerpoint/2010/main" val="2757027207"/>
      </p:ext>
    </p:extLst>
  </p:cSld>
  <p:clrMapOvr>
    <a:masterClrMapping/>
  </p:clrMapOvr>
  <mc:AlternateContent xmlns:mc="http://schemas.openxmlformats.org/markup-compatibility/2006" xmlns:p14="http://schemas.microsoft.com/office/powerpoint/2010/main">
    <mc:Choice Requires="p14">
      <p:transition spd="med" p14:dur="700" advTm="55551">
        <p:fade/>
      </p:transition>
    </mc:Choice>
    <mc:Fallback xmlns="">
      <p:transition spd="med" advTm="55551">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animEffect transition="in" filter="fade">
                                      <p:cBhvr>
                                        <p:cTn id="7" dur="1000"/>
                                        <p:tgtEl>
                                          <p:spTgt spid="28676">
                                            <p:txEl>
                                              <p:pRg st="0" end="0"/>
                                            </p:txEl>
                                          </p:spTgt>
                                        </p:tgtEl>
                                      </p:cBhvr>
                                    </p:animEffect>
                                    <p:anim calcmode="lin" valueType="num">
                                      <p:cBhvr>
                                        <p:cTn id="8" dur="1000" fill="hold"/>
                                        <p:tgtEl>
                                          <p:spTgt spid="2867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8676">
                                            <p:txEl>
                                              <p:pRg st="0" end="0"/>
                                            </p:txEl>
                                          </p:spTgt>
                                        </p:tgtEl>
                                        <p:attrNameLst>
                                          <p:attrName>ppt_y</p:attrName>
                                        </p:attrNameLst>
                                      </p:cBhvr>
                                      <p:tavLst>
                                        <p:tav tm="0">
                                          <p:val>
                                            <p:strVal val="#ppt_y+.1"/>
                                          </p:val>
                                        </p:tav>
                                        <p:tav tm="100000">
                                          <p:val>
                                            <p:strVal val="#ppt_y"/>
                                          </p:val>
                                        </p:tav>
                                      </p:tavLst>
                                    </p:anim>
                                  </p:childTnLst>
                                </p:cTn>
                              </p:par>
                              <p:par>
                                <p:cTn id="10" presetID="10" presetClass="exit" presetSubtype="0" fill="hold" nodeType="withEffect">
                                  <p:stCondLst>
                                    <p:cond delay="0"/>
                                  </p:stCondLst>
                                  <p:childTnLst>
                                    <p:animEffect transition="out" filter="fade">
                                      <p:cBhvr>
                                        <p:cTn id="11" dur="1000"/>
                                        <p:tgtEl>
                                          <p:spTgt spid="106"/>
                                        </p:tgtEl>
                                      </p:cBhvr>
                                    </p:animEffect>
                                    <p:set>
                                      <p:cBhvr>
                                        <p:cTn id="12" dur="1" fill="hold">
                                          <p:stCondLst>
                                            <p:cond delay="999"/>
                                          </p:stCondLst>
                                        </p:cTn>
                                        <p:tgtEl>
                                          <p:spTgt spid="10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28676">
                                            <p:txEl>
                                              <p:pRg st="1" end="1"/>
                                            </p:txEl>
                                          </p:spTgt>
                                        </p:tgtEl>
                                        <p:attrNameLst>
                                          <p:attrName>style.visibility</p:attrName>
                                        </p:attrNameLst>
                                      </p:cBhvr>
                                      <p:to>
                                        <p:strVal val="visible"/>
                                      </p:to>
                                    </p:set>
                                    <p:animEffect transition="in" filter="fade">
                                      <p:cBhvr>
                                        <p:cTn id="17" dur="1000"/>
                                        <p:tgtEl>
                                          <p:spTgt spid="28676">
                                            <p:txEl>
                                              <p:pRg st="1" end="1"/>
                                            </p:txEl>
                                          </p:spTgt>
                                        </p:tgtEl>
                                      </p:cBhvr>
                                    </p:animEffect>
                                    <p:anim calcmode="lin" valueType="num">
                                      <p:cBhvr>
                                        <p:cTn id="18" dur="1000" fill="hold"/>
                                        <p:tgtEl>
                                          <p:spTgt spid="28676">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28676">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8677"/>
                                        </p:tgtEl>
                                        <p:attrNameLst>
                                          <p:attrName>style.visibility</p:attrName>
                                        </p:attrNameLst>
                                      </p:cBhvr>
                                      <p:to>
                                        <p:strVal val="visible"/>
                                      </p:to>
                                    </p:set>
                                    <p:animEffect transition="in" filter="fade">
                                      <p:cBhvr>
                                        <p:cTn id="22" dur="1000"/>
                                        <p:tgtEl>
                                          <p:spTgt spid="28677"/>
                                        </p:tgtEl>
                                      </p:cBhvr>
                                    </p:animEffect>
                                    <p:anim calcmode="lin" valueType="num">
                                      <p:cBhvr>
                                        <p:cTn id="23" dur="1000" fill="hold"/>
                                        <p:tgtEl>
                                          <p:spTgt spid="28677"/>
                                        </p:tgtEl>
                                        <p:attrNameLst>
                                          <p:attrName>ppt_x</p:attrName>
                                        </p:attrNameLst>
                                      </p:cBhvr>
                                      <p:tavLst>
                                        <p:tav tm="0">
                                          <p:val>
                                            <p:strVal val="#ppt_x"/>
                                          </p:val>
                                        </p:tav>
                                        <p:tav tm="100000">
                                          <p:val>
                                            <p:strVal val="#ppt_x"/>
                                          </p:val>
                                        </p:tav>
                                      </p:tavLst>
                                    </p:anim>
                                    <p:anim calcmode="lin" valueType="num">
                                      <p:cBhvr>
                                        <p:cTn id="24" dur="1000" fill="hold"/>
                                        <p:tgtEl>
                                          <p:spTgt spid="28677"/>
                                        </p:tgtEl>
                                        <p:attrNameLst>
                                          <p:attrName>ppt_y</p:attrName>
                                        </p:attrNameLst>
                                      </p:cBhvr>
                                      <p:tavLst>
                                        <p:tav tm="0">
                                          <p:val>
                                            <p:strVal val="#ppt_y+.1"/>
                                          </p:val>
                                        </p:tav>
                                        <p:tav tm="100000">
                                          <p:val>
                                            <p:strVal val="#ppt_y"/>
                                          </p:val>
                                        </p:tav>
                                      </p:tavLst>
                                    </p:anim>
                                  </p:childTnLst>
                                </p:cTn>
                              </p:par>
                              <p:par>
                                <p:cTn id="25" presetID="10" presetClass="exit" presetSubtype="0" fill="hold" nodeType="withEffect">
                                  <p:stCondLst>
                                    <p:cond delay="0"/>
                                  </p:stCondLst>
                                  <p:childTnLst>
                                    <p:animEffect transition="out" filter="fade">
                                      <p:cBhvr>
                                        <p:cTn id="26" dur="500"/>
                                        <p:tgtEl>
                                          <p:spTgt spid="130"/>
                                        </p:tgtEl>
                                      </p:cBhvr>
                                    </p:animEffect>
                                    <p:set>
                                      <p:cBhvr>
                                        <p:cTn id="27" dur="1" fill="hold">
                                          <p:stCondLst>
                                            <p:cond delay="499"/>
                                          </p:stCondLst>
                                        </p:cTn>
                                        <p:tgtEl>
                                          <p:spTgt spid="13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28676">
                                            <p:txEl>
                                              <p:pRg st="2" end="2"/>
                                            </p:txEl>
                                          </p:spTgt>
                                        </p:tgtEl>
                                        <p:attrNameLst>
                                          <p:attrName>style.visibility</p:attrName>
                                        </p:attrNameLst>
                                      </p:cBhvr>
                                      <p:to>
                                        <p:strVal val="visible"/>
                                      </p:to>
                                    </p:set>
                                    <p:animEffect transition="in" filter="fade">
                                      <p:cBhvr>
                                        <p:cTn id="32" dur="1000"/>
                                        <p:tgtEl>
                                          <p:spTgt spid="28676">
                                            <p:txEl>
                                              <p:pRg st="2" end="2"/>
                                            </p:txEl>
                                          </p:spTgt>
                                        </p:tgtEl>
                                      </p:cBhvr>
                                    </p:animEffect>
                                    <p:anim calcmode="lin" valueType="num">
                                      <p:cBhvr>
                                        <p:cTn id="33" dur="1000" fill="hold"/>
                                        <p:tgtEl>
                                          <p:spTgt spid="28676">
                                            <p:txEl>
                                              <p:pRg st="2" end="2"/>
                                            </p:txEl>
                                          </p:spTgt>
                                        </p:tgtEl>
                                        <p:attrNameLst>
                                          <p:attrName>ppt_x</p:attrName>
                                        </p:attrNameLst>
                                      </p:cBhvr>
                                      <p:tavLst>
                                        <p:tav tm="0">
                                          <p:val>
                                            <p:strVal val="#ppt_x"/>
                                          </p:val>
                                        </p:tav>
                                        <p:tav tm="100000">
                                          <p:val>
                                            <p:strVal val="#ppt_x"/>
                                          </p:val>
                                        </p:tav>
                                      </p:tavLst>
                                    </p:anim>
                                    <p:anim calcmode="lin" valueType="num">
                                      <p:cBhvr>
                                        <p:cTn id="34" dur="1000" fill="hold"/>
                                        <p:tgtEl>
                                          <p:spTgt spid="2867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28676">
                                            <p:txEl>
                                              <p:pRg st="3" end="3"/>
                                            </p:txEl>
                                          </p:spTgt>
                                        </p:tgtEl>
                                        <p:attrNameLst>
                                          <p:attrName>style.visibility</p:attrName>
                                        </p:attrNameLst>
                                      </p:cBhvr>
                                      <p:to>
                                        <p:strVal val="visible"/>
                                      </p:to>
                                    </p:set>
                                    <p:animEffect transition="in" filter="fade">
                                      <p:cBhvr>
                                        <p:cTn id="39" dur="1000"/>
                                        <p:tgtEl>
                                          <p:spTgt spid="28676">
                                            <p:txEl>
                                              <p:pRg st="3" end="3"/>
                                            </p:txEl>
                                          </p:spTgt>
                                        </p:tgtEl>
                                      </p:cBhvr>
                                    </p:animEffect>
                                    <p:anim calcmode="lin" valueType="num">
                                      <p:cBhvr>
                                        <p:cTn id="40" dur="1000" fill="hold"/>
                                        <p:tgtEl>
                                          <p:spTgt spid="28676">
                                            <p:txEl>
                                              <p:pRg st="3" end="3"/>
                                            </p:txEl>
                                          </p:spTgt>
                                        </p:tgtEl>
                                        <p:attrNameLst>
                                          <p:attrName>ppt_x</p:attrName>
                                        </p:attrNameLst>
                                      </p:cBhvr>
                                      <p:tavLst>
                                        <p:tav tm="0">
                                          <p:val>
                                            <p:strVal val="#ppt_x"/>
                                          </p:val>
                                        </p:tav>
                                        <p:tav tm="100000">
                                          <p:val>
                                            <p:strVal val="#ppt_x"/>
                                          </p:val>
                                        </p:tav>
                                      </p:tavLst>
                                    </p:anim>
                                    <p:anim calcmode="lin" valueType="num">
                                      <p:cBhvr>
                                        <p:cTn id="41" dur="1000" fill="hold"/>
                                        <p:tgtEl>
                                          <p:spTgt spid="28676">
                                            <p:txEl>
                                              <p:pRg st="3" end="3"/>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28673"/>
                                        </p:tgtEl>
                                        <p:attrNameLst>
                                          <p:attrName>style.visibility</p:attrName>
                                        </p:attrNameLst>
                                      </p:cBhvr>
                                      <p:to>
                                        <p:strVal val="visible"/>
                                      </p:to>
                                    </p:set>
                                    <p:animEffect transition="in" filter="fade">
                                      <p:cBhvr>
                                        <p:cTn id="44" dur="1000"/>
                                        <p:tgtEl>
                                          <p:spTgt spid="28673"/>
                                        </p:tgtEl>
                                      </p:cBhvr>
                                    </p:animEffect>
                                    <p:anim calcmode="lin" valueType="num">
                                      <p:cBhvr>
                                        <p:cTn id="45" dur="1000" fill="hold"/>
                                        <p:tgtEl>
                                          <p:spTgt spid="28673"/>
                                        </p:tgtEl>
                                        <p:attrNameLst>
                                          <p:attrName>ppt_x</p:attrName>
                                        </p:attrNameLst>
                                      </p:cBhvr>
                                      <p:tavLst>
                                        <p:tav tm="0">
                                          <p:val>
                                            <p:strVal val="#ppt_x"/>
                                          </p:val>
                                        </p:tav>
                                        <p:tav tm="100000">
                                          <p:val>
                                            <p:strVal val="#ppt_x"/>
                                          </p:val>
                                        </p:tav>
                                      </p:tavLst>
                                    </p:anim>
                                    <p:anim calcmode="lin" valueType="num">
                                      <p:cBhvr>
                                        <p:cTn id="46" dur="1000" fill="hold"/>
                                        <p:tgtEl>
                                          <p:spTgt spid="28673"/>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69"/>
                                        </p:tgtEl>
                                        <p:attrNameLst>
                                          <p:attrName>style.visibility</p:attrName>
                                        </p:attrNameLst>
                                      </p:cBhvr>
                                      <p:to>
                                        <p:strVal val="visible"/>
                                      </p:to>
                                    </p:set>
                                    <p:animEffect transition="in" filter="fade">
                                      <p:cBhvr>
                                        <p:cTn id="49" dur="1000"/>
                                        <p:tgtEl>
                                          <p:spTgt spid="69"/>
                                        </p:tgtEl>
                                      </p:cBhvr>
                                    </p:animEffect>
                                    <p:anim calcmode="lin" valueType="num">
                                      <p:cBhvr>
                                        <p:cTn id="50" dur="1000" fill="hold"/>
                                        <p:tgtEl>
                                          <p:spTgt spid="69"/>
                                        </p:tgtEl>
                                        <p:attrNameLst>
                                          <p:attrName>ppt_x</p:attrName>
                                        </p:attrNameLst>
                                      </p:cBhvr>
                                      <p:tavLst>
                                        <p:tav tm="0">
                                          <p:val>
                                            <p:strVal val="#ppt_x"/>
                                          </p:val>
                                        </p:tav>
                                        <p:tav tm="100000">
                                          <p:val>
                                            <p:strVal val="#ppt_x"/>
                                          </p:val>
                                        </p:tav>
                                      </p:tavLst>
                                    </p:anim>
                                    <p:anim calcmode="lin" valueType="num">
                                      <p:cBhvr>
                                        <p:cTn id="51"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28676">
                                            <p:txEl>
                                              <p:pRg st="4" end="4"/>
                                            </p:txEl>
                                          </p:spTgt>
                                        </p:tgtEl>
                                        <p:attrNameLst>
                                          <p:attrName>style.visibility</p:attrName>
                                        </p:attrNameLst>
                                      </p:cBhvr>
                                      <p:to>
                                        <p:strVal val="visible"/>
                                      </p:to>
                                    </p:set>
                                    <p:animEffect transition="in" filter="fade">
                                      <p:cBhvr>
                                        <p:cTn id="56" dur="1000"/>
                                        <p:tgtEl>
                                          <p:spTgt spid="28676">
                                            <p:txEl>
                                              <p:pRg st="4" end="4"/>
                                            </p:txEl>
                                          </p:spTgt>
                                        </p:tgtEl>
                                      </p:cBhvr>
                                    </p:animEffect>
                                    <p:anim calcmode="lin" valueType="num">
                                      <p:cBhvr>
                                        <p:cTn id="57" dur="1000" fill="hold"/>
                                        <p:tgtEl>
                                          <p:spTgt spid="28676">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2867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28676">
                                            <p:txEl>
                                              <p:pRg st="5" end="5"/>
                                            </p:txEl>
                                          </p:spTgt>
                                        </p:tgtEl>
                                        <p:attrNameLst>
                                          <p:attrName>style.visibility</p:attrName>
                                        </p:attrNameLst>
                                      </p:cBhvr>
                                      <p:to>
                                        <p:strVal val="visible"/>
                                      </p:to>
                                    </p:set>
                                    <p:animEffect transition="in" filter="fade">
                                      <p:cBhvr>
                                        <p:cTn id="63" dur="1000"/>
                                        <p:tgtEl>
                                          <p:spTgt spid="28676">
                                            <p:txEl>
                                              <p:pRg st="5" end="5"/>
                                            </p:txEl>
                                          </p:spTgt>
                                        </p:tgtEl>
                                      </p:cBhvr>
                                    </p:animEffect>
                                    <p:anim calcmode="lin" valueType="num">
                                      <p:cBhvr>
                                        <p:cTn id="64" dur="1000" fill="hold"/>
                                        <p:tgtEl>
                                          <p:spTgt spid="28676">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2867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28676">
                                            <p:txEl>
                                              <p:pRg st="6" end="6"/>
                                            </p:txEl>
                                          </p:spTgt>
                                        </p:tgtEl>
                                        <p:attrNameLst>
                                          <p:attrName>style.visibility</p:attrName>
                                        </p:attrNameLst>
                                      </p:cBhvr>
                                      <p:to>
                                        <p:strVal val="visible"/>
                                      </p:to>
                                    </p:set>
                                    <p:animEffect transition="in" filter="fade">
                                      <p:cBhvr>
                                        <p:cTn id="70" dur="1000"/>
                                        <p:tgtEl>
                                          <p:spTgt spid="28676">
                                            <p:txEl>
                                              <p:pRg st="6" end="6"/>
                                            </p:txEl>
                                          </p:spTgt>
                                        </p:tgtEl>
                                      </p:cBhvr>
                                    </p:animEffect>
                                    <p:anim calcmode="lin" valueType="num">
                                      <p:cBhvr>
                                        <p:cTn id="71" dur="1000" fill="hold"/>
                                        <p:tgtEl>
                                          <p:spTgt spid="28676">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2867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28676">
                                            <p:txEl>
                                              <p:pRg st="7" end="7"/>
                                            </p:txEl>
                                          </p:spTgt>
                                        </p:tgtEl>
                                        <p:attrNameLst>
                                          <p:attrName>style.visibility</p:attrName>
                                        </p:attrNameLst>
                                      </p:cBhvr>
                                      <p:to>
                                        <p:strVal val="visible"/>
                                      </p:to>
                                    </p:set>
                                    <p:animEffect transition="in" filter="fade">
                                      <p:cBhvr>
                                        <p:cTn id="77" dur="1000"/>
                                        <p:tgtEl>
                                          <p:spTgt spid="28676">
                                            <p:txEl>
                                              <p:pRg st="7" end="7"/>
                                            </p:txEl>
                                          </p:spTgt>
                                        </p:tgtEl>
                                      </p:cBhvr>
                                    </p:animEffect>
                                    <p:anim calcmode="lin" valueType="num">
                                      <p:cBhvr>
                                        <p:cTn id="78" dur="1000" fill="hold"/>
                                        <p:tgtEl>
                                          <p:spTgt spid="28676">
                                            <p:txEl>
                                              <p:pRg st="7" end="7"/>
                                            </p:txEl>
                                          </p:spTgt>
                                        </p:tgtEl>
                                        <p:attrNameLst>
                                          <p:attrName>ppt_x</p:attrName>
                                        </p:attrNameLst>
                                      </p:cBhvr>
                                      <p:tavLst>
                                        <p:tav tm="0">
                                          <p:val>
                                            <p:strVal val="#ppt_x"/>
                                          </p:val>
                                        </p:tav>
                                        <p:tav tm="100000">
                                          <p:val>
                                            <p:strVal val="#ppt_x"/>
                                          </p:val>
                                        </p:tav>
                                      </p:tavLst>
                                    </p:anim>
                                    <p:anim calcmode="lin" valueType="num">
                                      <p:cBhvr>
                                        <p:cTn id="79" dur="1000" fill="hold"/>
                                        <p:tgtEl>
                                          <p:spTgt spid="28676">
                                            <p:txEl>
                                              <p:pRg st="7" end="7"/>
                                            </p:txEl>
                                          </p:spTgt>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28674"/>
                                        </p:tgtEl>
                                        <p:attrNameLst>
                                          <p:attrName>style.visibility</p:attrName>
                                        </p:attrNameLst>
                                      </p:cBhvr>
                                      <p:to>
                                        <p:strVal val="visible"/>
                                      </p:to>
                                    </p:set>
                                    <p:animEffect transition="in" filter="fade">
                                      <p:cBhvr>
                                        <p:cTn id="82" dur="1000"/>
                                        <p:tgtEl>
                                          <p:spTgt spid="28674"/>
                                        </p:tgtEl>
                                      </p:cBhvr>
                                    </p:animEffect>
                                    <p:anim calcmode="lin" valueType="num">
                                      <p:cBhvr>
                                        <p:cTn id="83" dur="1000" fill="hold"/>
                                        <p:tgtEl>
                                          <p:spTgt spid="28674"/>
                                        </p:tgtEl>
                                        <p:attrNameLst>
                                          <p:attrName>ppt_x</p:attrName>
                                        </p:attrNameLst>
                                      </p:cBhvr>
                                      <p:tavLst>
                                        <p:tav tm="0">
                                          <p:val>
                                            <p:strVal val="#ppt_x"/>
                                          </p:val>
                                        </p:tav>
                                        <p:tav tm="100000">
                                          <p:val>
                                            <p:strVal val="#ppt_x"/>
                                          </p:val>
                                        </p:tav>
                                      </p:tavLst>
                                    </p:anim>
                                    <p:anim calcmode="lin" valueType="num">
                                      <p:cBhvr>
                                        <p:cTn id="84" dur="1000" fill="hold"/>
                                        <p:tgtEl>
                                          <p:spTgt spid="28674"/>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70"/>
                                        </p:tgtEl>
                                        <p:attrNameLst>
                                          <p:attrName>style.visibility</p:attrName>
                                        </p:attrNameLst>
                                      </p:cBhvr>
                                      <p:to>
                                        <p:strVal val="visible"/>
                                      </p:to>
                                    </p:set>
                                    <p:animEffect transition="in" filter="fade">
                                      <p:cBhvr>
                                        <p:cTn id="87" dur="1000"/>
                                        <p:tgtEl>
                                          <p:spTgt spid="70"/>
                                        </p:tgtEl>
                                      </p:cBhvr>
                                    </p:animEffect>
                                    <p:anim calcmode="lin" valueType="num">
                                      <p:cBhvr>
                                        <p:cTn id="88" dur="1000" fill="hold"/>
                                        <p:tgtEl>
                                          <p:spTgt spid="70"/>
                                        </p:tgtEl>
                                        <p:attrNameLst>
                                          <p:attrName>ppt_x</p:attrName>
                                        </p:attrNameLst>
                                      </p:cBhvr>
                                      <p:tavLst>
                                        <p:tav tm="0">
                                          <p:val>
                                            <p:strVal val="#ppt_x"/>
                                          </p:val>
                                        </p:tav>
                                        <p:tav tm="100000">
                                          <p:val>
                                            <p:strVal val="#ppt_x"/>
                                          </p:val>
                                        </p:tav>
                                      </p:tavLst>
                                    </p:anim>
                                    <p:anim calcmode="lin" valueType="num">
                                      <p:cBhvr>
                                        <p:cTn id="89" dur="1000" fill="hold"/>
                                        <p:tgtEl>
                                          <p:spTgt spid="70"/>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nodeType="clickEffect">
                                  <p:stCondLst>
                                    <p:cond delay="0"/>
                                  </p:stCondLst>
                                  <p:childTnLst>
                                    <p:set>
                                      <p:cBhvr>
                                        <p:cTn id="93" dur="1" fill="hold">
                                          <p:stCondLst>
                                            <p:cond delay="0"/>
                                          </p:stCondLst>
                                        </p:cTn>
                                        <p:tgtEl>
                                          <p:spTgt spid="28676">
                                            <p:txEl>
                                              <p:pRg st="8" end="8"/>
                                            </p:txEl>
                                          </p:spTgt>
                                        </p:tgtEl>
                                        <p:attrNameLst>
                                          <p:attrName>style.visibility</p:attrName>
                                        </p:attrNameLst>
                                      </p:cBhvr>
                                      <p:to>
                                        <p:strVal val="visible"/>
                                      </p:to>
                                    </p:set>
                                    <p:animEffect transition="in" filter="fade">
                                      <p:cBhvr>
                                        <p:cTn id="94" dur="1000"/>
                                        <p:tgtEl>
                                          <p:spTgt spid="28676">
                                            <p:txEl>
                                              <p:pRg st="8" end="8"/>
                                            </p:txEl>
                                          </p:spTgt>
                                        </p:tgtEl>
                                      </p:cBhvr>
                                    </p:animEffect>
                                    <p:anim calcmode="lin" valueType="num">
                                      <p:cBhvr>
                                        <p:cTn id="95" dur="1000" fill="hold"/>
                                        <p:tgtEl>
                                          <p:spTgt spid="28676">
                                            <p:txEl>
                                              <p:pRg st="8" end="8"/>
                                            </p:txEl>
                                          </p:spTgt>
                                        </p:tgtEl>
                                        <p:attrNameLst>
                                          <p:attrName>ppt_x</p:attrName>
                                        </p:attrNameLst>
                                      </p:cBhvr>
                                      <p:tavLst>
                                        <p:tav tm="0">
                                          <p:val>
                                            <p:strVal val="#ppt_x"/>
                                          </p:val>
                                        </p:tav>
                                        <p:tav tm="100000">
                                          <p:val>
                                            <p:strVal val="#ppt_x"/>
                                          </p:val>
                                        </p:tav>
                                      </p:tavLst>
                                    </p:anim>
                                    <p:anim calcmode="lin" valueType="num">
                                      <p:cBhvr>
                                        <p:cTn id="96" dur="1000" fill="hold"/>
                                        <p:tgtEl>
                                          <p:spTgt spid="2867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42" presetClass="entr" presetSubtype="0" fill="hold" nodeType="clickEffect">
                                  <p:stCondLst>
                                    <p:cond delay="0"/>
                                  </p:stCondLst>
                                  <p:childTnLst>
                                    <p:set>
                                      <p:cBhvr>
                                        <p:cTn id="100" dur="1" fill="hold">
                                          <p:stCondLst>
                                            <p:cond delay="0"/>
                                          </p:stCondLst>
                                        </p:cTn>
                                        <p:tgtEl>
                                          <p:spTgt spid="28676">
                                            <p:txEl>
                                              <p:pRg st="9" end="9"/>
                                            </p:txEl>
                                          </p:spTgt>
                                        </p:tgtEl>
                                        <p:attrNameLst>
                                          <p:attrName>style.visibility</p:attrName>
                                        </p:attrNameLst>
                                      </p:cBhvr>
                                      <p:to>
                                        <p:strVal val="visible"/>
                                      </p:to>
                                    </p:set>
                                    <p:animEffect transition="in" filter="fade">
                                      <p:cBhvr>
                                        <p:cTn id="101" dur="1000"/>
                                        <p:tgtEl>
                                          <p:spTgt spid="28676">
                                            <p:txEl>
                                              <p:pRg st="9" end="9"/>
                                            </p:txEl>
                                          </p:spTgt>
                                        </p:tgtEl>
                                      </p:cBhvr>
                                    </p:animEffect>
                                    <p:anim calcmode="lin" valueType="num">
                                      <p:cBhvr>
                                        <p:cTn id="102" dur="1000" fill="hold"/>
                                        <p:tgtEl>
                                          <p:spTgt spid="28676">
                                            <p:txEl>
                                              <p:pRg st="9" end="9"/>
                                            </p:txEl>
                                          </p:spTgt>
                                        </p:tgtEl>
                                        <p:attrNameLst>
                                          <p:attrName>ppt_x</p:attrName>
                                        </p:attrNameLst>
                                      </p:cBhvr>
                                      <p:tavLst>
                                        <p:tav tm="0">
                                          <p:val>
                                            <p:strVal val="#ppt_x"/>
                                          </p:val>
                                        </p:tav>
                                        <p:tav tm="100000">
                                          <p:val>
                                            <p:strVal val="#ppt_x"/>
                                          </p:val>
                                        </p:tav>
                                      </p:tavLst>
                                    </p:anim>
                                    <p:anim calcmode="lin" valueType="num">
                                      <p:cBhvr>
                                        <p:cTn id="103" dur="1000" fill="hold"/>
                                        <p:tgtEl>
                                          <p:spTgt spid="28676">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custDataLst>
              <p:tags r:id="rId2"/>
            </p:custDataLst>
          </p:nvPr>
        </p:nvGrpSpPr>
        <p:grpSpPr>
          <a:xfrm>
            <a:off x="215900" y="1592261"/>
            <a:ext cx="4284663" cy="4606187"/>
            <a:chOff x="215900" y="1592261"/>
            <a:chExt cx="8705850" cy="4606187"/>
          </a:xfrm>
        </p:grpSpPr>
        <p:sp>
          <p:nvSpPr>
            <p:cNvPr id="13" name="Rectangle 76"/>
            <p:cNvSpPr>
              <a:spLocks noChangeArrowheads="1"/>
            </p:cNvSpPr>
            <p:nvPr/>
          </p:nvSpPr>
          <p:spPr bwMode="auto">
            <a:xfrm flipV="1">
              <a:off x="215900" y="1592261"/>
              <a:ext cx="8705850" cy="1557594"/>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sp>
          <p:nvSpPr>
            <p:cNvPr id="14" name="Rectangle 76"/>
            <p:cNvSpPr>
              <a:spLocks noChangeArrowheads="1"/>
            </p:cNvSpPr>
            <p:nvPr/>
          </p:nvSpPr>
          <p:spPr bwMode="auto">
            <a:xfrm>
              <a:off x="215900" y="5851627"/>
              <a:ext cx="8705850" cy="346821"/>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grpSp>
      <p:sp>
        <p:nvSpPr>
          <p:cNvPr id="28676" name="Rectangle 122"/>
          <p:cNvSpPr>
            <a:spLocks noGrp="1" noChangeArrowheads="1"/>
          </p:cNvSpPr>
          <p:nvPr>
            <p:ph type="body" sz="quarter" idx="15"/>
          </p:nvPr>
        </p:nvSpPr>
        <p:spPr>
          <a:xfrm>
            <a:off x="4643437" y="1592263"/>
            <a:ext cx="3780991" cy="4608512"/>
          </a:xfrm>
        </p:spPr>
        <p:txBody>
          <a:bodyPr/>
          <a:lstStyle/>
          <a:p>
            <a:pPr marL="0" indent="0">
              <a:buNone/>
            </a:pPr>
            <a:r>
              <a:rPr lang="en-US" sz="1400" b="1" dirty="0" smtClean="0">
                <a:solidFill>
                  <a:schemeClr val="accent1"/>
                </a:solidFill>
              </a:rPr>
              <a:t>Zero gas synthetic air </a:t>
            </a:r>
          </a:p>
          <a:p>
            <a:r>
              <a:rPr lang="en-US" sz="1400" dirty="0" smtClean="0"/>
              <a:t>20.5 Vol% ± 0.5% </a:t>
            </a:r>
            <a:r>
              <a:rPr lang="en-US" sz="1400" dirty="0"/>
              <a:t> </a:t>
            </a:r>
            <a:r>
              <a:rPr lang="en-US" sz="1400" dirty="0" smtClean="0"/>
              <a:t>    / N</a:t>
            </a:r>
            <a:r>
              <a:rPr lang="en-US" sz="1400" baseline="-25000" dirty="0" smtClean="0"/>
              <a:t>2</a:t>
            </a:r>
          </a:p>
          <a:p>
            <a:r>
              <a:rPr lang="en-US" sz="1400" dirty="0" smtClean="0"/>
              <a:t>Different qualities for synthetic air, e.g.</a:t>
            </a:r>
          </a:p>
          <a:p>
            <a:pPr lvl="1">
              <a:spcBef>
                <a:spcPts val="600"/>
              </a:spcBef>
            </a:pPr>
            <a:r>
              <a:rPr lang="en-US" sz="1400" dirty="0" smtClean="0"/>
              <a:t>Synthetic air, free of TOC, ≥ 99,999 Vol.%</a:t>
            </a:r>
          </a:p>
          <a:p>
            <a:pPr lvl="1">
              <a:spcBef>
                <a:spcPts val="600"/>
              </a:spcBef>
            </a:pPr>
            <a:r>
              <a:rPr lang="en-US" sz="1400" dirty="0" smtClean="0"/>
              <a:t>H</a:t>
            </a:r>
            <a:r>
              <a:rPr lang="en-US" sz="1400" baseline="-25000" dirty="0" smtClean="0"/>
              <a:t>2</a:t>
            </a:r>
            <a:r>
              <a:rPr lang="en-US" sz="1400" dirty="0" smtClean="0"/>
              <a:t>O &lt; 5 ppm</a:t>
            </a:r>
          </a:p>
          <a:p>
            <a:pPr lvl="1">
              <a:spcBef>
                <a:spcPts val="600"/>
              </a:spcBef>
            </a:pPr>
            <a:r>
              <a:rPr lang="en-US" sz="1400" dirty="0" smtClean="0"/>
              <a:t>TOC &lt; 0.1 ppm</a:t>
            </a:r>
          </a:p>
          <a:p>
            <a:pPr lvl="1">
              <a:spcBef>
                <a:spcPts val="600"/>
              </a:spcBef>
            </a:pPr>
            <a:r>
              <a:rPr lang="en-US" sz="1400" dirty="0" smtClean="0"/>
              <a:t>CO</a:t>
            </a:r>
            <a:r>
              <a:rPr lang="en-US" sz="1400" baseline="-25000" dirty="0" smtClean="0"/>
              <a:t>2</a:t>
            </a:r>
            <a:r>
              <a:rPr lang="en-US" sz="1400" dirty="0" smtClean="0"/>
              <a:t> &lt; 0.5 ppm</a:t>
            </a:r>
          </a:p>
          <a:p>
            <a:pPr lvl="1">
              <a:spcBef>
                <a:spcPts val="600"/>
              </a:spcBef>
            </a:pPr>
            <a:r>
              <a:rPr lang="en-US" sz="1400" dirty="0" smtClean="0"/>
              <a:t>NOx &lt; 0.1 ppm</a:t>
            </a:r>
            <a:r>
              <a:rPr dirty="0"/>
              <a:t/>
            </a:r>
            <a:br>
              <a:rPr dirty="0"/>
            </a:br>
            <a:endParaRPr lang="en-US" sz="1400" dirty="0" smtClean="0"/>
          </a:p>
          <a:p>
            <a:r>
              <a:rPr lang="en-US" sz="1400" dirty="0" smtClean="0"/>
              <a:t>Synthetic air is available with or </a:t>
            </a:r>
            <a:r>
              <a:rPr dirty="0"/>
              <a:t/>
            </a:r>
            <a:br>
              <a:rPr dirty="0"/>
            </a:br>
            <a:r>
              <a:rPr lang="en-US" sz="1400" dirty="0" smtClean="0"/>
              <a:t>without a defined amount of      .</a:t>
            </a:r>
          </a:p>
          <a:p>
            <a:r>
              <a:rPr lang="en-US" sz="1400" dirty="0" smtClean="0"/>
              <a:t>Synthetic air with a certificate is more expensive. </a:t>
            </a:r>
            <a:r>
              <a:rPr lang="en-US" sz="1400" b="1" dirty="0" smtClean="0"/>
              <a:t>Please</a:t>
            </a:r>
            <a:r>
              <a:rPr dirty="0" smtClean="0"/>
              <a:t> </a:t>
            </a:r>
            <a:r>
              <a:rPr lang="en-US" sz="1400" b="1" dirty="0" smtClean="0"/>
              <a:t>check carefully </a:t>
            </a:r>
            <a:r>
              <a:rPr dirty="0"/>
              <a:t/>
            </a:r>
            <a:br>
              <a:rPr dirty="0"/>
            </a:br>
            <a:r>
              <a:rPr lang="en-US" sz="1400" b="1" dirty="0" smtClean="0"/>
              <a:t>which quality is needed!</a:t>
            </a:r>
          </a:p>
        </p:txBody>
      </p:sp>
      <p:sp>
        <p:nvSpPr>
          <p:cNvPr id="32771" name="Rectangle 121"/>
          <p:cNvSpPr>
            <a:spLocks noGrp="1" noChangeArrowheads="1"/>
          </p:cNvSpPr>
          <p:nvPr>
            <p:ph type="title"/>
          </p:nvPr>
        </p:nvSpPr>
        <p:spPr/>
        <p:txBody>
          <a:bodyPr/>
          <a:lstStyle/>
          <a:p>
            <a:r>
              <a:rPr dirty="0" smtClean="0"/>
              <a:t>Zero gases </a:t>
            </a:r>
            <a:r>
              <a:t/>
            </a:r>
            <a:br/>
            <a:r>
              <a:rPr lang="en-US" dirty="0" smtClean="0">
                <a:solidFill>
                  <a:schemeClr val="accent1"/>
                </a:solidFill>
              </a:rPr>
              <a:t>Synthetic air</a:t>
            </a:r>
          </a:p>
        </p:txBody>
      </p:sp>
      <p:sp>
        <p:nvSpPr>
          <p:cNvPr id="2" name="Slide Number Placeholder 1"/>
          <p:cNvSpPr>
            <a:spLocks noGrp="1"/>
          </p:cNvSpPr>
          <p:nvPr>
            <p:ph type="sldNum" sz="quarter" idx="4"/>
          </p:nvPr>
        </p:nvSpPr>
        <p:spPr/>
        <p:txBody>
          <a:bodyPr/>
          <a:lstStyle/>
          <a:p>
            <a:r>
              <a:rPr dirty="0" smtClean="0"/>
              <a:t>Slide </a:t>
            </a:r>
            <a:fld id="{60C67920-923A-4F98-A587-72BEC0D9EE68}" type="slidenum">
              <a:rPr lang="en-US" smtClean="0"/>
              <a:pPr/>
              <a:t>6</a:t>
            </a:fld>
            <a:endParaRPr lang="en-US" dirty="0"/>
          </a:p>
        </p:txBody>
      </p:sp>
      <p:grpSp>
        <p:nvGrpSpPr>
          <p:cNvPr id="24" name="Group 23"/>
          <p:cNvGrpSpPr/>
          <p:nvPr>
            <p:custDataLst>
              <p:tags r:id="rId3"/>
            </p:custDataLst>
          </p:nvPr>
        </p:nvGrpSpPr>
        <p:grpSpPr>
          <a:xfrm>
            <a:off x="1874946" y="1727036"/>
            <a:ext cx="1173192" cy="1178612"/>
            <a:chOff x="2451071" y="1727036"/>
            <a:chExt cx="1173192" cy="1178612"/>
          </a:xfrm>
        </p:grpSpPr>
        <p:sp>
          <p:nvSpPr>
            <p:cNvPr id="25" name="Oval 24"/>
            <p:cNvSpPr/>
            <p:nvPr/>
          </p:nvSpPr>
          <p:spPr bwMode="gray">
            <a:xfrm>
              <a:off x="2451071" y="2632896"/>
              <a:ext cx="1173192" cy="272752"/>
            </a:xfrm>
            <a:prstGeom prst="ellipse">
              <a:avLst/>
            </a:prstGeom>
            <a:solidFill>
              <a:srgbClr val="999999">
                <a:alpha val="30196"/>
              </a:srgbClr>
            </a:solidFill>
            <a:ln w="9525" cap="flat" cmpd="sng" algn="ctr">
              <a:noFill/>
              <a:prstDash val="solid"/>
            </a:ln>
            <a:effectLst>
              <a:softEdge rad="63500"/>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grpSp>
          <p:nvGrpSpPr>
            <p:cNvPr id="26" name="Group 25"/>
            <p:cNvGrpSpPr/>
            <p:nvPr/>
          </p:nvGrpSpPr>
          <p:grpSpPr>
            <a:xfrm>
              <a:off x="2451130" y="1727036"/>
              <a:ext cx="1151310" cy="1080772"/>
              <a:chOff x="5179276" y="3193351"/>
              <a:chExt cx="922043" cy="865552"/>
            </a:xfrm>
            <a:solidFill>
              <a:schemeClr val="accent1"/>
            </a:solidFill>
            <a:effectLst/>
          </p:grpSpPr>
          <p:sp>
            <p:nvSpPr>
              <p:cNvPr id="28" name="Oval 27"/>
              <p:cNvSpPr/>
              <p:nvPr/>
            </p:nvSpPr>
            <p:spPr bwMode="gray">
              <a:xfrm>
                <a:off x="5207522" y="3193351"/>
                <a:ext cx="865552" cy="865552"/>
              </a:xfrm>
              <a:prstGeom prst="ellipse">
                <a:avLst/>
              </a:prstGeom>
              <a:gradFill flip="none" rotWithShape="1">
                <a:gsLst>
                  <a:gs pos="0">
                    <a:schemeClr val="accent4">
                      <a:lumMod val="60000"/>
                      <a:lumOff val="40000"/>
                      <a:shade val="67500"/>
                      <a:satMod val="115000"/>
                    </a:schemeClr>
                  </a:gs>
                  <a:gs pos="66000">
                    <a:schemeClr val="accent4">
                      <a:shade val="100000"/>
                      <a:satMod val="115000"/>
                      <a:lumMod val="42000"/>
                      <a:lumOff val="58000"/>
                    </a:schemeClr>
                  </a:gs>
                </a:gsLst>
                <a:lin ang="14400000" scaled="0"/>
                <a:tileRect/>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Bef>
                    <a:spcPts val="1100"/>
                  </a:spcBef>
                  <a:buClr>
                    <a:schemeClr val="tx2"/>
                  </a:buClr>
                  <a:buSzPct val="70000"/>
                </a:pPr>
                <a:endParaRPr lang="en-US" sz="1200" b="1" dirty="0">
                  <a:solidFill>
                    <a:schemeClr val="bg1"/>
                  </a:solidFill>
                  <a:latin typeface="Arial" pitchFamily="34" charset="0"/>
                  <a:cs typeface="Arial" pitchFamily="34" charset="0"/>
                </a:endParaRPr>
              </a:p>
            </p:txBody>
          </p:sp>
          <p:sp>
            <p:nvSpPr>
              <p:cNvPr id="29" name="Rectangle 28"/>
              <p:cNvSpPr/>
              <p:nvPr/>
            </p:nvSpPr>
            <p:spPr bwMode="gray">
              <a:xfrm>
                <a:off x="5179276" y="3494898"/>
                <a:ext cx="922043" cy="26246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r>
                  <a:rPr lang="en-US" sz="1200" b="1" dirty="0" smtClean="0">
                    <a:solidFill>
                      <a:schemeClr val="accent1"/>
                    </a:solidFill>
                    <a:latin typeface="Arial" pitchFamily="34" charset="0"/>
                  </a:rPr>
                  <a:t>SYNTHETIC </a:t>
                </a:r>
              </a:p>
            </p:txBody>
          </p:sp>
        </p:grpSp>
        <p:sp>
          <p:nvSpPr>
            <p:cNvPr id="27" name="Oval 26"/>
            <p:cNvSpPr/>
            <p:nvPr/>
          </p:nvSpPr>
          <p:spPr bwMode="gray">
            <a:xfrm rot="2049123">
              <a:off x="3086197" y="1851855"/>
              <a:ext cx="360040" cy="142647"/>
            </a:xfrm>
            <a:prstGeom prst="ellipse">
              <a:avLst/>
            </a:prstGeom>
            <a:solidFill>
              <a:schemeClr val="bg1"/>
            </a:solid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grpSp>
      <p:grpSp>
        <p:nvGrpSpPr>
          <p:cNvPr id="49" name="Group 48"/>
          <p:cNvGrpSpPr/>
          <p:nvPr>
            <p:custDataLst>
              <p:tags r:id="rId4"/>
            </p:custDataLst>
          </p:nvPr>
        </p:nvGrpSpPr>
        <p:grpSpPr>
          <a:xfrm>
            <a:off x="2938185" y="3114484"/>
            <a:ext cx="1173192" cy="1178612"/>
            <a:chOff x="2451071" y="1727036"/>
            <a:chExt cx="1173192" cy="1178612"/>
          </a:xfrm>
        </p:grpSpPr>
        <p:sp>
          <p:nvSpPr>
            <p:cNvPr id="50" name="Oval 49"/>
            <p:cNvSpPr/>
            <p:nvPr/>
          </p:nvSpPr>
          <p:spPr bwMode="gray">
            <a:xfrm>
              <a:off x="2451071" y="2632896"/>
              <a:ext cx="1173192" cy="272752"/>
            </a:xfrm>
            <a:prstGeom prst="ellipse">
              <a:avLst/>
            </a:prstGeom>
            <a:solidFill>
              <a:srgbClr val="999999">
                <a:alpha val="30196"/>
              </a:srgbClr>
            </a:solidFill>
            <a:ln w="9525" cap="flat" cmpd="sng" algn="ctr">
              <a:noFill/>
              <a:prstDash val="solid"/>
            </a:ln>
            <a:effectLst>
              <a:softEdge rad="63500"/>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grpSp>
          <p:nvGrpSpPr>
            <p:cNvPr id="51" name="Group 50"/>
            <p:cNvGrpSpPr/>
            <p:nvPr/>
          </p:nvGrpSpPr>
          <p:grpSpPr>
            <a:xfrm>
              <a:off x="2484044" y="1727036"/>
              <a:ext cx="1079844" cy="1079844"/>
              <a:chOff x="2484044" y="1727036"/>
              <a:chExt cx="1079844" cy="1079844"/>
            </a:xfrm>
          </p:grpSpPr>
          <p:grpSp>
            <p:nvGrpSpPr>
              <p:cNvPr id="52" name="Group 51"/>
              <p:cNvGrpSpPr>
                <a:grpSpLocks noChangeAspect="1"/>
              </p:cNvGrpSpPr>
              <p:nvPr/>
            </p:nvGrpSpPr>
            <p:grpSpPr>
              <a:xfrm>
                <a:off x="2484044" y="1727036"/>
                <a:ext cx="1079844" cy="1079844"/>
                <a:chOff x="5207522" y="3193351"/>
                <a:chExt cx="865552" cy="865552"/>
              </a:xfrm>
              <a:solidFill>
                <a:schemeClr val="accent1"/>
              </a:solidFill>
              <a:effectLst/>
            </p:grpSpPr>
            <p:sp>
              <p:nvSpPr>
                <p:cNvPr id="54" name="Oval 53"/>
                <p:cNvSpPr/>
                <p:nvPr/>
              </p:nvSpPr>
              <p:spPr bwMode="gray">
                <a:xfrm>
                  <a:off x="5207522" y="3193351"/>
                  <a:ext cx="865552" cy="865552"/>
                </a:xfrm>
                <a:prstGeom prst="ellipse">
                  <a:avLst/>
                </a:prstGeom>
                <a:gradFill flip="none" rotWithShape="1">
                  <a:gsLst>
                    <a:gs pos="0">
                      <a:schemeClr val="accent4">
                        <a:tint val="66000"/>
                        <a:satMod val="160000"/>
                        <a:lumMod val="90000"/>
                        <a:lumOff val="10000"/>
                      </a:schemeClr>
                    </a:gs>
                    <a:gs pos="56000">
                      <a:schemeClr val="accent4">
                        <a:lumMod val="60000"/>
                        <a:lumOff val="40000"/>
                        <a:tint val="23500"/>
                        <a:satMod val="160000"/>
                      </a:schemeClr>
                    </a:gs>
                  </a:gsLst>
                  <a:lin ang="13500000" scaled="1"/>
                  <a:tileRect/>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3600" b="1" dirty="0" smtClean="0">
                    <a:solidFill>
                      <a:schemeClr val="bg1"/>
                    </a:solidFill>
                    <a:latin typeface="Arial" pitchFamily="34" charset="0"/>
                    <a:cs typeface="Arial" pitchFamily="34" charset="0"/>
                  </a:endParaRPr>
                </a:p>
              </p:txBody>
            </p:sp>
            <p:sp>
              <p:nvSpPr>
                <p:cNvPr id="55" name="Rectangle 54"/>
                <p:cNvSpPr/>
                <p:nvPr/>
              </p:nvSpPr>
              <p:spPr bwMode="gray">
                <a:xfrm>
                  <a:off x="5308787" y="3294616"/>
                  <a:ext cx="663022" cy="6630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r>
                    <a:rPr lang="en-US" b="1" dirty="0" smtClean="0">
                      <a:solidFill>
                        <a:schemeClr val="accent1"/>
                      </a:solidFill>
                      <a:latin typeface="Arial" pitchFamily="34" charset="0"/>
                    </a:rPr>
                    <a:t>N</a:t>
                  </a:r>
                  <a:r>
                    <a:rPr lang="en-US" b="1" baseline="-25000" dirty="0" smtClean="0">
                      <a:solidFill>
                        <a:schemeClr val="accent1"/>
                      </a:solidFill>
                      <a:latin typeface="Arial" pitchFamily="34" charset="0"/>
                    </a:rPr>
                    <a:t>2</a:t>
                  </a:r>
                </a:p>
              </p:txBody>
            </p:sp>
          </p:grpSp>
          <p:sp>
            <p:nvSpPr>
              <p:cNvPr id="53" name="Oval 52"/>
              <p:cNvSpPr/>
              <p:nvPr/>
            </p:nvSpPr>
            <p:spPr bwMode="gray">
              <a:xfrm rot="2049123">
                <a:off x="3086197" y="1851855"/>
                <a:ext cx="360040" cy="142647"/>
              </a:xfrm>
              <a:prstGeom prst="ellipse">
                <a:avLst/>
              </a:prstGeom>
              <a:solidFill>
                <a:schemeClr val="bg1"/>
              </a:solid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grpSp>
      </p:grpSp>
      <p:grpSp>
        <p:nvGrpSpPr>
          <p:cNvPr id="56" name="Group 55"/>
          <p:cNvGrpSpPr/>
          <p:nvPr>
            <p:custDataLst>
              <p:tags r:id="rId5"/>
            </p:custDataLst>
          </p:nvPr>
        </p:nvGrpSpPr>
        <p:grpSpPr>
          <a:xfrm>
            <a:off x="811401" y="3114484"/>
            <a:ext cx="1173192" cy="1178612"/>
            <a:chOff x="2451071" y="1727036"/>
            <a:chExt cx="1173192" cy="1178612"/>
          </a:xfrm>
        </p:grpSpPr>
        <p:sp>
          <p:nvSpPr>
            <p:cNvPr id="57" name="Oval 56"/>
            <p:cNvSpPr/>
            <p:nvPr/>
          </p:nvSpPr>
          <p:spPr bwMode="gray">
            <a:xfrm>
              <a:off x="2451071" y="2632896"/>
              <a:ext cx="1173192" cy="272752"/>
            </a:xfrm>
            <a:prstGeom prst="ellipse">
              <a:avLst/>
            </a:prstGeom>
            <a:solidFill>
              <a:srgbClr val="999999">
                <a:alpha val="30196"/>
              </a:srgbClr>
            </a:solidFill>
            <a:ln w="9525" cap="flat" cmpd="sng" algn="ctr">
              <a:noFill/>
              <a:prstDash val="solid"/>
            </a:ln>
            <a:effectLst>
              <a:softEdge rad="63500"/>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grpSp>
          <p:nvGrpSpPr>
            <p:cNvPr id="58" name="Group 57"/>
            <p:cNvGrpSpPr/>
            <p:nvPr/>
          </p:nvGrpSpPr>
          <p:grpSpPr>
            <a:xfrm>
              <a:off x="2484044" y="1727036"/>
              <a:ext cx="1079844" cy="1079844"/>
              <a:chOff x="2484044" y="1727036"/>
              <a:chExt cx="1079844" cy="1079844"/>
            </a:xfrm>
          </p:grpSpPr>
          <p:grpSp>
            <p:nvGrpSpPr>
              <p:cNvPr id="59" name="Group 58"/>
              <p:cNvGrpSpPr>
                <a:grpSpLocks noChangeAspect="1"/>
              </p:cNvGrpSpPr>
              <p:nvPr/>
            </p:nvGrpSpPr>
            <p:grpSpPr>
              <a:xfrm>
                <a:off x="2484044" y="1727036"/>
                <a:ext cx="1079844" cy="1079844"/>
                <a:chOff x="5207522" y="3193351"/>
                <a:chExt cx="865552" cy="865552"/>
              </a:xfrm>
              <a:solidFill>
                <a:schemeClr val="accent1"/>
              </a:solidFill>
              <a:effectLst/>
            </p:grpSpPr>
            <p:sp>
              <p:nvSpPr>
                <p:cNvPr id="61" name="Oval 60"/>
                <p:cNvSpPr/>
                <p:nvPr/>
              </p:nvSpPr>
              <p:spPr bwMode="gray">
                <a:xfrm>
                  <a:off x="5207522" y="3193351"/>
                  <a:ext cx="865552" cy="8655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3600" b="1" dirty="0" smtClean="0">
                    <a:solidFill>
                      <a:schemeClr val="bg1"/>
                    </a:solidFill>
                    <a:latin typeface="Arial" pitchFamily="34" charset="0"/>
                    <a:cs typeface="Arial" pitchFamily="34" charset="0"/>
                  </a:endParaRPr>
                </a:p>
              </p:txBody>
            </p:sp>
            <p:sp>
              <p:nvSpPr>
                <p:cNvPr id="62" name="Rectangle 61"/>
                <p:cNvSpPr/>
                <p:nvPr/>
              </p:nvSpPr>
              <p:spPr bwMode="gray">
                <a:xfrm>
                  <a:off x="5308787" y="3294616"/>
                  <a:ext cx="663022" cy="6630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r>
                    <a:rPr lang="en-US" b="1" dirty="0" smtClean="0">
                      <a:solidFill>
                        <a:schemeClr val="bg1"/>
                      </a:solidFill>
                      <a:latin typeface="Arial" pitchFamily="34" charset="0"/>
                    </a:rPr>
                    <a:t>O</a:t>
                  </a:r>
                  <a:r>
                    <a:rPr lang="en-US" b="1" baseline="-25000" dirty="0" smtClean="0">
                      <a:solidFill>
                        <a:schemeClr val="bg1"/>
                      </a:solidFill>
                      <a:latin typeface="Arial" pitchFamily="34" charset="0"/>
                    </a:rPr>
                    <a:t>2</a:t>
                  </a:r>
                </a:p>
              </p:txBody>
            </p:sp>
          </p:grpSp>
          <p:sp>
            <p:nvSpPr>
              <p:cNvPr id="60" name="Oval 59"/>
              <p:cNvSpPr/>
              <p:nvPr/>
            </p:nvSpPr>
            <p:spPr bwMode="gray">
              <a:xfrm rot="2049123">
                <a:off x="3086197" y="1851855"/>
                <a:ext cx="360040" cy="142647"/>
              </a:xfrm>
              <a:prstGeom prst="ellipse">
                <a:avLst/>
              </a:prstGeom>
              <a:solidFill>
                <a:schemeClr val="bg1"/>
              </a:solid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grpSp>
      </p:grpSp>
      <p:sp>
        <p:nvSpPr>
          <p:cNvPr id="4" name="Plus 3"/>
          <p:cNvSpPr/>
          <p:nvPr/>
        </p:nvSpPr>
        <p:spPr bwMode="gray">
          <a:xfrm>
            <a:off x="2232056" y="3461187"/>
            <a:ext cx="458972" cy="458972"/>
          </a:xfrm>
          <a:prstGeom prst="mathPlus">
            <a:avLst/>
          </a:prstGeom>
          <a:solidFill>
            <a:schemeClr val="tx1"/>
          </a:solid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cxnSp>
        <p:nvCxnSpPr>
          <p:cNvPr id="28672" name="Straight Connector 28671"/>
          <p:cNvCxnSpPr/>
          <p:nvPr/>
        </p:nvCxnSpPr>
        <p:spPr bwMode="gray">
          <a:xfrm flipH="1">
            <a:off x="1797882" y="2809321"/>
            <a:ext cx="208246" cy="295643"/>
          </a:xfrm>
          <a:prstGeom prst="line">
            <a:avLst/>
          </a:prstGeom>
          <a:no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75" name="Oval 74"/>
          <p:cNvSpPr/>
          <p:nvPr/>
        </p:nvSpPr>
        <p:spPr bwMode="gray">
          <a:xfrm>
            <a:off x="683568" y="6074244"/>
            <a:ext cx="3744416" cy="180020"/>
          </a:xfrm>
          <a:prstGeom prst="ellipse">
            <a:avLst/>
          </a:prstGeom>
          <a:solidFill>
            <a:schemeClr val="bg2">
              <a:alpha val="30196"/>
            </a:schemeClr>
          </a:solidFill>
          <a:ln w="9525" cap="flat" cmpd="sng" algn="ctr">
            <a:noFill/>
            <a:prstDash val="solid"/>
          </a:ln>
          <a:effectLst>
            <a:softEdge rad="63500"/>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pic>
        <p:nvPicPr>
          <p:cNvPr id="2050" name="Picture 2" descr="\\kadcfl01\EXP_PUBLIC\Projekte\KROHNE\52_Teaser_Optiswirl_4200\04_Footage\01_Bilder\shutterstock_126998360.png"/>
          <p:cNvPicPr>
            <a:picLocks noChangeAspect="1" noChangeArrowheads="1"/>
          </p:cNvPicPr>
          <p:nvPr>
            <p:custDataLst>
              <p:tags r:id="rId6"/>
            </p:custDataLst>
          </p:nvPr>
        </p:nvPicPr>
        <p:blipFill rotWithShape="1">
          <a:blip r:embed="rId15" cstate="print">
            <a:extLst>
              <a:ext uri="{28A0092B-C50C-407E-A947-70E740481C1C}">
                <a14:useLocalDpi xmlns:a14="http://schemas.microsoft.com/office/drawing/2010/main"/>
              </a:ext>
            </a:extLst>
          </a:blip>
          <a:srcRect l="73013" r="8301"/>
          <a:stretch/>
        </p:blipFill>
        <p:spPr bwMode="auto">
          <a:xfrm>
            <a:off x="1290638" y="4340606"/>
            <a:ext cx="507244" cy="1975740"/>
          </a:xfrm>
          <a:prstGeom prst="rect">
            <a:avLst/>
          </a:prstGeom>
          <a:noFill/>
          <a:extLst>
            <a:ext uri="{909E8E84-426E-40DD-AFC4-6F175D3DCCD1}">
              <a14:hiddenFill xmlns:a14="http://schemas.microsoft.com/office/drawing/2010/main">
                <a:solidFill>
                  <a:srgbClr val="FFFFFF"/>
                </a:solidFill>
              </a14:hiddenFill>
            </a:ext>
          </a:extLst>
        </p:spPr>
      </p:pic>
      <p:pic>
        <p:nvPicPr>
          <p:cNvPr id="74" name="PPTShape_0" descr="\\kadcfl01\EXP_PUBLIC\Projekte\KROHNE\52_Teaser_Optiswirl_4200\04_Footage\01_Bilder\shutterstock_126998360.png"/>
          <p:cNvPicPr>
            <a:picLocks noChangeAspect="1" noChangeArrowheads="1"/>
          </p:cNvPicPr>
          <p:nvPr>
            <p:custDataLst>
              <p:tags r:id="rId7"/>
            </p:custDataLst>
          </p:nvPr>
        </p:nvPicPr>
        <p:blipFill rotWithShape="1">
          <a:blip r:embed="rId16" cstate="print">
            <a:extLst>
              <a:ext uri="{28A0092B-C50C-407E-A947-70E740481C1C}">
                <a14:useLocalDpi xmlns:a14="http://schemas.microsoft.com/office/drawing/2010/main"/>
              </a:ext>
            </a:extLst>
          </a:blip>
          <a:srcRect l="55382" r="26460"/>
          <a:stretch/>
        </p:blipFill>
        <p:spPr bwMode="auto">
          <a:xfrm>
            <a:off x="1783556" y="4340606"/>
            <a:ext cx="492918" cy="1975740"/>
          </a:xfrm>
          <a:prstGeom prst="rect">
            <a:avLst/>
          </a:prstGeom>
          <a:noFill/>
          <a:extLst>
            <a:ext uri="{909E8E84-426E-40DD-AFC4-6F175D3DCCD1}">
              <a14:hiddenFill xmlns:a14="http://schemas.microsoft.com/office/drawing/2010/main">
                <a:solidFill>
                  <a:srgbClr val="FFFFFF"/>
                </a:solidFill>
              </a14:hiddenFill>
            </a:ext>
          </a:extLst>
        </p:spPr>
      </p:pic>
      <p:pic>
        <p:nvPicPr>
          <p:cNvPr id="71" name="PPTShape_1" descr="\\kadcfl01\EXP_PUBLIC\Projekte\KROHNE\52_Teaser_Optiswirl_4200\04_Footage\01_Bilder\shutterstock_126998360.png"/>
          <p:cNvPicPr>
            <a:picLocks noChangeAspect="1" noChangeArrowheads="1"/>
          </p:cNvPicPr>
          <p:nvPr>
            <p:custDataLst>
              <p:tags r:id="rId8"/>
            </p:custDataLst>
          </p:nvPr>
        </p:nvPicPr>
        <p:blipFill rotWithShape="1">
          <a:blip r:embed="rId16" cstate="print">
            <a:extLst>
              <a:ext uri="{28A0092B-C50C-407E-A947-70E740481C1C}">
                <a14:useLocalDpi xmlns:a14="http://schemas.microsoft.com/office/drawing/2010/main"/>
              </a:ext>
            </a:extLst>
          </a:blip>
          <a:srcRect l="38190" r="44617"/>
          <a:stretch/>
        </p:blipFill>
        <p:spPr bwMode="auto">
          <a:xfrm>
            <a:off x="2276474" y="4340606"/>
            <a:ext cx="466725" cy="1975740"/>
          </a:xfrm>
          <a:prstGeom prst="rect">
            <a:avLst/>
          </a:prstGeom>
          <a:noFill/>
          <a:extLst>
            <a:ext uri="{909E8E84-426E-40DD-AFC4-6F175D3DCCD1}">
              <a14:hiddenFill xmlns:a14="http://schemas.microsoft.com/office/drawing/2010/main">
                <a:solidFill>
                  <a:srgbClr val="FFFFFF"/>
                </a:solidFill>
              </a14:hiddenFill>
            </a:ext>
          </a:extLst>
        </p:spPr>
      </p:pic>
      <p:pic>
        <p:nvPicPr>
          <p:cNvPr id="72" name="PPTShape_2" descr="\\kadcfl01\EXP_PUBLIC\Projekte\KROHNE\52_Teaser_Optiswirl_4200\04_Footage\01_Bilder\shutterstock_126998360.png"/>
          <p:cNvPicPr>
            <a:picLocks noChangeAspect="1" noChangeArrowheads="1"/>
          </p:cNvPicPr>
          <p:nvPr>
            <p:custDataLst>
              <p:tags r:id="rId9"/>
            </p:custDataLst>
          </p:nvPr>
        </p:nvPicPr>
        <p:blipFill rotWithShape="1">
          <a:blip r:embed="rId16" cstate="print">
            <a:extLst>
              <a:ext uri="{28A0092B-C50C-407E-A947-70E740481C1C}">
                <a14:useLocalDpi xmlns:a14="http://schemas.microsoft.com/office/drawing/2010/main"/>
              </a:ext>
            </a:extLst>
          </a:blip>
          <a:srcRect l="21171" r="61811"/>
          <a:stretch/>
        </p:blipFill>
        <p:spPr bwMode="auto">
          <a:xfrm>
            <a:off x="2743200" y="4340606"/>
            <a:ext cx="461962" cy="1975740"/>
          </a:xfrm>
          <a:prstGeom prst="rect">
            <a:avLst/>
          </a:prstGeom>
          <a:noFill/>
          <a:extLst>
            <a:ext uri="{909E8E84-426E-40DD-AFC4-6F175D3DCCD1}">
              <a14:hiddenFill xmlns:a14="http://schemas.microsoft.com/office/drawing/2010/main">
                <a:solidFill>
                  <a:srgbClr val="FFFFFF"/>
                </a:solidFill>
              </a14:hiddenFill>
            </a:ext>
          </a:extLst>
        </p:spPr>
      </p:pic>
      <p:pic>
        <p:nvPicPr>
          <p:cNvPr id="73" name="PPTShape_3" descr="\\kadcfl01\EXP_PUBLIC\Projekte\KROHNE\52_Teaser_Optiswirl_4200\04_Footage\01_Bilder\shutterstock_126998360.png"/>
          <p:cNvPicPr>
            <a:picLocks noChangeAspect="1" noChangeArrowheads="1"/>
          </p:cNvPicPr>
          <p:nvPr>
            <p:custDataLst>
              <p:tags r:id="rId10"/>
            </p:custDataLst>
          </p:nvPr>
        </p:nvPicPr>
        <p:blipFill rotWithShape="1">
          <a:blip r:embed="rId15" cstate="print">
            <a:extLst>
              <a:ext uri="{28A0092B-C50C-407E-A947-70E740481C1C}">
                <a14:useLocalDpi xmlns:a14="http://schemas.microsoft.com/office/drawing/2010/main"/>
              </a:ext>
            </a:extLst>
          </a:blip>
          <a:srcRect l="979" r="78828"/>
          <a:stretch/>
        </p:blipFill>
        <p:spPr bwMode="auto">
          <a:xfrm>
            <a:off x="3205162" y="4340606"/>
            <a:ext cx="548167" cy="1975740"/>
          </a:xfrm>
          <a:prstGeom prst="rect">
            <a:avLst/>
          </a:prstGeom>
          <a:noFill/>
          <a:extLst>
            <a:ext uri="{909E8E84-426E-40DD-AFC4-6F175D3DCCD1}">
              <a14:hiddenFill xmlns:a14="http://schemas.microsoft.com/office/drawing/2010/main">
                <a:solidFill>
                  <a:srgbClr val="FFFFFF"/>
                </a:solidFill>
              </a14:hiddenFill>
            </a:ext>
          </a:extLst>
        </p:spPr>
      </p:pic>
      <p:sp>
        <p:nvSpPr>
          <p:cNvPr id="38" name="AutoShape 10">
            <a:hlinkClick r:id="rId17" highlightClick="1"/>
          </p:cNvPr>
          <p:cNvSpPr>
            <a:spLocks noChangeArrowheads="1"/>
          </p:cNvSpPr>
          <p:nvPr/>
        </p:nvSpPr>
        <p:spPr bwMode="gray">
          <a:xfrm>
            <a:off x="8496300" y="15875"/>
            <a:ext cx="431800" cy="185738"/>
          </a:xfrm>
          <a:prstGeom prst="actionButtonBlank">
            <a:avLst/>
          </a:prstGeom>
          <a:solidFill>
            <a:srgbClr val="EAEAEA"/>
          </a:solidFill>
          <a:ln w="9525">
            <a:noFill/>
            <a:miter lim="800000"/>
            <a:headEnd/>
            <a:tailEnd/>
          </a:ln>
          <a:effectLst/>
        </p:spPr>
        <p:txBody>
          <a:bodyPr wrap="none" anchor="ctr"/>
          <a:lstStyle/>
          <a:p>
            <a:pPr algn="ctr" eaLnBrk="0" hangingPunct="0">
              <a:spcBef>
                <a:spcPct val="40000"/>
              </a:spcBef>
              <a:buClr>
                <a:schemeClr val="accent1"/>
              </a:buClr>
              <a:buSzPct val="80000"/>
              <a:buFont typeface="Wingdings" pitchFamily="2" charset="2"/>
              <a:buNone/>
            </a:pPr>
            <a:r>
              <a:rPr kumimoji="1" lang="en-US" sz="1200" noProof="1">
                <a:solidFill>
                  <a:schemeClr val="accent1"/>
                </a:solidFill>
              </a:rPr>
              <a:t>Help</a:t>
            </a:r>
          </a:p>
        </p:txBody>
      </p:sp>
      <p:pic>
        <p:nvPicPr>
          <p:cNvPr id="1026" name="PPTShape_4"/>
          <p:cNvPicPr>
            <a:picLocks noChangeAspect="1" noChangeArrowheads="1"/>
          </p:cNvPicPr>
          <p:nvPr>
            <p:custDataLst>
              <p:tags r:id="rId11"/>
            </p:custDataLst>
          </p:nvPr>
        </p:nvPicPr>
        <p:blipFill>
          <a:blip r:embed="rId18">
            <a:extLst>
              <a:ext uri="{28A0092B-C50C-407E-A947-70E740481C1C}">
                <a14:useLocalDpi xmlns:a14="http://schemas.microsoft.com/office/drawing/2010/main" val="0"/>
              </a:ext>
            </a:extLst>
          </a:blip>
          <a:srcRect/>
          <a:stretch>
            <a:fillRect/>
          </a:stretch>
        </p:blipFill>
        <p:spPr bwMode="auto">
          <a:xfrm>
            <a:off x="6142196" y="1892963"/>
            <a:ext cx="386926" cy="377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 name="PPTShape_5"/>
          <p:cNvPicPr>
            <a:picLocks noChangeAspect="1" noChangeArrowheads="1"/>
          </p:cNvPicPr>
          <p:nvPr>
            <p:custDataLst>
              <p:tags r:id="rId12"/>
            </p:custDataLst>
          </p:nvPr>
        </p:nvPicPr>
        <p:blipFill>
          <a:blip r:embed="rId18">
            <a:extLst>
              <a:ext uri="{28A0092B-C50C-407E-A947-70E740481C1C}">
                <a14:useLocalDpi xmlns:a14="http://schemas.microsoft.com/office/drawing/2010/main" val="0"/>
              </a:ext>
            </a:extLst>
          </a:blip>
          <a:srcRect/>
          <a:stretch>
            <a:fillRect/>
          </a:stretch>
        </p:blipFill>
        <p:spPr bwMode="auto">
          <a:xfrm>
            <a:off x="6898745" y="4471020"/>
            <a:ext cx="386926" cy="377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574504218"/>
      </p:ext>
    </p:extLst>
  </p:cSld>
  <p:clrMapOvr>
    <a:masterClrMapping/>
  </p:clrMapOvr>
  <mc:AlternateContent xmlns:mc="http://schemas.openxmlformats.org/markup-compatibility/2006" xmlns:p14="http://schemas.microsoft.com/office/powerpoint/2010/main">
    <mc:Choice Requires="p14">
      <p:transition spd="med" p14:dur="700" advTm="55831">
        <p:fade/>
      </p:transition>
    </mc:Choice>
    <mc:Fallback xmlns="">
      <p:transition spd="med" advTm="55831">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animEffect transition="in" filter="fade">
                                      <p:cBhvr>
                                        <p:cTn id="7" dur="1000"/>
                                        <p:tgtEl>
                                          <p:spTgt spid="28676">
                                            <p:txEl>
                                              <p:pRg st="0" end="0"/>
                                            </p:txEl>
                                          </p:spTgt>
                                        </p:tgtEl>
                                      </p:cBhvr>
                                    </p:animEffect>
                                    <p:anim calcmode="lin" valueType="num">
                                      <p:cBhvr>
                                        <p:cTn id="8" dur="1000" fill="hold"/>
                                        <p:tgtEl>
                                          <p:spTgt spid="2867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867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1000"/>
                                        <p:tgtEl>
                                          <p:spTgt spid="24"/>
                                        </p:tgtEl>
                                      </p:cBhvr>
                                    </p:animEffect>
                                    <p:anim calcmode="lin" valueType="num">
                                      <p:cBhvr>
                                        <p:cTn id="13" dur="1000" fill="hold"/>
                                        <p:tgtEl>
                                          <p:spTgt spid="24"/>
                                        </p:tgtEl>
                                        <p:attrNameLst>
                                          <p:attrName>ppt_x</p:attrName>
                                        </p:attrNameLst>
                                      </p:cBhvr>
                                      <p:tavLst>
                                        <p:tav tm="0">
                                          <p:val>
                                            <p:strVal val="#ppt_x"/>
                                          </p:val>
                                        </p:tav>
                                        <p:tav tm="100000">
                                          <p:val>
                                            <p:strVal val="#ppt_x"/>
                                          </p:val>
                                        </p:tav>
                                      </p:tavLst>
                                    </p:anim>
                                    <p:anim calcmode="lin" valueType="num">
                                      <p:cBhvr>
                                        <p:cTn id="14"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8676">
                                            <p:txEl>
                                              <p:pRg st="1" end="1"/>
                                            </p:txEl>
                                          </p:spTgt>
                                        </p:tgtEl>
                                        <p:attrNameLst>
                                          <p:attrName>style.visibility</p:attrName>
                                        </p:attrNameLst>
                                      </p:cBhvr>
                                      <p:to>
                                        <p:strVal val="visible"/>
                                      </p:to>
                                    </p:set>
                                    <p:animEffect transition="in" filter="fade">
                                      <p:cBhvr>
                                        <p:cTn id="19" dur="1000"/>
                                        <p:tgtEl>
                                          <p:spTgt spid="28676">
                                            <p:txEl>
                                              <p:pRg st="1" end="1"/>
                                            </p:txEl>
                                          </p:spTgt>
                                        </p:tgtEl>
                                      </p:cBhvr>
                                    </p:animEffect>
                                    <p:anim calcmode="lin" valueType="num">
                                      <p:cBhvr>
                                        <p:cTn id="20" dur="1000" fill="hold"/>
                                        <p:tgtEl>
                                          <p:spTgt spid="2867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8676">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6"/>
                                        </p:tgtEl>
                                        <p:attrNameLst>
                                          <p:attrName>style.visibility</p:attrName>
                                        </p:attrNameLst>
                                      </p:cBhvr>
                                      <p:to>
                                        <p:strVal val="visible"/>
                                      </p:to>
                                    </p:set>
                                    <p:animEffect transition="in" filter="fade">
                                      <p:cBhvr>
                                        <p:cTn id="24" dur="1000"/>
                                        <p:tgtEl>
                                          <p:spTgt spid="56"/>
                                        </p:tgtEl>
                                      </p:cBhvr>
                                    </p:animEffect>
                                    <p:anim calcmode="lin" valueType="num">
                                      <p:cBhvr>
                                        <p:cTn id="25" dur="1000" fill="hold"/>
                                        <p:tgtEl>
                                          <p:spTgt spid="56"/>
                                        </p:tgtEl>
                                        <p:attrNameLst>
                                          <p:attrName>ppt_x</p:attrName>
                                        </p:attrNameLst>
                                      </p:cBhvr>
                                      <p:tavLst>
                                        <p:tav tm="0">
                                          <p:val>
                                            <p:strVal val="#ppt_x"/>
                                          </p:val>
                                        </p:tav>
                                        <p:tav tm="100000">
                                          <p:val>
                                            <p:strVal val="#ppt_x"/>
                                          </p:val>
                                        </p:tav>
                                      </p:tavLst>
                                    </p:anim>
                                    <p:anim calcmode="lin" valueType="num">
                                      <p:cBhvr>
                                        <p:cTn id="26" dur="1000" fill="hold"/>
                                        <p:tgtEl>
                                          <p:spTgt spid="56"/>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026"/>
                                        </p:tgtEl>
                                        <p:attrNameLst>
                                          <p:attrName>style.visibility</p:attrName>
                                        </p:attrNameLst>
                                      </p:cBhvr>
                                      <p:to>
                                        <p:strVal val="visible"/>
                                      </p:to>
                                    </p:set>
                                    <p:animEffect transition="in" filter="fade">
                                      <p:cBhvr>
                                        <p:cTn id="29" dur="1000"/>
                                        <p:tgtEl>
                                          <p:spTgt spid="1026"/>
                                        </p:tgtEl>
                                      </p:cBhvr>
                                    </p:animEffect>
                                    <p:anim calcmode="lin" valueType="num">
                                      <p:cBhvr>
                                        <p:cTn id="30" dur="1000" fill="hold"/>
                                        <p:tgtEl>
                                          <p:spTgt spid="1026"/>
                                        </p:tgtEl>
                                        <p:attrNameLst>
                                          <p:attrName>ppt_x</p:attrName>
                                        </p:attrNameLst>
                                      </p:cBhvr>
                                      <p:tavLst>
                                        <p:tav tm="0">
                                          <p:val>
                                            <p:strVal val="#ppt_x"/>
                                          </p:val>
                                        </p:tav>
                                        <p:tav tm="100000">
                                          <p:val>
                                            <p:strVal val="#ppt_x"/>
                                          </p:val>
                                        </p:tav>
                                      </p:tavLst>
                                    </p:anim>
                                    <p:anim calcmode="lin" valueType="num">
                                      <p:cBhvr>
                                        <p:cTn id="31" dur="1000" fill="hold"/>
                                        <p:tgtEl>
                                          <p:spTgt spid="1026"/>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1000"/>
                                        <p:tgtEl>
                                          <p:spTgt spid="4"/>
                                        </p:tgtEl>
                                      </p:cBhvr>
                                    </p:animEffect>
                                    <p:anim calcmode="lin" valueType="num">
                                      <p:cBhvr>
                                        <p:cTn id="35" dur="1000" fill="hold"/>
                                        <p:tgtEl>
                                          <p:spTgt spid="4"/>
                                        </p:tgtEl>
                                        <p:attrNameLst>
                                          <p:attrName>ppt_x</p:attrName>
                                        </p:attrNameLst>
                                      </p:cBhvr>
                                      <p:tavLst>
                                        <p:tav tm="0">
                                          <p:val>
                                            <p:strVal val="#ppt_x"/>
                                          </p:val>
                                        </p:tav>
                                        <p:tav tm="100000">
                                          <p:val>
                                            <p:strVal val="#ppt_x"/>
                                          </p:val>
                                        </p:tav>
                                      </p:tavLst>
                                    </p:anim>
                                    <p:anim calcmode="lin" valueType="num">
                                      <p:cBhvr>
                                        <p:cTn id="36" dur="1000" fill="hold"/>
                                        <p:tgtEl>
                                          <p:spTgt spid="4"/>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49"/>
                                        </p:tgtEl>
                                        <p:attrNameLst>
                                          <p:attrName>style.visibility</p:attrName>
                                        </p:attrNameLst>
                                      </p:cBhvr>
                                      <p:to>
                                        <p:strVal val="visible"/>
                                      </p:to>
                                    </p:set>
                                    <p:animEffect transition="in" filter="fade">
                                      <p:cBhvr>
                                        <p:cTn id="39" dur="1000"/>
                                        <p:tgtEl>
                                          <p:spTgt spid="49"/>
                                        </p:tgtEl>
                                      </p:cBhvr>
                                    </p:animEffect>
                                    <p:anim calcmode="lin" valueType="num">
                                      <p:cBhvr>
                                        <p:cTn id="40" dur="1000" fill="hold"/>
                                        <p:tgtEl>
                                          <p:spTgt spid="49"/>
                                        </p:tgtEl>
                                        <p:attrNameLst>
                                          <p:attrName>ppt_x</p:attrName>
                                        </p:attrNameLst>
                                      </p:cBhvr>
                                      <p:tavLst>
                                        <p:tav tm="0">
                                          <p:val>
                                            <p:strVal val="#ppt_x"/>
                                          </p:val>
                                        </p:tav>
                                        <p:tav tm="100000">
                                          <p:val>
                                            <p:strVal val="#ppt_x"/>
                                          </p:val>
                                        </p:tav>
                                      </p:tavLst>
                                    </p:anim>
                                    <p:anim calcmode="lin" valueType="num">
                                      <p:cBhvr>
                                        <p:cTn id="41"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28676">
                                            <p:txEl>
                                              <p:pRg st="2" end="2"/>
                                            </p:txEl>
                                          </p:spTgt>
                                        </p:tgtEl>
                                        <p:attrNameLst>
                                          <p:attrName>style.visibility</p:attrName>
                                        </p:attrNameLst>
                                      </p:cBhvr>
                                      <p:to>
                                        <p:strVal val="visible"/>
                                      </p:to>
                                    </p:set>
                                    <p:animEffect transition="in" filter="fade">
                                      <p:cBhvr>
                                        <p:cTn id="46" dur="1000"/>
                                        <p:tgtEl>
                                          <p:spTgt spid="28676">
                                            <p:txEl>
                                              <p:pRg st="2" end="2"/>
                                            </p:txEl>
                                          </p:spTgt>
                                        </p:tgtEl>
                                      </p:cBhvr>
                                    </p:animEffect>
                                    <p:anim calcmode="lin" valueType="num">
                                      <p:cBhvr>
                                        <p:cTn id="47" dur="1000" fill="hold"/>
                                        <p:tgtEl>
                                          <p:spTgt spid="28676">
                                            <p:txEl>
                                              <p:pRg st="2" end="2"/>
                                            </p:txEl>
                                          </p:spTgt>
                                        </p:tgtEl>
                                        <p:attrNameLst>
                                          <p:attrName>ppt_x</p:attrName>
                                        </p:attrNameLst>
                                      </p:cBhvr>
                                      <p:tavLst>
                                        <p:tav tm="0">
                                          <p:val>
                                            <p:strVal val="#ppt_x"/>
                                          </p:val>
                                        </p:tav>
                                        <p:tav tm="100000">
                                          <p:val>
                                            <p:strVal val="#ppt_x"/>
                                          </p:val>
                                        </p:tav>
                                      </p:tavLst>
                                    </p:anim>
                                    <p:anim calcmode="lin" valueType="num">
                                      <p:cBhvr>
                                        <p:cTn id="48" dur="1000" fill="hold"/>
                                        <p:tgtEl>
                                          <p:spTgt spid="2867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28676">
                                            <p:txEl>
                                              <p:pRg st="3" end="3"/>
                                            </p:txEl>
                                          </p:spTgt>
                                        </p:tgtEl>
                                        <p:attrNameLst>
                                          <p:attrName>style.visibility</p:attrName>
                                        </p:attrNameLst>
                                      </p:cBhvr>
                                      <p:to>
                                        <p:strVal val="visible"/>
                                      </p:to>
                                    </p:set>
                                    <p:animEffect transition="in" filter="fade">
                                      <p:cBhvr>
                                        <p:cTn id="53" dur="1000"/>
                                        <p:tgtEl>
                                          <p:spTgt spid="28676">
                                            <p:txEl>
                                              <p:pRg st="3" end="3"/>
                                            </p:txEl>
                                          </p:spTgt>
                                        </p:tgtEl>
                                      </p:cBhvr>
                                    </p:animEffect>
                                    <p:anim calcmode="lin" valueType="num">
                                      <p:cBhvr>
                                        <p:cTn id="54" dur="1000" fill="hold"/>
                                        <p:tgtEl>
                                          <p:spTgt spid="28676">
                                            <p:txEl>
                                              <p:pRg st="3" end="3"/>
                                            </p:txEl>
                                          </p:spTgt>
                                        </p:tgtEl>
                                        <p:attrNameLst>
                                          <p:attrName>ppt_x</p:attrName>
                                        </p:attrNameLst>
                                      </p:cBhvr>
                                      <p:tavLst>
                                        <p:tav tm="0">
                                          <p:val>
                                            <p:strVal val="#ppt_x"/>
                                          </p:val>
                                        </p:tav>
                                        <p:tav tm="100000">
                                          <p:val>
                                            <p:strVal val="#ppt_x"/>
                                          </p:val>
                                        </p:tav>
                                      </p:tavLst>
                                    </p:anim>
                                    <p:anim calcmode="lin" valueType="num">
                                      <p:cBhvr>
                                        <p:cTn id="55" dur="1000" fill="hold"/>
                                        <p:tgtEl>
                                          <p:spTgt spid="2867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28676">
                                            <p:txEl>
                                              <p:pRg st="4" end="4"/>
                                            </p:txEl>
                                          </p:spTgt>
                                        </p:tgtEl>
                                        <p:attrNameLst>
                                          <p:attrName>style.visibility</p:attrName>
                                        </p:attrNameLst>
                                      </p:cBhvr>
                                      <p:to>
                                        <p:strVal val="visible"/>
                                      </p:to>
                                    </p:set>
                                    <p:animEffect transition="in" filter="fade">
                                      <p:cBhvr>
                                        <p:cTn id="60" dur="1000"/>
                                        <p:tgtEl>
                                          <p:spTgt spid="28676">
                                            <p:txEl>
                                              <p:pRg st="4" end="4"/>
                                            </p:txEl>
                                          </p:spTgt>
                                        </p:tgtEl>
                                      </p:cBhvr>
                                    </p:animEffect>
                                    <p:anim calcmode="lin" valueType="num">
                                      <p:cBhvr>
                                        <p:cTn id="61" dur="1000" fill="hold"/>
                                        <p:tgtEl>
                                          <p:spTgt spid="28676">
                                            <p:txEl>
                                              <p:pRg st="4" end="4"/>
                                            </p:txEl>
                                          </p:spTgt>
                                        </p:tgtEl>
                                        <p:attrNameLst>
                                          <p:attrName>ppt_x</p:attrName>
                                        </p:attrNameLst>
                                      </p:cBhvr>
                                      <p:tavLst>
                                        <p:tav tm="0">
                                          <p:val>
                                            <p:strVal val="#ppt_x"/>
                                          </p:val>
                                        </p:tav>
                                        <p:tav tm="100000">
                                          <p:val>
                                            <p:strVal val="#ppt_x"/>
                                          </p:val>
                                        </p:tav>
                                      </p:tavLst>
                                    </p:anim>
                                    <p:anim calcmode="lin" valueType="num">
                                      <p:cBhvr>
                                        <p:cTn id="62" dur="1000" fill="hold"/>
                                        <p:tgtEl>
                                          <p:spTgt spid="2867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28676">
                                            <p:txEl>
                                              <p:pRg st="5" end="5"/>
                                            </p:txEl>
                                          </p:spTgt>
                                        </p:tgtEl>
                                        <p:attrNameLst>
                                          <p:attrName>style.visibility</p:attrName>
                                        </p:attrNameLst>
                                      </p:cBhvr>
                                      <p:to>
                                        <p:strVal val="visible"/>
                                      </p:to>
                                    </p:set>
                                    <p:animEffect transition="in" filter="fade">
                                      <p:cBhvr>
                                        <p:cTn id="67" dur="1000"/>
                                        <p:tgtEl>
                                          <p:spTgt spid="28676">
                                            <p:txEl>
                                              <p:pRg st="5" end="5"/>
                                            </p:txEl>
                                          </p:spTgt>
                                        </p:tgtEl>
                                      </p:cBhvr>
                                    </p:animEffect>
                                    <p:anim calcmode="lin" valueType="num">
                                      <p:cBhvr>
                                        <p:cTn id="68" dur="1000" fill="hold"/>
                                        <p:tgtEl>
                                          <p:spTgt spid="28676">
                                            <p:txEl>
                                              <p:pRg st="5" end="5"/>
                                            </p:txEl>
                                          </p:spTgt>
                                        </p:tgtEl>
                                        <p:attrNameLst>
                                          <p:attrName>ppt_x</p:attrName>
                                        </p:attrNameLst>
                                      </p:cBhvr>
                                      <p:tavLst>
                                        <p:tav tm="0">
                                          <p:val>
                                            <p:strVal val="#ppt_x"/>
                                          </p:val>
                                        </p:tav>
                                        <p:tav tm="100000">
                                          <p:val>
                                            <p:strVal val="#ppt_x"/>
                                          </p:val>
                                        </p:tav>
                                      </p:tavLst>
                                    </p:anim>
                                    <p:anim calcmode="lin" valueType="num">
                                      <p:cBhvr>
                                        <p:cTn id="69" dur="1000" fill="hold"/>
                                        <p:tgtEl>
                                          <p:spTgt spid="2867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nodeType="clickEffect">
                                  <p:stCondLst>
                                    <p:cond delay="0"/>
                                  </p:stCondLst>
                                  <p:childTnLst>
                                    <p:set>
                                      <p:cBhvr>
                                        <p:cTn id="73" dur="1" fill="hold">
                                          <p:stCondLst>
                                            <p:cond delay="0"/>
                                          </p:stCondLst>
                                        </p:cTn>
                                        <p:tgtEl>
                                          <p:spTgt spid="28676">
                                            <p:txEl>
                                              <p:pRg st="6" end="6"/>
                                            </p:txEl>
                                          </p:spTgt>
                                        </p:tgtEl>
                                        <p:attrNameLst>
                                          <p:attrName>style.visibility</p:attrName>
                                        </p:attrNameLst>
                                      </p:cBhvr>
                                      <p:to>
                                        <p:strVal val="visible"/>
                                      </p:to>
                                    </p:set>
                                    <p:animEffect transition="in" filter="fade">
                                      <p:cBhvr>
                                        <p:cTn id="74" dur="1000"/>
                                        <p:tgtEl>
                                          <p:spTgt spid="28676">
                                            <p:txEl>
                                              <p:pRg st="6" end="6"/>
                                            </p:txEl>
                                          </p:spTgt>
                                        </p:tgtEl>
                                      </p:cBhvr>
                                    </p:animEffect>
                                    <p:anim calcmode="lin" valueType="num">
                                      <p:cBhvr>
                                        <p:cTn id="75" dur="1000" fill="hold"/>
                                        <p:tgtEl>
                                          <p:spTgt spid="28676">
                                            <p:txEl>
                                              <p:pRg st="6" end="6"/>
                                            </p:txEl>
                                          </p:spTgt>
                                        </p:tgtEl>
                                        <p:attrNameLst>
                                          <p:attrName>ppt_x</p:attrName>
                                        </p:attrNameLst>
                                      </p:cBhvr>
                                      <p:tavLst>
                                        <p:tav tm="0">
                                          <p:val>
                                            <p:strVal val="#ppt_x"/>
                                          </p:val>
                                        </p:tav>
                                        <p:tav tm="100000">
                                          <p:val>
                                            <p:strVal val="#ppt_x"/>
                                          </p:val>
                                        </p:tav>
                                      </p:tavLst>
                                    </p:anim>
                                    <p:anim calcmode="lin" valueType="num">
                                      <p:cBhvr>
                                        <p:cTn id="76" dur="1000" fill="hold"/>
                                        <p:tgtEl>
                                          <p:spTgt spid="2867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nodeType="clickEffect">
                                  <p:stCondLst>
                                    <p:cond delay="0"/>
                                  </p:stCondLst>
                                  <p:childTnLst>
                                    <p:set>
                                      <p:cBhvr>
                                        <p:cTn id="80" dur="1" fill="hold">
                                          <p:stCondLst>
                                            <p:cond delay="0"/>
                                          </p:stCondLst>
                                        </p:cTn>
                                        <p:tgtEl>
                                          <p:spTgt spid="28676">
                                            <p:txEl>
                                              <p:pRg st="7" end="7"/>
                                            </p:txEl>
                                          </p:spTgt>
                                        </p:tgtEl>
                                        <p:attrNameLst>
                                          <p:attrName>style.visibility</p:attrName>
                                        </p:attrNameLst>
                                      </p:cBhvr>
                                      <p:to>
                                        <p:strVal val="visible"/>
                                      </p:to>
                                    </p:set>
                                    <p:animEffect transition="in" filter="fade">
                                      <p:cBhvr>
                                        <p:cTn id="81" dur="1000"/>
                                        <p:tgtEl>
                                          <p:spTgt spid="28676">
                                            <p:txEl>
                                              <p:pRg st="7" end="7"/>
                                            </p:txEl>
                                          </p:spTgt>
                                        </p:tgtEl>
                                      </p:cBhvr>
                                    </p:animEffect>
                                    <p:anim calcmode="lin" valueType="num">
                                      <p:cBhvr>
                                        <p:cTn id="82" dur="1000" fill="hold"/>
                                        <p:tgtEl>
                                          <p:spTgt spid="28676">
                                            <p:txEl>
                                              <p:pRg st="7" end="7"/>
                                            </p:txEl>
                                          </p:spTgt>
                                        </p:tgtEl>
                                        <p:attrNameLst>
                                          <p:attrName>ppt_x</p:attrName>
                                        </p:attrNameLst>
                                      </p:cBhvr>
                                      <p:tavLst>
                                        <p:tav tm="0">
                                          <p:val>
                                            <p:strVal val="#ppt_x"/>
                                          </p:val>
                                        </p:tav>
                                        <p:tav tm="100000">
                                          <p:val>
                                            <p:strVal val="#ppt_x"/>
                                          </p:val>
                                        </p:tav>
                                      </p:tavLst>
                                    </p:anim>
                                    <p:anim calcmode="lin" valueType="num">
                                      <p:cBhvr>
                                        <p:cTn id="83" dur="1000" fill="hold"/>
                                        <p:tgtEl>
                                          <p:spTgt spid="2867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nodeType="clickEffect">
                                  <p:stCondLst>
                                    <p:cond delay="0"/>
                                  </p:stCondLst>
                                  <p:childTnLst>
                                    <p:set>
                                      <p:cBhvr>
                                        <p:cTn id="87" dur="1" fill="hold">
                                          <p:stCondLst>
                                            <p:cond delay="0"/>
                                          </p:stCondLst>
                                        </p:cTn>
                                        <p:tgtEl>
                                          <p:spTgt spid="28676">
                                            <p:txEl>
                                              <p:pRg st="8" end="8"/>
                                            </p:txEl>
                                          </p:spTgt>
                                        </p:tgtEl>
                                        <p:attrNameLst>
                                          <p:attrName>style.visibility</p:attrName>
                                        </p:attrNameLst>
                                      </p:cBhvr>
                                      <p:to>
                                        <p:strVal val="visible"/>
                                      </p:to>
                                    </p:set>
                                    <p:animEffect transition="in" filter="fade">
                                      <p:cBhvr>
                                        <p:cTn id="88" dur="1000"/>
                                        <p:tgtEl>
                                          <p:spTgt spid="28676">
                                            <p:txEl>
                                              <p:pRg st="8" end="8"/>
                                            </p:txEl>
                                          </p:spTgt>
                                        </p:tgtEl>
                                      </p:cBhvr>
                                    </p:animEffect>
                                    <p:anim calcmode="lin" valueType="num">
                                      <p:cBhvr>
                                        <p:cTn id="89" dur="1000" fill="hold"/>
                                        <p:tgtEl>
                                          <p:spTgt spid="28676">
                                            <p:txEl>
                                              <p:pRg st="8" end="8"/>
                                            </p:txEl>
                                          </p:spTgt>
                                        </p:tgtEl>
                                        <p:attrNameLst>
                                          <p:attrName>ppt_x</p:attrName>
                                        </p:attrNameLst>
                                      </p:cBhvr>
                                      <p:tavLst>
                                        <p:tav tm="0">
                                          <p:val>
                                            <p:strVal val="#ppt_x"/>
                                          </p:val>
                                        </p:tav>
                                        <p:tav tm="100000">
                                          <p:val>
                                            <p:strVal val="#ppt_x"/>
                                          </p:val>
                                        </p:tav>
                                      </p:tavLst>
                                    </p:anim>
                                    <p:anim calcmode="lin" valueType="num">
                                      <p:cBhvr>
                                        <p:cTn id="90" dur="1000" fill="hold"/>
                                        <p:tgtEl>
                                          <p:spTgt spid="28676">
                                            <p:txEl>
                                              <p:pRg st="8" end="8"/>
                                            </p:txEl>
                                          </p:spTgt>
                                        </p:tgtEl>
                                        <p:attrNameLst>
                                          <p:attrName>ppt_y</p:attrName>
                                        </p:attrNameLst>
                                      </p:cBhvr>
                                      <p:tavLst>
                                        <p:tav tm="0">
                                          <p:val>
                                            <p:strVal val="#ppt_y+.1"/>
                                          </p:val>
                                        </p:tav>
                                        <p:tav tm="100000">
                                          <p:val>
                                            <p:strVal val="#ppt_y"/>
                                          </p:val>
                                        </p:tav>
                                      </p:tavLst>
                                    </p:anim>
                                  </p:childTnLst>
                                </p:cTn>
                              </p:par>
                              <p:par>
                                <p:cTn id="91" presetID="22" presetClass="entr" presetSubtype="1" fill="hold" nodeType="withEffect">
                                  <p:stCondLst>
                                    <p:cond delay="0"/>
                                  </p:stCondLst>
                                  <p:childTnLst>
                                    <p:set>
                                      <p:cBhvr>
                                        <p:cTn id="92" dur="1" fill="hold">
                                          <p:stCondLst>
                                            <p:cond delay="0"/>
                                          </p:stCondLst>
                                        </p:cTn>
                                        <p:tgtEl>
                                          <p:spTgt spid="28672"/>
                                        </p:tgtEl>
                                        <p:attrNameLst>
                                          <p:attrName>style.visibility</p:attrName>
                                        </p:attrNameLst>
                                      </p:cBhvr>
                                      <p:to>
                                        <p:strVal val="visible"/>
                                      </p:to>
                                    </p:set>
                                    <p:animEffect transition="in" filter="wipe(up)">
                                      <p:cBhvr>
                                        <p:cTn id="93" dur="500"/>
                                        <p:tgtEl>
                                          <p:spTgt spid="28672"/>
                                        </p:tgtEl>
                                      </p:cBhvr>
                                    </p:animEffect>
                                  </p:childTnLst>
                                </p:cTn>
                              </p:par>
                              <p:par>
                                <p:cTn id="94" presetID="42" presetClass="entr" presetSubtype="0" fill="hold" nodeType="withEffect">
                                  <p:stCondLst>
                                    <p:cond delay="0"/>
                                  </p:stCondLst>
                                  <p:childTnLst>
                                    <p:set>
                                      <p:cBhvr>
                                        <p:cTn id="95" dur="1" fill="hold">
                                          <p:stCondLst>
                                            <p:cond delay="0"/>
                                          </p:stCondLst>
                                        </p:cTn>
                                        <p:tgtEl>
                                          <p:spTgt spid="66"/>
                                        </p:tgtEl>
                                        <p:attrNameLst>
                                          <p:attrName>style.visibility</p:attrName>
                                        </p:attrNameLst>
                                      </p:cBhvr>
                                      <p:to>
                                        <p:strVal val="visible"/>
                                      </p:to>
                                    </p:set>
                                    <p:animEffect transition="in" filter="fade">
                                      <p:cBhvr>
                                        <p:cTn id="96" dur="1000"/>
                                        <p:tgtEl>
                                          <p:spTgt spid="66"/>
                                        </p:tgtEl>
                                      </p:cBhvr>
                                    </p:animEffect>
                                    <p:anim calcmode="lin" valueType="num">
                                      <p:cBhvr>
                                        <p:cTn id="97" dur="1000" fill="hold"/>
                                        <p:tgtEl>
                                          <p:spTgt spid="66"/>
                                        </p:tgtEl>
                                        <p:attrNameLst>
                                          <p:attrName>ppt_x</p:attrName>
                                        </p:attrNameLst>
                                      </p:cBhvr>
                                      <p:tavLst>
                                        <p:tav tm="0">
                                          <p:val>
                                            <p:strVal val="#ppt_x"/>
                                          </p:val>
                                        </p:tav>
                                        <p:tav tm="100000">
                                          <p:val>
                                            <p:strVal val="#ppt_x"/>
                                          </p:val>
                                        </p:tav>
                                      </p:tavLst>
                                    </p:anim>
                                    <p:anim calcmode="lin" valueType="num">
                                      <p:cBhvr>
                                        <p:cTn id="98" dur="1000" fill="hold"/>
                                        <p:tgtEl>
                                          <p:spTgt spid="66"/>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42" presetClass="entr" presetSubtype="0" fill="hold" nodeType="clickEffect">
                                  <p:stCondLst>
                                    <p:cond delay="0"/>
                                  </p:stCondLst>
                                  <p:childTnLst>
                                    <p:set>
                                      <p:cBhvr>
                                        <p:cTn id="102" dur="1" fill="hold">
                                          <p:stCondLst>
                                            <p:cond delay="0"/>
                                          </p:stCondLst>
                                        </p:cTn>
                                        <p:tgtEl>
                                          <p:spTgt spid="28676">
                                            <p:txEl>
                                              <p:pRg st="9" end="9"/>
                                            </p:txEl>
                                          </p:spTgt>
                                        </p:tgtEl>
                                        <p:attrNameLst>
                                          <p:attrName>style.visibility</p:attrName>
                                        </p:attrNameLst>
                                      </p:cBhvr>
                                      <p:to>
                                        <p:strVal val="visible"/>
                                      </p:to>
                                    </p:set>
                                    <p:animEffect transition="in" filter="fade">
                                      <p:cBhvr>
                                        <p:cTn id="103" dur="1000"/>
                                        <p:tgtEl>
                                          <p:spTgt spid="28676">
                                            <p:txEl>
                                              <p:pRg st="9" end="9"/>
                                            </p:txEl>
                                          </p:spTgt>
                                        </p:tgtEl>
                                      </p:cBhvr>
                                    </p:animEffect>
                                    <p:anim calcmode="lin" valueType="num">
                                      <p:cBhvr>
                                        <p:cTn id="104" dur="1000" fill="hold"/>
                                        <p:tgtEl>
                                          <p:spTgt spid="28676">
                                            <p:txEl>
                                              <p:pRg st="9" end="9"/>
                                            </p:txEl>
                                          </p:spTgt>
                                        </p:tgtEl>
                                        <p:attrNameLst>
                                          <p:attrName>ppt_x</p:attrName>
                                        </p:attrNameLst>
                                      </p:cBhvr>
                                      <p:tavLst>
                                        <p:tav tm="0">
                                          <p:val>
                                            <p:strVal val="#ppt_x"/>
                                          </p:val>
                                        </p:tav>
                                        <p:tav tm="100000">
                                          <p:val>
                                            <p:strVal val="#ppt_x"/>
                                          </p:val>
                                        </p:tav>
                                      </p:tavLst>
                                    </p:anim>
                                    <p:anim calcmode="lin" valueType="num">
                                      <p:cBhvr>
                                        <p:cTn id="105" dur="1000" fill="hold"/>
                                        <p:tgtEl>
                                          <p:spTgt spid="28676">
                                            <p:txEl>
                                              <p:pRg st="9" end="9"/>
                                            </p:txEl>
                                          </p:spTgt>
                                        </p:tgtEl>
                                        <p:attrNameLst>
                                          <p:attrName>ppt_y</p:attrName>
                                        </p:attrNameLst>
                                      </p:cBhvr>
                                      <p:tavLst>
                                        <p:tav tm="0">
                                          <p:val>
                                            <p:strVal val="#ppt_y+.1"/>
                                          </p:val>
                                        </p:tav>
                                        <p:tav tm="100000">
                                          <p:val>
                                            <p:strVal val="#ppt_y"/>
                                          </p:val>
                                        </p:tav>
                                      </p:tavLst>
                                    </p:anim>
                                  </p:childTnLst>
                                </p:cTn>
                              </p:par>
                              <p:par>
                                <p:cTn id="106" presetID="10" presetClass="entr" presetSubtype="0" fill="hold" grpId="0" nodeType="withEffect">
                                  <p:stCondLst>
                                    <p:cond delay="0"/>
                                  </p:stCondLst>
                                  <p:childTnLst>
                                    <p:set>
                                      <p:cBhvr>
                                        <p:cTn id="107" dur="1" fill="hold">
                                          <p:stCondLst>
                                            <p:cond delay="0"/>
                                          </p:stCondLst>
                                        </p:cTn>
                                        <p:tgtEl>
                                          <p:spTgt spid="75"/>
                                        </p:tgtEl>
                                        <p:attrNameLst>
                                          <p:attrName>style.visibility</p:attrName>
                                        </p:attrNameLst>
                                      </p:cBhvr>
                                      <p:to>
                                        <p:strVal val="visible"/>
                                      </p:to>
                                    </p:set>
                                    <p:animEffect transition="in" filter="fade">
                                      <p:cBhvr>
                                        <p:cTn id="108" dur="1000"/>
                                        <p:tgtEl>
                                          <p:spTgt spid="75"/>
                                        </p:tgtEl>
                                      </p:cBhvr>
                                    </p:animEffect>
                                  </p:childTnLst>
                                </p:cTn>
                              </p:par>
                              <p:par>
                                <p:cTn id="109" presetID="47" presetClass="entr" presetSubtype="0" fill="hold" nodeType="withEffect">
                                  <p:stCondLst>
                                    <p:cond delay="0"/>
                                  </p:stCondLst>
                                  <p:childTnLst>
                                    <p:set>
                                      <p:cBhvr>
                                        <p:cTn id="110" dur="1" fill="hold">
                                          <p:stCondLst>
                                            <p:cond delay="0"/>
                                          </p:stCondLst>
                                        </p:cTn>
                                        <p:tgtEl>
                                          <p:spTgt spid="2050"/>
                                        </p:tgtEl>
                                        <p:attrNameLst>
                                          <p:attrName>style.visibility</p:attrName>
                                        </p:attrNameLst>
                                      </p:cBhvr>
                                      <p:to>
                                        <p:strVal val="visible"/>
                                      </p:to>
                                    </p:set>
                                    <p:animEffect transition="in" filter="fade">
                                      <p:cBhvr>
                                        <p:cTn id="111" dur="500"/>
                                        <p:tgtEl>
                                          <p:spTgt spid="2050"/>
                                        </p:tgtEl>
                                      </p:cBhvr>
                                    </p:animEffect>
                                    <p:anim calcmode="lin" valueType="num">
                                      <p:cBhvr>
                                        <p:cTn id="112" dur="500" fill="hold"/>
                                        <p:tgtEl>
                                          <p:spTgt spid="2050"/>
                                        </p:tgtEl>
                                        <p:attrNameLst>
                                          <p:attrName>ppt_x</p:attrName>
                                        </p:attrNameLst>
                                      </p:cBhvr>
                                      <p:tavLst>
                                        <p:tav tm="0">
                                          <p:val>
                                            <p:strVal val="#ppt_x"/>
                                          </p:val>
                                        </p:tav>
                                        <p:tav tm="100000">
                                          <p:val>
                                            <p:strVal val="#ppt_x"/>
                                          </p:val>
                                        </p:tav>
                                      </p:tavLst>
                                    </p:anim>
                                    <p:anim calcmode="lin" valueType="num">
                                      <p:cBhvr>
                                        <p:cTn id="113" dur="500" fill="hold"/>
                                        <p:tgtEl>
                                          <p:spTgt spid="2050"/>
                                        </p:tgtEl>
                                        <p:attrNameLst>
                                          <p:attrName>ppt_y</p:attrName>
                                        </p:attrNameLst>
                                      </p:cBhvr>
                                      <p:tavLst>
                                        <p:tav tm="0">
                                          <p:val>
                                            <p:strVal val="#ppt_y-.1"/>
                                          </p:val>
                                        </p:tav>
                                        <p:tav tm="100000">
                                          <p:val>
                                            <p:strVal val="#ppt_y"/>
                                          </p:val>
                                        </p:tav>
                                      </p:tavLst>
                                    </p:anim>
                                  </p:childTnLst>
                                </p:cTn>
                              </p:par>
                              <p:par>
                                <p:cTn id="114" presetID="47" presetClass="entr" presetSubtype="0" fill="hold" nodeType="withEffect">
                                  <p:stCondLst>
                                    <p:cond delay="100"/>
                                  </p:stCondLst>
                                  <p:childTnLst>
                                    <p:set>
                                      <p:cBhvr>
                                        <p:cTn id="115" dur="1" fill="hold">
                                          <p:stCondLst>
                                            <p:cond delay="0"/>
                                          </p:stCondLst>
                                        </p:cTn>
                                        <p:tgtEl>
                                          <p:spTgt spid="74"/>
                                        </p:tgtEl>
                                        <p:attrNameLst>
                                          <p:attrName>style.visibility</p:attrName>
                                        </p:attrNameLst>
                                      </p:cBhvr>
                                      <p:to>
                                        <p:strVal val="visible"/>
                                      </p:to>
                                    </p:set>
                                    <p:animEffect transition="in" filter="fade">
                                      <p:cBhvr>
                                        <p:cTn id="116" dur="500"/>
                                        <p:tgtEl>
                                          <p:spTgt spid="74"/>
                                        </p:tgtEl>
                                      </p:cBhvr>
                                    </p:animEffect>
                                    <p:anim calcmode="lin" valueType="num">
                                      <p:cBhvr>
                                        <p:cTn id="117" dur="500" fill="hold"/>
                                        <p:tgtEl>
                                          <p:spTgt spid="74"/>
                                        </p:tgtEl>
                                        <p:attrNameLst>
                                          <p:attrName>ppt_x</p:attrName>
                                        </p:attrNameLst>
                                      </p:cBhvr>
                                      <p:tavLst>
                                        <p:tav tm="0">
                                          <p:val>
                                            <p:strVal val="#ppt_x"/>
                                          </p:val>
                                        </p:tav>
                                        <p:tav tm="100000">
                                          <p:val>
                                            <p:strVal val="#ppt_x"/>
                                          </p:val>
                                        </p:tav>
                                      </p:tavLst>
                                    </p:anim>
                                    <p:anim calcmode="lin" valueType="num">
                                      <p:cBhvr>
                                        <p:cTn id="118" dur="500" fill="hold"/>
                                        <p:tgtEl>
                                          <p:spTgt spid="74"/>
                                        </p:tgtEl>
                                        <p:attrNameLst>
                                          <p:attrName>ppt_y</p:attrName>
                                        </p:attrNameLst>
                                      </p:cBhvr>
                                      <p:tavLst>
                                        <p:tav tm="0">
                                          <p:val>
                                            <p:strVal val="#ppt_y-.1"/>
                                          </p:val>
                                        </p:tav>
                                        <p:tav tm="100000">
                                          <p:val>
                                            <p:strVal val="#ppt_y"/>
                                          </p:val>
                                        </p:tav>
                                      </p:tavLst>
                                    </p:anim>
                                  </p:childTnLst>
                                </p:cTn>
                              </p:par>
                              <p:par>
                                <p:cTn id="119" presetID="47" presetClass="entr" presetSubtype="0" fill="hold" nodeType="withEffect">
                                  <p:stCondLst>
                                    <p:cond delay="200"/>
                                  </p:stCondLst>
                                  <p:childTnLst>
                                    <p:set>
                                      <p:cBhvr>
                                        <p:cTn id="120" dur="1" fill="hold">
                                          <p:stCondLst>
                                            <p:cond delay="0"/>
                                          </p:stCondLst>
                                        </p:cTn>
                                        <p:tgtEl>
                                          <p:spTgt spid="71"/>
                                        </p:tgtEl>
                                        <p:attrNameLst>
                                          <p:attrName>style.visibility</p:attrName>
                                        </p:attrNameLst>
                                      </p:cBhvr>
                                      <p:to>
                                        <p:strVal val="visible"/>
                                      </p:to>
                                    </p:set>
                                    <p:animEffect transition="in" filter="fade">
                                      <p:cBhvr>
                                        <p:cTn id="121" dur="500"/>
                                        <p:tgtEl>
                                          <p:spTgt spid="71"/>
                                        </p:tgtEl>
                                      </p:cBhvr>
                                    </p:animEffect>
                                    <p:anim calcmode="lin" valueType="num">
                                      <p:cBhvr>
                                        <p:cTn id="122" dur="500" fill="hold"/>
                                        <p:tgtEl>
                                          <p:spTgt spid="71"/>
                                        </p:tgtEl>
                                        <p:attrNameLst>
                                          <p:attrName>ppt_x</p:attrName>
                                        </p:attrNameLst>
                                      </p:cBhvr>
                                      <p:tavLst>
                                        <p:tav tm="0">
                                          <p:val>
                                            <p:strVal val="#ppt_x"/>
                                          </p:val>
                                        </p:tav>
                                        <p:tav tm="100000">
                                          <p:val>
                                            <p:strVal val="#ppt_x"/>
                                          </p:val>
                                        </p:tav>
                                      </p:tavLst>
                                    </p:anim>
                                    <p:anim calcmode="lin" valueType="num">
                                      <p:cBhvr>
                                        <p:cTn id="123" dur="500" fill="hold"/>
                                        <p:tgtEl>
                                          <p:spTgt spid="71"/>
                                        </p:tgtEl>
                                        <p:attrNameLst>
                                          <p:attrName>ppt_y</p:attrName>
                                        </p:attrNameLst>
                                      </p:cBhvr>
                                      <p:tavLst>
                                        <p:tav tm="0">
                                          <p:val>
                                            <p:strVal val="#ppt_y-.1"/>
                                          </p:val>
                                        </p:tav>
                                        <p:tav tm="100000">
                                          <p:val>
                                            <p:strVal val="#ppt_y"/>
                                          </p:val>
                                        </p:tav>
                                      </p:tavLst>
                                    </p:anim>
                                  </p:childTnLst>
                                </p:cTn>
                              </p:par>
                              <p:par>
                                <p:cTn id="124" presetID="47" presetClass="entr" presetSubtype="0" fill="hold" nodeType="withEffect">
                                  <p:stCondLst>
                                    <p:cond delay="300"/>
                                  </p:stCondLst>
                                  <p:childTnLst>
                                    <p:set>
                                      <p:cBhvr>
                                        <p:cTn id="125" dur="1" fill="hold">
                                          <p:stCondLst>
                                            <p:cond delay="0"/>
                                          </p:stCondLst>
                                        </p:cTn>
                                        <p:tgtEl>
                                          <p:spTgt spid="72"/>
                                        </p:tgtEl>
                                        <p:attrNameLst>
                                          <p:attrName>style.visibility</p:attrName>
                                        </p:attrNameLst>
                                      </p:cBhvr>
                                      <p:to>
                                        <p:strVal val="visible"/>
                                      </p:to>
                                    </p:set>
                                    <p:animEffect transition="in" filter="fade">
                                      <p:cBhvr>
                                        <p:cTn id="126" dur="500"/>
                                        <p:tgtEl>
                                          <p:spTgt spid="72"/>
                                        </p:tgtEl>
                                      </p:cBhvr>
                                    </p:animEffect>
                                    <p:anim calcmode="lin" valueType="num">
                                      <p:cBhvr>
                                        <p:cTn id="127" dur="500" fill="hold"/>
                                        <p:tgtEl>
                                          <p:spTgt spid="72"/>
                                        </p:tgtEl>
                                        <p:attrNameLst>
                                          <p:attrName>ppt_x</p:attrName>
                                        </p:attrNameLst>
                                      </p:cBhvr>
                                      <p:tavLst>
                                        <p:tav tm="0">
                                          <p:val>
                                            <p:strVal val="#ppt_x"/>
                                          </p:val>
                                        </p:tav>
                                        <p:tav tm="100000">
                                          <p:val>
                                            <p:strVal val="#ppt_x"/>
                                          </p:val>
                                        </p:tav>
                                      </p:tavLst>
                                    </p:anim>
                                    <p:anim calcmode="lin" valueType="num">
                                      <p:cBhvr>
                                        <p:cTn id="128" dur="500" fill="hold"/>
                                        <p:tgtEl>
                                          <p:spTgt spid="72"/>
                                        </p:tgtEl>
                                        <p:attrNameLst>
                                          <p:attrName>ppt_y</p:attrName>
                                        </p:attrNameLst>
                                      </p:cBhvr>
                                      <p:tavLst>
                                        <p:tav tm="0">
                                          <p:val>
                                            <p:strVal val="#ppt_y-.1"/>
                                          </p:val>
                                        </p:tav>
                                        <p:tav tm="100000">
                                          <p:val>
                                            <p:strVal val="#ppt_y"/>
                                          </p:val>
                                        </p:tav>
                                      </p:tavLst>
                                    </p:anim>
                                  </p:childTnLst>
                                </p:cTn>
                              </p:par>
                              <p:par>
                                <p:cTn id="129" presetID="47" presetClass="entr" presetSubtype="0" fill="hold" nodeType="withEffect">
                                  <p:stCondLst>
                                    <p:cond delay="400"/>
                                  </p:stCondLst>
                                  <p:childTnLst>
                                    <p:set>
                                      <p:cBhvr>
                                        <p:cTn id="130" dur="1" fill="hold">
                                          <p:stCondLst>
                                            <p:cond delay="0"/>
                                          </p:stCondLst>
                                        </p:cTn>
                                        <p:tgtEl>
                                          <p:spTgt spid="73"/>
                                        </p:tgtEl>
                                        <p:attrNameLst>
                                          <p:attrName>style.visibility</p:attrName>
                                        </p:attrNameLst>
                                      </p:cBhvr>
                                      <p:to>
                                        <p:strVal val="visible"/>
                                      </p:to>
                                    </p:set>
                                    <p:animEffect transition="in" filter="fade">
                                      <p:cBhvr>
                                        <p:cTn id="131" dur="500"/>
                                        <p:tgtEl>
                                          <p:spTgt spid="73"/>
                                        </p:tgtEl>
                                      </p:cBhvr>
                                    </p:animEffect>
                                    <p:anim calcmode="lin" valueType="num">
                                      <p:cBhvr>
                                        <p:cTn id="132" dur="500" fill="hold"/>
                                        <p:tgtEl>
                                          <p:spTgt spid="73"/>
                                        </p:tgtEl>
                                        <p:attrNameLst>
                                          <p:attrName>ppt_x</p:attrName>
                                        </p:attrNameLst>
                                      </p:cBhvr>
                                      <p:tavLst>
                                        <p:tav tm="0">
                                          <p:val>
                                            <p:strVal val="#ppt_x"/>
                                          </p:val>
                                        </p:tav>
                                        <p:tav tm="100000">
                                          <p:val>
                                            <p:strVal val="#ppt_x"/>
                                          </p:val>
                                        </p:tav>
                                      </p:tavLst>
                                    </p:anim>
                                    <p:anim calcmode="lin" valueType="num">
                                      <p:cBhvr>
                                        <p:cTn id="133" dur="500" fill="hold"/>
                                        <p:tgtEl>
                                          <p:spTgt spid="7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custDataLst>
              <p:tags r:id="rId2"/>
            </p:custDataLst>
          </p:nvPr>
        </p:nvGrpSpPr>
        <p:grpSpPr>
          <a:xfrm>
            <a:off x="215900" y="1592261"/>
            <a:ext cx="4284663" cy="4606187"/>
            <a:chOff x="215900" y="1592261"/>
            <a:chExt cx="8705850" cy="4606187"/>
          </a:xfrm>
        </p:grpSpPr>
        <p:sp>
          <p:nvSpPr>
            <p:cNvPr id="10" name="Rectangle 76"/>
            <p:cNvSpPr>
              <a:spLocks noChangeArrowheads="1"/>
            </p:cNvSpPr>
            <p:nvPr/>
          </p:nvSpPr>
          <p:spPr bwMode="auto">
            <a:xfrm flipV="1">
              <a:off x="215900" y="1592261"/>
              <a:ext cx="8705850" cy="1557594"/>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sp>
          <p:nvSpPr>
            <p:cNvPr id="11" name="Rectangle 76"/>
            <p:cNvSpPr>
              <a:spLocks noChangeArrowheads="1"/>
            </p:cNvSpPr>
            <p:nvPr/>
          </p:nvSpPr>
          <p:spPr bwMode="auto">
            <a:xfrm>
              <a:off x="215900" y="5851627"/>
              <a:ext cx="8705850" cy="346821"/>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grpSp>
      <p:sp>
        <p:nvSpPr>
          <p:cNvPr id="28676" name="Rectangle 122"/>
          <p:cNvSpPr>
            <a:spLocks noGrp="1" noChangeArrowheads="1"/>
          </p:cNvSpPr>
          <p:nvPr>
            <p:ph type="body" sz="quarter" idx="15"/>
          </p:nvPr>
        </p:nvSpPr>
        <p:spPr>
          <a:xfrm>
            <a:off x="4643438" y="1592263"/>
            <a:ext cx="3889002" cy="4608512"/>
          </a:xfrm>
        </p:spPr>
        <p:txBody>
          <a:bodyPr/>
          <a:lstStyle/>
          <a:p>
            <a:pPr marL="0" indent="0">
              <a:buFont typeface="Wingdings" pitchFamily="2" charset="2"/>
              <a:buNone/>
              <a:tabLst>
                <a:tab pos="1438275" algn="l"/>
              </a:tabLst>
              <a:defRPr/>
            </a:pPr>
            <a:r>
              <a:rPr lang="en-US" sz="1400" b="1" dirty="0" smtClean="0">
                <a:solidFill>
                  <a:schemeClr val="accent1"/>
                </a:solidFill>
              </a:rPr>
              <a:t>Ambient air can be used as zero </a:t>
            </a:r>
            <a:r>
              <a:rPr dirty="0"/>
              <a:t/>
            </a:r>
            <a:br>
              <a:rPr dirty="0"/>
            </a:br>
            <a:r>
              <a:rPr lang="en-US" sz="1400" b="1" dirty="0" smtClean="0">
                <a:solidFill>
                  <a:schemeClr val="accent1"/>
                </a:solidFill>
              </a:rPr>
              <a:t>gas, but the ambient air must be </a:t>
            </a:r>
            <a:r>
              <a:rPr dirty="0"/>
              <a:t/>
            </a:r>
            <a:br>
              <a:rPr dirty="0"/>
            </a:br>
            <a:r>
              <a:rPr lang="en-US" sz="1400" b="1" dirty="0" smtClean="0">
                <a:solidFill>
                  <a:schemeClr val="accent1"/>
                </a:solidFill>
              </a:rPr>
              <a:t>free of measurement components.</a:t>
            </a:r>
          </a:p>
          <a:p>
            <a:pPr marL="0" indent="0">
              <a:buFont typeface="Wingdings" pitchFamily="2" charset="2"/>
              <a:buNone/>
              <a:tabLst>
                <a:tab pos="1438275" algn="l"/>
              </a:tabLst>
              <a:defRPr/>
            </a:pPr>
            <a:r>
              <a:rPr lang="en-US" sz="1400" b="1" dirty="0" smtClean="0"/>
              <a:t>Ambient air consists of:</a:t>
            </a:r>
          </a:p>
          <a:p>
            <a:pPr marL="0" indent="0">
              <a:spcBef>
                <a:spcPts val="300"/>
              </a:spcBef>
              <a:buFont typeface="Wingdings" pitchFamily="2" charset="2"/>
              <a:buNone/>
              <a:tabLst>
                <a:tab pos="3003550" algn="r"/>
              </a:tabLst>
              <a:defRPr/>
            </a:pPr>
            <a:r>
              <a:rPr sz="1400" dirty="0" smtClean="0"/>
              <a:t>Nitrogen</a:t>
            </a:r>
            <a:r>
              <a:rPr lang="en-US" sz="1400" dirty="0" smtClean="0"/>
              <a:t>	</a:t>
            </a:r>
            <a:r>
              <a:rPr sz="1400" dirty="0" smtClean="0"/>
              <a:t>78.09 Vol %</a:t>
            </a:r>
          </a:p>
          <a:p>
            <a:pPr marL="0" indent="0">
              <a:spcBef>
                <a:spcPts val="300"/>
              </a:spcBef>
              <a:buFont typeface="Wingdings" pitchFamily="2" charset="2"/>
              <a:buNone/>
              <a:tabLst>
                <a:tab pos="3003550" algn="r"/>
              </a:tabLst>
              <a:defRPr/>
            </a:pPr>
            <a:r>
              <a:rPr lang="en-US" sz="1400" dirty="0" smtClean="0">
                <a:solidFill>
                  <a:schemeClr val="tx1"/>
                </a:solidFill>
              </a:rPr>
              <a:t>Oxygen</a:t>
            </a:r>
            <a:r>
              <a:rPr lang="en-US" sz="1400" dirty="0" smtClean="0"/>
              <a:t>	</a:t>
            </a:r>
            <a:r>
              <a:rPr lang="en-US" sz="1400" dirty="0" smtClean="0">
                <a:solidFill>
                  <a:schemeClr val="tx1"/>
                </a:solidFill>
              </a:rPr>
              <a:t>20.94 Vol %</a:t>
            </a:r>
          </a:p>
          <a:p>
            <a:pPr marL="0" indent="0">
              <a:spcBef>
                <a:spcPts val="300"/>
              </a:spcBef>
              <a:buFont typeface="Wingdings" pitchFamily="2" charset="2"/>
              <a:buNone/>
              <a:tabLst>
                <a:tab pos="3003550" algn="r"/>
              </a:tabLst>
              <a:defRPr/>
            </a:pPr>
            <a:r>
              <a:rPr lang="en-US" sz="1400" dirty="0" smtClean="0">
                <a:solidFill>
                  <a:schemeClr val="tx1"/>
                </a:solidFill>
              </a:rPr>
              <a:t>Argon</a:t>
            </a:r>
            <a:r>
              <a:rPr lang="en-US" sz="1400" dirty="0" smtClean="0"/>
              <a:t>	</a:t>
            </a:r>
            <a:r>
              <a:rPr lang="en-US" sz="1400" dirty="0" smtClean="0">
                <a:solidFill>
                  <a:schemeClr val="tx1"/>
                </a:solidFill>
              </a:rPr>
              <a:t>0.93 Vol %</a:t>
            </a:r>
          </a:p>
          <a:p>
            <a:pPr marL="0" indent="0">
              <a:spcBef>
                <a:spcPts val="300"/>
              </a:spcBef>
              <a:buFont typeface="Wingdings" pitchFamily="2" charset="2"/>
              <a:buNone/>
              <a:tabLst>
                <a:tab pos="3003550" algn="r"/>
              </a:tabLst>
              <a:defRPr/>
            </a:pPr>
            <a:r>
              <a:rPr lang="en-US" sz="1400" dirty="0" smtClean="0">
                <a:solidFill>
                  <a:schemeClr val="tx1"/>
                </a:solidFill>
              </a:rPr>
              <a:t>CO</a:t>
            </a:r>
            <a:r>
              <a:rPr lang="en-US" sz="1400" baseline="-25000" dirty="0" smtClean="0">
                <a:solidFill>
                  <a:schemeClr val="tx1"/>
                </a:solidFill>
              </a:rPr>
              <a:t>2</a:t>
            </a:r>
            <a:r>
              <a:rPr lang="en-US" sz="1400" dirty="0" smtClean="0"/>
              <a:t>	</a:t>
            </a:r>
            <a:r>
              <a:rPr lang="en-US" sz="1400" dirty="0" smtClean="0">
                <a:solidFill>
                  <a:schemeClr val="tx1"/>
                </a:solidFill>
              </a:rPr>
              <a:t>approx. 380 ppm</a:t>
            </a:r>
          </a:p>
          <a:p>
            <a:pPr marL="0" indent="0">
              <a:spcBef>
                <a:spcPts val="300"/>
              </a:spcBef>
              <a:buFont typeface="Wingdings" pitchFamily="2" charset="2"/>
              <a:buNone/>
              <a:tabLst>
                <a:tab pos="3003550" algn="r"/>
              </a:tabLst>
              <a:defRPr/>
            </a:pPr>
            <a:r>
              <a:rPr lang="en-US" sz="1400" dirty="0" smtClean="0">
                <a:solidFill>
                  <a:schemeClr val="tx1"/>
                </a:solidFill>
              </a:rPr>
              <a:t>Neon</a:t>
            </a:r>
            <a:r>
              <a:rPr lang="en-US" sz="1400" dirty="0" smtClean="0"/>
              <a:t>	</a:t>
            </a:r>
            <a:r>
              <a:rPr lang="en-US" sz="1400" dirty="0" smtClean="0">
                <a:solidFill>
                  <a:schemeClr val="tx1"/>
                </a:solidFill>
              </a:rPr>
              <a:t>18 ppm</a:t>
            </a:r>
          </a:p>
          <a:p>
            <a:pPr marL="0" indent="0">
              <a:spcBef>
                <a:spcPts val="300"/>
              </a:spcBef>
              <a:buFont typeface="Wingdings" pitchFamily="2" charset="2"/>
              <a:buNone/>
              <a:tabLst>
                <a:tab pos="3003550" algn="r"/>
              </a:tabLst>
              <a:defRPr/>
            </a:pPr>
            <a:r>
              <a:rPr lang="en-US" sz="1400" dirty="0" smtClean="0">
                <a:solidFill>
                  <a:schemeClr val="tx1"/>
                </a:solidFill>
              </a:rPr>
              <a:t>Helium</a:t>
            </a:r>
            <a:r>
              <a:rPr lang="en-US" sz="1400" dirty="0" smtClean="0"/>
              <a:t>	</a:t>
            </a:r>
            <a:r>
              <a:rPr lang="en-US" sz="1400" dirty="0" smtClean="0">
                <a:solidFill>
                  <a:schemeClr val="tx1"/>
                </a:solidFill>
              </a:rPr>
              <a:t>5.2 ppm</a:t>
            </a:r>
          </a:p>
          <a:p>
            <a:pPr marL="0" indent="0">
              <a:spcBef>
                <a:spcPts val="300"/>
              </a:spcBef>
              <a:buFont typeface="Wingdings" pitchFamily="2" charset="2"/>
              <a:buNone/>
              <a:tabLst>
                <a:tab pos="3003550" algn="r"/>
              </a:tabLst>
              <a:defRPr/>
            </a:pPr>
            <a:r>
              <a:rPr lang="en-US" sz="1400" dirty="0" smtClean="0">
                <a:solidFill>
                  <a:schemeClr val="tx1"/>
                </a:solidFill>
              </a:rPr>
              <a:t>Methane</a:t>
            </a:r>
            <a:r>
              <a:rPr lang="en-US" sz="1400" dirty="0" smtClean="0"/>
              <a:t>	</a:t>
            </a:r>
            <a:r>
              <a:rPr lang="en-US" sz="1400" dirty="0" smtClean="0">
                <a:solidFill>
                  <a:schemeClr val="tx1"/>
                </a:solidFill>
              </a:rPr>
              <a:t>1.76 ppm</a:t>
            </a:r>
          </a:p>
          <a:p>
            <a:pPr marL="0" indent="0">
              <a:spcBef>
                <a:spcPts val="300"/>
              </a:spcBef>
              <a:buFont typeface="Wingdings" pitchFamily="2" charset="2"/>
              <a:buNone/>
              <a:tabLst>
                <a:tab pos="3003550" algn="r"/>
              </a:tabLst>
              <a:defRPr/>
            </a:pPr>
            <a:r>
              <a:rPr sz="1400" dirty="0" smtClean="0"/>
              <a:t>Cryptone</a:t>
            </a:r>
            <a:r>
              <a:rPr lang="en-US" sz="1400" dirty="0" smtClean="0"/>
              <a:t>	</a:t>
            </a:r>
            <a:r>
              <a:rPr sz="1400" dirty="0" smtClean="0"/>
              <a:t>1.1 ppm</a:t>
            </a:r>
          </a:p>
          <a:p>
            <a:pPr marL="0" indent="0">
              <a:buFont typeface="Wingdings" pitchFamily="2" charset="2"/>
              <a:buNone/>
              <a:tabLst>
                <a:tab pos="1438275" algn="l"/>
              </a:tabLst>
              <a:defRPr/>
            </a:pPr>
            <a:r>
              <a:rPr lang="en-US" sz="1400" b="1" dirty="0" smtClean="0">
                <a:solidFill>
                  <a:schemeClr val="tx1"/>
                </a:solidFill>
              </a:rPr>
              <a:t>And some other components </a:t>
            </a:r>
            <a:r>
              <a:rPr dirty="0"/>
              <a:t/>
            </a:r>
            <a:br>
              <a:rPr dirty="0"/>
            </a:br>
            <a:r>
              <a:rPr lang="en-US" sz="1400" b="1" dirty="0" smtClean="0">
                <a:solidFill>
                  <a:schemeClr val="tx1"/>
                </a:solidFill>
              </a:rPr>
              <a:t>in ppb or ppt – amount</a:t>
            </a:r>
            <a:endParaRPr lang="en-US" sz="1400" dirty="0" smtClean="0">
              <a:solidFill>
                <a:schemeClr val="tx1"/>
              </a:solidFill>
            </a:endParaRPr>
          </a:p>
        </p:txBody>
      </p:sp>
      <p:sp>
        <p:nvSpPr>
          <p:cNvPr id="33795" name="Rectangle 121"/>
          <p:cNvSpPr>
            <a:spLocks noGrp="1" noChangeArrowheads="1"/>
          </p:cNvSpPr>
          <p:nvPr>
            <p:ph type="title"/>
          </p:nvPr>
        </p:nvSpPr>
        <p:spPr/>
        <p:txBody>
          <a:bodyPr/>
          <a:lstStyle/>
          <a:p>
            <a:pPr eaLnBrk="1" hangingPunct="1">
              <a:defRPr/>
            </a:pPr>
            <a:r>
              <a:rPr dirty="0" smtClean="0"/>
              <a:t>Zero gases</a:t>
            </a:r>
            <a:r>
              <a:t/>
            </a:r>
            <a:br/>
            <a:r>
              <a:rPr lang="en-US" dirty="0" smtClean="0">
                <a:solidFill>
                  <a:schemeClr val="tx2">
                    <a:lumMod val="60000"/>
                    <a:lumOff val="40000"/>
                  </a:schemeClr>
                </a:solidFill>
              </a:rPr>
              <a:t>Ambient air </a:t>
            </a:r>
          </a:p>
        </p:txBody>
      </p:sp>
      <p:sp>
        <p:nvSpPr>
          <p:cNvPr id="2" name="Slide Number Placeholder 1"/>
          <p:cNvSpPr>
            <a:spLocks noGrp="1"/>
          </p:cNvSpPr>
          <p:nvPr>
            <p:ph type="sldNum" sz="quarter" idx="4"/>
          </p:nvPr>
        </p:nvSpPr>
        <p:spPr/>
        <p:txBody>
          <a:bodyPr/>
          <a:lstStyle/>
          <a:p>
            <a:pPr>
              <a:defRPr/>
            </a:pPr>
            <a:r>
              <a:rPr dirty="0" smtClean="0"/>
              <a:t>Slide </a:t>
            </a:r>
            <a:fld id="{60C67920-923A-4F98-A587-72BEC0D9EE68}" type="slidenum">
              <a:rPr lang="en-US" smtClean="0"/>
              <a:pPr>
                <a:defRPr/>
              </a:pPr>
              <a:t>7</a:t>
            </a:fld>
            <a:endParaRPr lang="en-US" dirty="0"/>
          </a:p>
        </p:txBody>
      </p:sp>
      <p:grpSp>
        <p:nvGrpSpPr>
          <p:cNvPr id="23" name="Group 22"/>
          <p:cNvGrpSpPr/>
          <p:nvPr>
            <p:custDataLst>
              <p:tags r:id="rId3"/>
            </p:custDataLst>
          </p:nvPr>
        </p:nvGrpSpPr>
        <p:grpSpPr>
          <a:xfrm>
            <a:off x="1874946" y="1727036"/>
            <a:ext cx="1173192" cy="1178612"/>
            <a:chOff x="2451071" y="1727036"/>
            <a:chExt cx="1173192" cy="1178612"/>
          </a:xfrm>
        </p:grpSpPr>
        <p:sp>
          <p:nvSpPr>
            <p:cNvPr id="24" name="Oval 23"/>
            <p:cNvSpPr/>
            <p:nvPr/>
          </p:nvSpPr>
          <p:spPr bwMode="gray">
            <a:xfrm>
              <a:off x="2451071" y="2632896"/>
              <a:ext cx="1173192" cy="272752"/>
            </a:xfrm>
            <a:prstGeom prst="ellipse">
              <a:avLst/>
            </a:prstGeom>
            <a:solidFill>
              <a:srgbClr val="999999">
                <a:alpha val="30196"/>
              </a:srgbClr>
            </a:solidFill>
            <a:ln w="9525" cap="flat" cmpd="sng" algn="ctr">
              <a:noFill/>
              <a:prstDash val="solid"/>
            </a:ln>
            <a:effectLst>
              <a:softEdge rad="63500"/>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grpSp>
          <p:nvGrpSpPr>
            <p:cNvPr id="25" name="Group 24"/>
            <p:cNvGrpSpPr/>
            <p:nvPr/>
          </p:nvGrpSpPr>
          <p:grpSpPr>
            <a:xfrm>
              <a:off x="2451130" y="1727036"/>
              <a:ext cx="1151310" cy="1080772"/>
              <a:chOff x="5179276" y="3193351"/>
              <a:chExt cx="922043" cy="865552"/>
            </a:xfrm>
            <a:solidFill>
              <a:schemeClr val="accent1"/>
            </a:solidFill>
            <a:effectLst/>
          </p:grpSpPr>
          <p:sp>
            <p:nvSpPr>
              <p:cNvPr id="27" name="Oval 26"/>
              <p:cNvSpPr/>
              <p:nvPr/>
            </p:nvSpPr>
            <p:spPr bwMode="gray">
              <a:xfrm>
                <a:off x="5207522" y="3193351"/>
                <a:ext cx="865552" cy="865552"/>
              </a:xfrm>
              <a:prstGeom prst="ellipse">
                <a:avLst/>
              </a:prstGeom>
              <a:gradFill flip="none" rotWithShape="1">
                <a:gsLst>
                  <a:gs pos="0">
                    <a:schemeClr val="accent4">
                      <a:lumMod val="60000"/>
                      <a:lumOff val="40000"/>
                      <a:shade val="67500"/>
                      <a:satMod val="115000"/>
                    </a:schemeClr>
                  </a:gs>
                  <a:gs pos="66000">
                    <a:schemeClr val="accent4">
                      <a:shade val="100000"/>
                      <a:satMod val="115000"/>
                      <a:lumMod val="42000"/>
                      <a:lumOff val="58000"/>
                    </a:schemeClr>
                  </a:gs>
                </a:gsLst>
                <a:lin ang="14400000" scaled="0"/>
                <a:tileRect/>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Bef>
                    <a:spcPts val="1100"/>
                  </a:spcBef>
                  <a:buClr>
                    <a:schemeClr val="tx2"/>
                  </a:buClr>
                  <a:buSzPct val="70000"/>
                </a:pPr>
                <a:endParaRPr lang="en-US" sz="1200" b="1" dirty="0">
                  <a:solidFill>
                    <a:schemeClr val="bg1"/>
                  </a:solidFill>
                  <a:latin typeface="Arial" pitchFamily="34" charset="0"/>
                  <a:cs typeface="Arial" pitchFamily="34" charset="0"/>
                </a:endParaRPr>
              </a:p>
            </p:txBody>
          </p:sp>
          <p:sp>
            <p:nvSpPr>
              <p:cNvPr id="28" name="Rectangle 27"/>
              <p:cNvSpPr/>
              <p:nvPr/>
            </p:nvSpPr>
            <p:spPr bwMode="gray">
              <a:xfrm>
                <a:off x="5179276" y="3494898"/>
                <a:ext cx="922043" cy="26246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r>
                  <a:rPr lang="en-US" sz="1200" b="1" dirty="0" smtClean="0">
                    <a:solidFill>
                      <a:schemeClr val="accent1"/>
                    </a:solidFill>
                    <a:latin typeface="Arial" pitchFamily="34" charset="0"/>
                  </a:rPr>
                  <a:t>AMBIENT</a:t>
                </a:r>
              </a:p>
            </p:txBody>
          </p:sp>
        </p:grpSp>
        <p:sp>
          <p:nvSpPr>
            <p:cNvPr id="26" name="Oval 25"/>
            <p:cNvSpPr/>
            <p:nvPr/>
          </p:nvSpPr>
          <p:spPr bwMode="gray">
            <a:xfrm rot="2049123">
              <a:off x="3086197" y="1851855"/>
              <a:ext cx="360040" cy="142647"/>
            </a:xfrm>
            <a:prstGeom prst="ellipse">
              <a:avLst/>
            </a:prstGeom>
            <a:solidFill>
              <a:schemeClr val="bg1"/>
            </a:solid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grpSp>
      <p:sp>
        <p:nvSpPr>
          <p:cNvPr id="48" name="PPTShape_0"/>
          <p:cNvSpPr txBox="1">
            <a:spLocks noChangeArrowheads="1"/>
          </p:cNvSpPr>
          <p:nvPr/>
        </p:nvSpPr>
        <p:spPr bwMode="gray">
          <a:xfrm>
            <a:off x="756122" y="3113350"/>
            <a:ext cx="1511622" cy="146777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9388" indent="-179388"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1pPr>
            <a:lvl2pPr marL="355600" indent="-177800"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2pPr>
            <a:lvl3pPr marL="533400" indent="-177800"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3pPr>
            <a:lvl4pPr marL="723900" indent="-190500" algn="l" rtl="0" eaLnBrk="1" fontAlgn="base" hangingPunct="1">
              <a:spcBef>
                <a:spcPts val="1100"/>
              </a:spcBef>
              <a:spcAft>
                <a:spcPct val="0"/>
              </a:spcAft>
              <a:buClr>
                <a:schemeClr val="tx2"/>
              </a:buClr>
              <a:buSzPct val="70000"/>
              <a:buFont typeface="Arial" pitchFamily="34" charset="0"/>
              <a:buChar char="•"/>
              <a:defRPr sz="1600" b="0" kern="1200">
                <a:solidFill>
                  <a:schemeClr val="tx1"/>
                </a:solidFill>
                <a:latin typeface="Arial" pitchFamily="34" charset="0"/>
                <a:ea typeface="+mn-ea"/>
                <a:cs typeface="Arial" pitchFamily="34" charset="0"/>
              </a:defRPr>
            </a:lvl4pPr>
            <a:lvl5pPr marL="901700" indent="-177800" algn="l" rtl="0" eaLnBrk="1" fontAlgn="base" hangingPunct="1">
              <a:spcBef>
                <a:spcPts val="1100"/>
              </a:spcBef>
              <a:spcAft>
                <a:spcPct val="0"/>
              </a:spcAft>
              <a:buClr>
                <a:schemeClr val="accent1"/>
              </a:buClr>
              <a:buSzPct val="70000"/>
              <a:buFont typeface="Arial" pitchFamily="34" charset="0"/>
              <a:buChar char="•"/>
              <a:defRPr sz="1600" b="1" kern="1200">
                <a:solidFill>
                  <a:schemeClr val="tx1"/>
                </a:solidFill>
                <a:latin typeface="Arial" pitchFamily="34" charset="0"/>
                <a:ea typeface="+mn-ea"/>
                <a:cs typeface="Arial" pitchFamily="34" charset="0"/>
              </a:defRPr>
            </a:lvl5pPr>
            <a:lvl6pPr marL="0" indent="0" algn="l" defTabSz="914400" rtl="0" eaLnBrk="1" latinLnBrk="0" hangingPunct="1">
              <a:spcBef>
                <a:spcPts val="1100"/>
              </a:spcBef>
              <a:buFont typeface="Arial" pitchFamily="34" charset="0"/>
              <a:buNone/>
              <a:defRPr sz="1600" b="1" kern="1200" baseline="0">
                <a:solidFill>
                  <a:schemeClr val="accent1"/>
                </a:solidFill>
                <a:latin typeface="+mn-lt"/>
                <a:ea typeface="+mn-ea"/>
                <a:cs typeface="+mn-cs"/>
              </a:defRPr>
            </a:lvl6pPr>
            <a:lvl7pPr marL="0" indent="0" algn="l" defTabSz="914400" rtl="0" eaLnBrk="1" latinLnBrk="0" hangingPunct="1">
              <a:spcBef>
                <a:spcPts val="1100"/>
              </a:spcBef>
              <a:buFont typeface="Arial" pitchFamily="34" charset="0"/>
              <a:buNone/>
              <a:defRPr sz="1600" b="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Wingdings" pitchFamily="2" charset="2"/>
              <a:buNone/>
              <a:tabLst>
                <a:tab pos="1438275" algn="l"/>
              </a:tabLst>
              <a:defRPr/>
            </a:pPr>
            <a:r>
              <a:rPr lang="en-US" sz="1400" dirty="0" smtClean="0"/>
              <a:t>contains </a:t>
            </a:r>
            <a:r>
              <a:rPr dirty="0"/>
              <a:t/>
            </a:r>
            <a:br>
              <a:rPr dirty="0"/>
            </a:br>
            <a:r>
              <a:rPr lang="en-US" sz="1400" dirty="0" smtClean="0"/>
              <a:t>a </a:t>
            </a:r>
            <a:r>
              <a:rPr lang="en-US" sz="1400" b="1" dirty="0" smtClean="0">
                <a:solidFill>
                  <a:schemeClr val="accent1"/>
                </a:solidFill>
              </a:rPr>
              <a:t>different </a:t>
            </a:r>
            <a:r>
              <a:rPr dirty="0"/>
              <a:t/>
            </a:r>
            <a:br>
              <a:rPr dirty="0"/>
            </a:br>
            <a:r>
              <a:rPr lang="en-US" sz="1400" b="1" dirty="0" smtClean="0">
                <a:solidFill>
                  <a:schemeClr val="accent1"/>
                </a:solidFill>
              </a:rPr>
              <a:t>moisture level </a:t>
            </a:r>
            <a:r>
              <a:rPr lang="en-US" sz="1400" dirty="0" smtClean="0"/>
              <a:t>(dew point). </a:t>
            </a:r>
          </a:p>
        </p:txBody>
      </p:sp>
      <p:sp>
        <p:nvSpPr>
          <p:cNvPr id="49" name="PPTShape_1"/>
          <p:cNvSpPr txBox="1">
            <a:spLocks noChangeArrowheads="1"/>
          </p:cNvSpPr>
          <p:nvPr/>
        </p:nvSpPr>
        <p:spPr bwMode="gray">
          <a:xfrm>
            <a:off x="2571306" y="3113350"/>
            <a:ext cx="1511622" cy="146777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9388" indent="-179388"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1pPr>
            <a:lvl2pPr marL="355600" indent="-177800"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2pPr>
            <a:lvl3pPr marL="533400" indent="-177800"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3pPr>
            <a:lvl4pPr marL="723900" indent="-190500" algn="l" rtl="0" eaLnBrk="1" fontAlgn="base" hangingPunct="1">
              <a:spcBef>
                <a:spcPts val="1100"/>
              </a:spcBef>
              <a:spcAft>
                <a:spcPct val="0"/>
              </a:spcAft>
              <a:buClr>
                <a:schemeClr val="tx2"/>
              </a:buClr>
              <a:buSzPct val="70000"/>
              <a:buFont typeface="Arial" pitchFamily="34" charset="0"/>
              <a:buChar char="•"/>
              <a:defRPr sz="1600" b="0" kern="1200">
                <a:solidFill>
                  <a:schemeClr val="tx1"/>
                </a:solidFill>
                <a:latin typeface="Arial" pitchFamily="34" charset="0"/>
                <a:ea typeface="+mn-ea"/>
                <a:cs typeface="Arial" pitchFamily="34" charset="0"/>
              </a:defRPr>
            </a:lvl4pPr>
            <a:lvl5pPr marL="901700" indent="-177800" algn="l" rtl="0" eaLnBrk="1" fontAlgn="base" hangingPunct="1">
              <a:spcBef>
                <a:spcPts val="1100"/>
              </a:spcBef>
              <a:spcAft>
                <a:spcPct val="0"/>
              </a:spcAft>
              <a:buClr>
                <a:schemeClr val="accent1"/>
              </a:buClr>
              <a:buSzPct val="70000"/>
              <a:buFont typeface="Arial" pitchFamily="34" charset="0"/>
              <a:buChar char="•"/>
              <a:defRPr sz="1600" b="1" kern="1200">
                <a:solidFill>
                  <a:schemeClr val="tx1"/>
                </a:solidFill>
                <a:latin typeface="Arial" pitchFamily="34" charset="0"/>
                <a:ea typeface="+mn-ea"/>
                <a:cs typeface="Arial" pitchFamily="34" charset="0"/>
              </a:defRPr>
            </a:lvl5pPr>
            <a:lvl6pPr marL="0" indent="0" algn="l" defTabSz="914400" rtl="0" eaLnBrk="1" latinLnBrk="0" hangingPunct="1">
              <a:spcBef>
                <a:spcPts val="1100"/>
              </a:spcBef>
              <a:buFont typeface="Arial" pitchFamily="34" charset="0"/>
              <a:buNone/>
              <a:defRPr sz="1600" b="1" kern="1200" baseline="0">
                <a:solidFill>
                  <a:schemeClr val="accent1"/>
                </a:solidFill>
                <a:latin typeface="+mn-lt"/>
                <a:ea typeface="+mn-ea"/>
                <a:cs typeface="+mn-cs"/>
              </a:defRPr>
            </a:lvl6pPr>
            <a:lvl7pPr marL="0" indent="0" algn="l" defTabSz="914400" rtl="0" eaLnBrk="1" latinLnBrk="0" hangingPunct="1">
              <a:spcBef>
                <a:spcPts val="1100"/>
              </a:spcBef>
              <a:buFont typeface="Arial" pitchFamily="34" charset="0"/>
              <a:buNone/>
              <a:defRPr sz="1600" b="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Wingdings" pitchFamily="2" charset="2"/>
              <a:buNone/>
              <a:tabLst>
                <a:tab pos="1438275" algn="l"/>
              </a:tabLst>
              <a:defRPr/>
            </a:pPr>
            <a:r>
              <a:rPr lang="en-US" sz="1400" dirty="0" smtClean="0"/>
              <a:t>needs to be </a:t>
            </a:r>
            <a:r>
              <a:rPr lang="en-US" sz="1400" b="1" dirty="0" smtClean="0">
                <a:solidFill>
                  <a:schemeClr val="accent1"/>
                </a:solidFill>
              </a:rPr>
              <a:t>supplied prior to the cooler</a:t>
            </a:r>
            <a:r>
              <a:rPr lang="en-US" sz="1400" dirty="0" smtClean="0"/>
              <a:t>, to get a constant dew point of 3ºC.</a:t>
            </a:r>
          </a:p>
        </p:txBody>
      </p:sp>
      <p:cxnSp>
        <p:nvCxnSpPr>
          <p:cNvPr id="50" name="Straight Connector 49"/>
          <p:cNvCxnSpPr/>
          <p:nvPr/>
        </p:nvCxnSpPr>
        <p:spPr bwMode="gray">
          <a:xfrm flipH="1">
            <a:off x="1797882" y="2809321"/>
            <a:ext cx="208246" cy="295643"/>
          </a:xfrm>
          <a:prstGeom prst="line">
            <a:avLst/>
          </a:prstGeom>
          <a:no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p:cNvCxnSpPr/>
          <p:nvPr/>
        </p:nvCxnSpPr>
        <p:spPr bwMode="gray">
          <a:xfrm>
            <a:off x="2951820" y="2809321"/>
            <a:ext cx="208246" cy="295643"/>
          </a:xfrm>
          <a:prstGeom prst="line">
            <a:avLst/>
          </a:prstGeom>
          <a:no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30" name="AutoShape 10">
            <a:hlinkClick r:id="rId15" highlightClick="1"/>
          </p:cNvPr>
          <p:cNvSpPr>
            <a:spLocks noChangeArrowheads="1"/>
          </p:cNvSpPr>
          <p:nvPr/>
        </p:nvSpPr>
        <p:spPr bwMode="gray">
          <a:xfrm>
            <a:off x="8496300" y="15875"/>
            <a:ext cx="431800" cy="185738"/>
          </a:xfrm>
          <a:prstGeom prst="actionButtonBlank">
            <a:avLst/>
          </a:prstGeom>
          <a:solidFill>
            <a:srgbClr val="EAEAEA"/>
          </a:solidFill>
          <a:ln w="9525">
            <a:noFill/>
            <a:miter lim="800000"/>
            <a:headEnd/>
            <a:tailEnd/>
          </a:ln>
          <a:effectLst/>
        </p:spPr>
        <p:txBody>
          <a:bodyPr wrap="none" anchor="ctr"/>
          <a:lstStyle/>
          <a:p>
            <a:pPr algn="ctr" eaLnBrk="0" hangingPunct="0">
              <a:spcBef>
                <a:spcPct val="40000"/>
              </a:spcBef>
              <a:buClr>
                <a:schemeClr val="accent1"/>
              </a:buClr>
              <a:buSzPct val="80000"/>
              <a:buFont typeface="Wingdings" pitchFamily="2" charset="2"/>
              <a:buNone/>
            </a:pPr>
            <a:r>
              <a:rPr kumimoji="1" lang="en-US" sz="1200" noProof="1">
                <a:solidFill>
                  <a:schemeClr val="accent1"/>
                </a:solidFill>
              </a:rPr>
              <a:t>Help</a:t>
            </a:r>
          </a:p>
        </p:txBody>
      </p:sp>
      <p:pic>
        <p:nvPicPr>
          <p:cNvPr id="1026" name="Picture 2"/>
          <p:cNvPicPr>
            <a:picLocks noChangeArrowheads="1"/>
          </p:cNvPicPr>
          <p:nvPr>
            <p:custDataLst>
              <p:tags r:id="rId4"/>
            </p:custDataLst>
          </p:nvPr>
        </p:nvPicPr>
        <p:blipFill>
          <a:blip r:embed="rId16">
            <a:extLst>
              <a:ext uri="{28A0092B-C50C-407E-A947-70E740481C1C}">
                <a14:useLocalDpi xmlns:a14="http://schemas.microsoft.com/office/drawing/2010/main" val="0"/>
              </a:ext>
            </a:extLst>
          </a:blip>
          <a:srcRect/>
          <a:stretch>
            <a:fillRect/>
          </a:stretch>
        </p:blipFill>
        <p:spPr bwMode="auto">
          <a:xfrm>
            <a:off x="4643438" y="4610720"/>
            <a:ext cx="3030537" cy="1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 name="PPTShape_2"/>
          <p:cNvPicPr>
            <a:picLocks noChangeArrowheads="1"/>
          </p:cNvPicPr>
          <p:nvPr>
            <p:custDataLst>
              <p:tags r:id="rId5"/>
            </p:custDataLst>
          </p:nvPr>
        </p:nvPicPr>
        <p:blipFill>
          <a:blip r:embed="rId16">
            <a:extLst>
              <a:ext uri="{28A0092B-C50C-407E-A947-70E740481C1C}">
                <a14:useLocalDpi xmlns:a14="http://schemas.microsoft.com/office/drawing/2010/main" val="0"/>
              </a:ext>
            </a:extLst>
          </a:blip>
          <a:srcRect/>
          <a:stretch>
            <a:fillRect/>
          </a:stretch>
        </p:blipFill>
        <p:spPr bwMode="auto">
          <a:xfrm>
            <a:off x="4643438" y="4358174"/>
            <a:ext cx="3030537" cy="1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 name="PPTShape_3"/>
          <p:cNvPicPr>
            <a:picLocks noChangeArrowheads="1"/>
          </p:cNvPicPr>
          <p:nvPr>
            <p:custDataLst>
              <p:tags r:id="rId6"/>
            </p:custDataLst>
          </p:nvPr>
        </p:nvPicPr>
        <p:blipFill>
          <a:blip r:embed="rId16">
            <a:extLst>
              <a:ext uri="{28A0092B-C50C-407E-A947-70E740481C1C}">
                <a14:useLocalDpi xmlns:a14="http://schemas.microsoft.com/office/drawing/2010/main" val="0"/>
              </a:ext>
            </a:extLst>
          </a:blip>
          <a:srcRect/>
          <a:stretch>
            <a:fillRect/>
          </a:stretch>
        </p:blipFill>
        <p:spPr bwMode="auto">
          <a:xfrm>
            <a:off x="4643438" y="4105630"/>
            <a:ext cx="3030537" cy="1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 name="PPTShape_4"/>
          <p:cNvPicPr>
            <a:picLocks noChangeArrowheads="1"/>
          </p:cNvPicPr>
          <p:nvPr>
            <p:custDataLst>
              <p:tags r:id="rId7"/>
            </p:custDataLst>
          </p:nvPr>
        </p:nvPicPr>
        <p:blipFill>
          <a:blip r:embed="rId16">
            <a:extLst>
              <a:ext uri="{28A0092B-C50C-407E-A947-70E740481C1C}">
                <a14:useLocalDpi xmlns:a14="http://schemas.microsoft.com/office/drawing/2010/main" val="0"/>
              </a:ext>
            </a:extLst>
          </a:blip>
          <a:srcRect/>
          <a:stretch>
            <a:fillRect/>
          </a:stretch>
        </p:blipFill>
        <p:spPr bwMode="auto">
          <a:xfrm>
            <a:off x="4643438" y="3853086"/>
            <a:ext cx="3030537" cy="1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 name="PPTShape_5"/>
          <p:cNvPicPr>
            <a:picLocks noChangeArrowheads="1"/>
          </p:cNvPicPr>
          <p:nvPr>
            <p:custDataLst>
              <p:tags r:id="rId8"/>
            </p:custDataLst>
          </p:nvPr>
        </p:nvPicPr>
        <p:blipFill>
          <a:blip r:embed="rId16">
            <a:extLst>
              <a:ext uri="{28A0092B-C50C-407E-A947-70E740481C1C}">
                <a14:useLocalDpi xmlns:a14="http://schemas.microsoft.com/office/drawing/2010/main" val="0"/>
              </a:ext>
            </a:extLst>
          </a:blip>
          <a:srcRect/>
          <a:stretch>
            <a:fillRect/>
          </a:stretch>
        </p:blipFill>
        <p:spPr bwMode="auto">
          <a:xfrm>
            <a:off x="4643438" y="3600542"/>
            <a:ext cx="3030537" cy="1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 name="PPTShape_6"/>
          <p:cNvPicPr>
            <a:picLocks noChangeArrowheads="1"/>
          </p:cNvPicPr>
          <p:nvPr>
            <p:custDataLst>
              <p:tags r:id="rId9"/>
            </p:custDataLst>
          </p:nvPr>
        </p:nvPicPr>
        <p:blipFill>
          <a:blip r:embed="rId16">
            <a:extLst>
              <a:ext uri="{28A0092B-C50C-407E-A947-70E740481C1C}">
                <a14:useLocalDpi xmlns:a14="http://schemas.microsoft.com/office/drawing/2010/main" val="0"/>
              </a:ext>
            </a:extLst>
          </a:blip>
          <a:srcRect/>
          <a:stretch>
            <a:fillRect/>
          </a:stretch>
        </p:blipFill>
        <p:spPr bwMode="auto">
          <a:xfrm>
            <a:off x="4643438" y="3347998"/>
            <a:ext cx="3030537" cy="1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 name="PPTShape_7"/>
          <p:cNvPicPr>
            <a:picLocks noChangeArrowheads="1"/>
          </p:cNvPicPr>
          <p:nvPr>
            <p:custDataLst>
              <p:tags r:id="rId10"/>
            </p:custDataLst>
          </p:nvPr>
        </p:nvPicPr>
        <p:blipFill>
          <a:blip r:embed="rId16">
            <a:extLst>
              <a:ext uri="{28A0092B-C50C-407E-A947-70E740481C1C}">
                <a14:useLocalDpi xmlns:a14="http://schemas.microsoft.com/office/drawing/2010/main" val="0"/>
              </a:ext>
            </a:extLst>
          </a:blip>
          <a:srcRect/>
          <a:stretch>
            <a:fillRect/>
          </a:stretch>
        </p:blipFill>
        <p:spPr bwMode="auto">
          <a:xfrm>
            <a:off x="4643438" y="3095454"/>
            <a:ext cx="3030537" cy="1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 name="PPTShape_8"/>
          <p:cNvPicPr>
            <a:picLocks noChangeArrowheads="1"/>
          </p:cNvPicPr>
          <p:nvPr>
            <p:custDataLst>
              <p:tags r:id="rId11"/>
            </p:custDataLst>
          </p:nvPr>
        </p:nvPicPr>
        <p:blipFill>
          <a:blip r:embed="rId16">
            <a:extLst>
              <a:ext uri="{28A0092B-C50C-407E-A947-70E740481C1C}">
                <a14:useLocalDpi xmlns:a14="http://schemas.microsoft.com/office/drawing/2010/main" val="0"/>
              </a:ext>
            </a:extLst>
          </a:blip>
          <a:srcRect/>
          <a:stretch>
            <a:fillRect/>
          </a:stretch>
        </p:blipFill>
        <p:spPr bwMode="auto">
          <a:xfrm>
            <a:off x="4643438" y="2842910"/>
            <a:ext cx="3030537" cy="1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 name="PPTShape_9"/>
          <p:cNvPicPr>
            <a:picLocks noChangeArrowheads="1"/>
          </p:cNvPicPr>
          <p:nvPr>
            <p:custDataLst>
              <p:tags r:id="rId12"/>
            </p:custDataLst>
          </p:nvPr>
        </p:nvPicPr>
        <p:blipFill>
          <a:blip r:embed="rId16">
            <a:extLst>
              <a:ext uri="{28A0092B-C50C-407E-A947-70E740481C1C}">
                <a14:useLocalDpi xmlns:a14="http://schemas.microsoft.com/office/drawing/2010/main" val="0"/>
              </a:ext>
            </a:extLst>
          </a:blip>
          <a:srcRect/>
          <a:stretch>
            <a:fillRect/>
          </a:stretch>
        </p:blipFill>
        <p:spPr bwMode="auto">
          <a:xfrm>
            <a:off x="4643438" y="2590366"/>
            <a:ext cx="3030537" cy="1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550577985"/>
      </p:ext>
    </p:extLst>
  </p:cSld>
  <p:clrMapOvr>
    <a:masterClrMapping/>
  </p:clrMapOvr>
  <mc:AlternateContent xmlns:mc="http://schemas.openxmlformats.org/markup-compatibility/2006" xmlns:p14="http://schemas.microsoft.com/office/powerpoint/2010/main">
    <mc:Choice Requires="p14">
      <p:transition spd="med" p14:dur="700" advTm="62349">
        <p:fade/>
      </p:transition>
    </mc:Choice>
    <mc:Fallback xmlns="">
      <p:transition spd="med" advTm="62349">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animEffect transition="in" filter="fade">
                                      <p:cBhvr>
                                        <p:cTn id="7" dur="1000"/>
                                        <p:tgtEl>
                                          <p:spTgt spid="28676">
                                            <p:txEl>
                                              <p:pRg st="0" end="0"/>
                                            </p:txEl>
                                          </p:spTgt>
                                        </p:tgtEl>
                                      </p:cBhvr>
                                    </p:animEffect>
                                    <p:anim calcmode="lin" valueType="num">
                                      <p:cBhvr>
                                        <p:cTn id="8" dur="1000" fill="hold"/>
                                        <p:tgtEl>
                                          <p:spTgt spid="2867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867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8676">
                                            <p:txEl>
                                              <p:pRg st="1" end="1"/>
                                            </p:txEl>
                                          </p:spTgt>
                                        </p:tgtEl>
                                        <p:attrNameLst>
                                          <p:attrName>style.visibility</p:attrName>
                                        </p:attrNameLst>
                                      </p:cBhvr>
                                      <p:to>
                                        <p:strVal val="visible"/>
                                      </p:to>
                                    </p:set>
                                    <p:animEffect transition="in" filter="fade">
                                      <p:cBhvr>
                                        <p:cTn id="14" dur="1000"/>
                                        <p:tgtEl>
                                          <p:spTgt spid="28676">
                                            <p:txEl>
                                              <p:pRg st="1" end="1"/>
                                            </p:txEl>
                                          </p:spTgt>
                                        </p:tgtEl>
                                      </p:cBhvr>
                                    </p:animEffect>
                                    <p:anim calcmode="lin" valueType="num">
                                      <p:cBhvr>
                                        <p:cTn id="15" dur="1000" fill="hold"/>
                                        <p:tgtEl>
                                          <p:spTgt spid="2867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867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8676">
                                            <p:txEl>
                                              <p:pRg st="2" end="2"/>
                                            </p:txEl>
                                          </p:spTgt>
                                        </p:tgtEl>
                                        <p:attrNameLst>
                                          <p:attrName>style.visibility</p:attrName>
                                        </p:attrNameLst>
                                      </p:cBhvr>
                                      <p:to>
                                        <p:strVal val="visible"/>
                                      </p:to>
                                    </p:set>
                                    <p:animEffect transition="in" filter="fade">
                                      <p:cBhvr>
                                        <p:cTn id="21" dur="1000"/>
                                        <p:tgtEl>
                                          <p:spTgt spid="28676">
                                            <p:txEl>
                                              <p:pRg st="2" end="2"/>
                                            </p:txEl>
                                          </p:spTgt>
                                        </p:tgtEl>
                                      </p:cBhvr>
                                    </p:animEffect>
                                    <p:anim calcmode="lin" valueType="num">
                                      <p:cBhvr>
                                        <p:cTn id="22" dur="1000" fill="hold"/>
                                        <p:tgtEl>
                                          <p:spTgt spid="2867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8676">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58"/>
                                        </p:tgtEl>
                                        <p:attrNameLst>
                                          <p:attrName>style.visibility</p:attrName>
                                        </p:attrNameLst>
                                      </p:cBhvr>
                                      <p:to>
                                        <p:strVal val="visible"/>
                                      </p:to>
                                    </p:set>
                                    <p:animEffect transition="in" filter="fade">
                                      <p:cBhvr>
                                        <p:cTn id="26" dur="1000"/>
                                        <p:tgtEl>
                                          <p:spTgt spid="58"/>
                                        </p:tgtEl>
                                      </p:cBhvr>
                                    </p:animEffect>
                                    <p:anim calcmode="lin" valueType="num">
                                      <p:cBhvr>
                                        <p:cTn id="27" dur="1000" fill="hold"/>
                                        <p:tgtEl>
                                          <p:spTgt spid="58"/>
                                        </p:tgtEl>
                                        <p:attrNameLst>
                                          <p:attrName>ppt_x</p:attrName>
                                        </p:attrNameLst>
                                      </p:cBhvr>
                                      <p:tavLst>
                                        <p:tav tm="0">
                                          <p:val>
                                            <p:strVal val="#ppt_x"/>
                                          </p:val>
                                        </p:tav>
                                        <p:tav tm="100000">
                                          <p:val>
                                            <p:strVal val="#ppt_x"/>
                                          </p:val>
                                        </p:tav>
                                      </p:tavLst>
                                    </p:anim>
                                    <p:anim calcmode="lin" valueType="num">
                                      <p:cBhvr>
                                        <p:cTn id="28" dur="1000" fill="hold"/>
                                        <p:tgtEl>
                                          <p:spTgt spid="58"/>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fade">
                                      <p:cBhvr>
                                        <p:cTn id="31" dur="1000"/>
                                        <p:tgtEl>
                                          <p:spTgt spid="57"/>
                                        </p:tgtEl>
                                      </p:cBhvr>
                                    </p:animEffect>
                                    <p:anim calcmode="lin" valueType="num">
                                      <p:cBhvr>
                                        <p:cTn id="32" dur="1000" fill="hold"/>
                                        <p:tgtEl>
                                          <p:spTgt spid="57"/>
                                        </p:tgtEl>
                                        <p:attrNameLst>
                                          <p:attrName>ppt_x</p:attrName>
                                        </p:attrNameLst>
                                      </p:cBhvr>
                                      <p:tavLst>
                                        <p:tav tm="0">
                                          <p:val>
                                            <p:strVal val="#ppt_x"/>
                                          </p:val>
                                        </p:tav>
                                        <p:tav tm="100000">
                                          <p:val>
                                            <p:strVal val="#ppt_x"/>
                                          </p:val>
                                        </p:tav>
                                      </p:tavLst>
                                    </p:anim>
                                    <p:anim calcmode="lin" valueType="num">
                                      <p:cBhvr>
                                        <p:cTn id="33"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28676">
                                            <p:txEl>
                                              <p:pRg st="3" end="3"/>
                                            </p:txEl>
                                          </p:spTgt>
                                        </p:tgtEl>
                                        <p:attrNameLst>
                                          <p:attrName>style.visibility</p:attrName>
                                        </p:attrNameLst>
                                      </p:cBhvr>
                                      <p:to>
                                        <p:strVal val="visible"/>
                                      </p:to>
                                    </p:set>
                                    <p:animEffect transition="in" filter="fade">
                                      <p:cBhvr>
                                        <p:cTn id="38" dur="1000"/>
                                        <p:tgtEl>
                                          <p:spTgt spid="28676">
                                            <p:txEl>
                                              <p:pRg st="3" end="3"/>
                                            </p:txEl>
                                          </p:spTgt>
                                        </p:tgtEl>
                                      </p:cBhvr>
                                    </p:animEffect>
                                    <p:anim calcmode="lin" valueType="num">
                                      <p:cBhvr>
                                        <p:cTn id="39" dur="1000" fill="hold"/>
                                        <p:tgtEl>
                                          <p:spTgt spid="28676">
                                            <p:txEl>
                                              <p:pRg st="3" end="3"/>
                                            </p:txEl>
                                          </p:spTgt>
                                        </p:tgtEl>
                                        <p:attrNameLst>
                                          <p:attrName>ppt_x</p:attrName>
                                        </p:attrNameLst>
                                      </p:cBhvr>
                                      <p:tavLst>
                                        <p:tav tm="0">
                                          <p:val>
                                            <p:strVal val="#ppt_x"/>
                                          </p:val>
                                        </p:tav>
                                        <p:tav tm="100000">
                                          <p:val>
                                            <p:strVal val="#ppt_x"/>
                                          </p:val>
                                        </p:tav>
                                      </p:tavLst>
                                    </p:anim>
                                    <p:anim calcmode="lin" valueType="num">
                                      <p:cBhvr>
                                        <p:cTn id="40" dur="1000" fill="hold"/>
                                        <p:tgtEl>
                                          <p:spTgt spid="28676">
                                            <p:txEl>
                                              <p:pRg st="3" end="3"/>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56"/>
                                        </p:tgtEl>
                                        <p:attrNameLst>
                                          <p:attrName>style.visibility</p:attrName>
                                        </p:attrNameLst>
                                      </p:cBhvr>
                                      <p:to>
                                        <p:strVal val="visible"/>
                                      </p:to>
                                    </p:set>
                                    <p:animEffect transition="in" filter="fade">
                                      <p:cBhvr>
                                        <p:cTn id="43" dur="1000"/>
                                        <p:tgtEl>
                                          <p:spTgt spid="56"/>
                                        </p:tgtEl>
                                      </p:cBhvr>
                                    </p:animEffect>
                                    <p:anim calcmode="lin" valueType="num">
                                      <p:cBhvr>
                                        <p:cTn id="44" dur="1000" fill="hold"/>
                                        <p:tgtEl>
                                          <p:spTgt spid="56"/>
                                        </p:tgtEl>
                                        <p:attrNameLst>
                                          <p:attrName>ppt_x</p:attrName>
                                        </p:attrNameLst>
                                      </p:cBhvr>
                                      <p:tavLst>
                                        <p:tav tm="0">
                                          <p:val>
                                            <p:strVal val="#ppt_x"/>
                                          </p:val>
                                        </p:tav>
                                        <p:tav tm="100000">
                                          <p:val>
                                            <p:strVal val="#ppt_x"/>
                                          </p:val>
                                        </p:tav>
                                      </p:tavLst>
                                    </p:anim>
                                    <p:anim calcmode="lin" valueType="num">
                                      <p:cBhvr>
                                        <p:cTn id="45"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28676">
                                            <p:txEl>
                                              <p:pRg st="4" end="4"/>
                                            </p:txEl>
                                          </p:spTgt>
                                        </p:tgtEl>
                                        <p:attrNameLst>
                                          <p:attrName>style.visibility</p:attrName>
                                        </p:attrNameLst>
                                      </p:cBhvr>
                                      <p:to>
                                        <p:strVal val="visible"/>
                                      </p:to>
                                    </p:set>
                                    <p:animEffect transition="in" filter="fade">
                                      <p:cBhvr>
                                        <p:cTn id="50" dur="1000"/>
                                        <p:tgtEl>
                                          <p:spTgt spid="28676">
                                            <p:txEl>
                                              <p:pRg st="4" end="4"/>
                                            </p:txEl>
                                          </p:spTgt>
                                        </p:tgtEl>
                                      </p:cBhvr>
                                    </p:animEffect>
                                    <p:anim calcmode="lin" valueType="num">
                                      <p:cBhvr>
                                        <p:cTn id="51" dur="1000" fill="hold"/>
                                        <p:tgtEl>
                                          <p:spTgt spid="28676">
                                            <p:txEl>
                                              <p:pRg st="4" end="4"/>
                                            </p:txEl>
                                          </p:spTgt>
                                        </p:tgtEl>
                                        <p:attrNameLst>
                                          <p:attrName>ppt_x</p:attrName>
                                        </p:attrNameLst>
                                      </p:cBhvr>
                                      <p:tavLst>
                                        <p:tav tm="0">
                                          <p:val>
                                            <p:strVal val="#ppt_x"/>
                                          </p:val>
                                        </p:tav>
                                        <p:tav tm="100000">
                                          <p:val>
                                            <p:strVal val="#ppt_x"/>
                                          </p:val>
                                        </p:tav>
                                      </p:tavLst>
                                    </p:anim>
                                    <p:anim calcmode="lin" valueType="num">
                                      <p:cBhvr>
                                        <p:cTn id="52" dur="1000" fill="hold"/>
                                        <p:tgtEl>
                                          <p:spTgt spid="28676">
                                            <p:txEl>
                                              <p:pRg st="4" end="4"/>
                                            </p:txEl>
                                          </p:spTgt>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55"/>
                                        </p:tgtEl>
                                        <p:attrNameLst>
                                          <p:attrName>style.visibility</p:attrName>
                                        </p:attrNameLst>
                                      </p:cBhvr>
                                      <p:to>
                                        <p:strVal val="visible"/>
                                      </p:to>
                                    </p:set>
                                    <p:animEffect transition="in" filter="fade">
                                      <p:cBhvr>
                                        <p:cTn id="55" dur="1000"/>
                                        <p:tgtEl>
                                          <p:spTgt spid="55"/>
                                        </p:tgtEl>
                                      </p:cBhvr>
                                    </p:animEffect>
                                    <p:anim calcmode="lin" valueType="num">
                                      <p:cBhvr>
                                        <p:cTn id="56" dur="1000" fill="hold"/>
                                        <p:tgtEl>
                                          <p:spTgt spid="55"/>
                                        </p:tgtEl>
                                        <p:attrNameLst>
                                          <p:attrName>ppt_x</p:attrName>
                                        </p:attrNameLst>
                                      </p:cBhvr>
                                      <p:tavLst>
                                        <p:tav tm="0">
                                          <p:val>
                                            <p:strVal val="#ppt_x"/>
                                          </p:val>
                                        </p:tav>
                                        <p:tav tm="100000">
                                          <p:val>
                                            <p:strVal val="#ppt_x"/>
                                          </p:val>
                                        </p:tav>
                                      </p:tavLst>
                                    </p:anim>
                                    <p:anim calcmode="lin" valueType="num">
                                      <p:cBhvr>
                                        <p:cTn id="57"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28676">
                                            <p:txEl>
                                              <p:pRg st="5" end="5"/>
                                            </p:txEl>
                                          </p:spTgt>
                                        </p:tgtEl>
                                        <p:attrNameLst>
                                          <p:attrName>style.visibility</p:attrName>
                                        </p:attrNameLst>
                                      </p:cBhvr>
                                      <p:to>
                                        <p:strVal val="visible"/>
                                      </p:to>
                                    </p:set>
                                    <p:animEffect transition="in" filter="fade">
                                      <p:cBhvr>
                                        <p:cTn id="62" dur="1000"/>
                                        <p:tgtEl>
                                          <p:spTgt spid="28676">
                                            <p:txEl>
                                              <p:pRg st="5" end="5"/>
                                            </p:txEl>
                                          </p:spTgt>
                                        </p:tgtEl>
                                      </p:cBhvr>
                                    </p:animEffect>
                                    <p:anim calcmode="lin" valueType="num">
                                      <p:cBhvr>
                                        <p:cTn id="63" dur="1000" fill="hold"/>
                                        <p:tgtEl>
                                          <p:spTgt spid="28676">
                                            <p:txEl>
                                              <p:pRg st="5" end="5"/>
                                            </p:txEl>
                                          </p:spTgt>
                                        </p:tgtEl>
                                        <p:attrNameLst>
                                          <p:attrName>ppt_x</p:attrName>
                                        </p:attrNameLst>
                                      </p:cBhvr>
                                      <p:tavLst>
                                        <p:tav tm="0">
                                          <p:val>
                                            <p:strVal val="#ppt_x"/>
                                          </p:val>
                                        </p:tav>
                                        <p:tav tm="100000">
                                          <p:val>
                                            <p:strVal val="#ppt_x"/>
                                          </p:val>
                                        </p:tav>
                                      </p:tavLst>
                                    </p:anim>
                                    <p:anim calcmode="lin" valueType="num">
                                      <p:cBhvr>
                                        <p:cTn id="64" dur="1000" fill="hold"/>
                                        <p:tgtEl>
                                          <p:spTgt spid="28676">
                                            <p:txEl>
                                              <p:pRg st="5" end="5"/>
                                            </p:txEl>
                                          </p:spTgt>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54"/>
                                        </p:tgtEl>
                                        <p:attrNameLst>
                                          <p:attrName>style.visibility</p:attrName>
                                        </p:attrNameLst>
                                      </p:cBhvr>
                                      <p:to>
                                        <p:strVal val="visible"/>
                                      </p:to>
                                    </p:set>
                                    <p:animEffect transition="in" filter="fade">
                                      <p:cBhvr>
                                        <p:cTn id="67" dur="1000"/>
                                        <p:tgtEl>
                                          <p:spTgt spid="54"/>
                                        </p:tgtEl>
                                      </p:cBhvr>
                                    </p:animEffect>
                                    <p:anim calcmode="lin" valueType="num">
                                      <p:cBhvr>
                                        <p:cTn id="68" dur="1000" fill="hold"/>
                                        <p:tgtEl>
                                          <p:spTgt spid="54"/>
                                        </p:tgtEl>
                                        <p:attrNameLst>
                                          <p:attrName>ppt_x</p:attrName>
                                        </p:attrNameLst>
                                      </p:cBhvr>
                                      <p:tavLst>
                                        <p:tav tm="0">
                                          <p:val>
                                            <p:strVal val="#ppt_x"/>
                                          </p:val>
                                        </p:tav>
                                        <p:tav tm="100000">
                                          <p:val>
                                            <p:strVal val="#ppt_x"/>
                                          </p:val>
                                        </p:tav>
                                      </p:tavLst>
                                    </p:anim>
                                    <p:anim calcmode="lin" valueType="num">
                                      <p:cBhvr>
                                        <p:cTn id="69"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nodeType="clickEffect">
                                  <p:stCondLst>
                                    <p:cond delay="0"/>
                                  </p:stCondLst>
                                  <p:childTnLst>
                                    <p:set>
                                      <p:cBhvr>
                                        <p:cTn id="73" dur="1" fill="hold">
                                          <p:stCondLst>
                                            <p:cond delay="0"/>
                                          </p:stCondLst>
                                        </p:cTn>
                                        <p:tgtEl>
                                          <p:spTgt spid="28676">
                                            <p:txEl>
                                              <p:pRg st="6" end="6"/>
                                            </p:txEl>
                                          </p:spTgt>
                                        </p:tgtEl>
                                        <p:attrNameLst>
                                          <p:attrName>style.visibility</p:attrName>
                                        </p:attrNameLst>
                                      </p:cBhvr>
                                      <p:to>
                                        <p:strVal val="visible"/>
                                      </p:to>
                                    </p:set>
                                    <p:animEffect transition="in" filter="fade">
                                      <p:cBhvr>
                                        <p:cTn id="74" dur="1000"/>
                                        <p:tgtEl>
                                          <p:spTgt spid="28676">
                                            <p:txEl>
                                              <p:pRg st="6" end="6"/>
                                            </p:txEl>
                                          </p:spTgt>
                                        </p:tgtEl>
                                      </p:cBhvr>
                                    </p:animEffect>
                                    <p:anim calcmode="lin" valueType="num">
                                      <p:cBhvr>
                                        <p:cTn id="75" dur="1000" fill="hold"/>
                                        <p:tgtEl>
                                          <p:spTgt spid="28676">
                                            <p:txEl>
                                              <p:pRg st="6" end="6"/>
                                            </p:txEl>
                                          </p:spTgt>
                                        </p:tgtEl>
                                        <p:attrNameLst>
                                          <p:attrName>ppt_x</p:attrName>
                                        </p:attrNameLst>
                                      </p:cBhvr>
                                      <p:tavLst>
                                        <p:tav tm="0">
                                          <p:val>
                                            <p:strVal val="#ppt_x"/>
                                          </p:val>
                                        </p:tav>
                                        <p:tav tm="100000">
                                          <p:val>
                                            <p:strVal val="#ppt_x"/>
                                          </p:val>
                                        </p:tav>
                                      </p:tavLst>
                                    </p:anim>
                                    <p:anim calcmode="lin" valueType="num">
                                      <p:cBhvr>
                                        <p:cTn id="76" dur="1000" fill="hold"/>
                                        <p:tgtEl>
                                          <p:spTgt spid="28676">
                                            <p:txEl>
                                              <p:pRg st="6" end="6"/>
                                            </p:txEl>
                                          </p:spTgt>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53"/>
                                        </p:tgtEl>
                                        <p:attrNameLst>
                                          <p:attrName>style.visibility</p:attrName>
                                        </p:attrNameLst>
                                      </p:cBhvr>
                                      <p:to>
                                        <p:strVal val="visible"/>
                                      </p:to>
                                    </p:set>
                                    <p:animEffect transition="in" filter="fade">
                                      <p:cBhvr>
                                        <p:cTn id="79" dur="1000"/>
                                        <p:tgtEl>
                                          <p:spTgt spid="53"/>
                                        </p:tgtEl>
                                      </p:cBhvr>
                                    </p:animEffect>
                                    <p:anim calcmode="lin" valueType="num">
                                      <p:cBhvr>
                                        <p:cTn id="80" dur="1000" fill="hold"/>
                                        <p:tgtEl>
                                          <p:spTgt spid="53"/>
                                        </p:tgtEl>
                                        <p:attrNameLst>
                                          <p:attrName>ppt_x</p:attrName>
                                        </p:attrNameLst>
                                      </p:cBhvr>
                                      <p:tavLst>
                                        <p:tav tm="0">
                                          <p:val>
                                            <p:strVal val="#ppt_x"/>
                                          </p:val>
                                        </p:tav>
                                        <p:tav tm="100000">
                                          <p:val>
                                            <p:strVal val="#ppt_x"/>
                                          </p:val>
                                        </p:tav>
                                      </p:tavLst>
                                    </p:anim>
                                    <p:anim calcmode="lin" valueType="num">
                                      <p:cBhvr>
                                        <p:cTn id="81"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nodeType="clickEffect">
                                  <p:stCondLst>
                                    <p:cond delay="0"/>
                                  </p:stCondLst>
                                  <p:childTnLst>
                                    <p:set>
                                      <p:cBhvr>
                                        <p:cTn id="85" dur="1" fill="hold">
                                          <p:stCondLst>
                                            <p:cond delay="0"/>
                                          </p:stCondLst>
                                        </p:cTn>
                                        <p:tgtEl>
                                          <p:spTgt spid="28676">
                                            <p:txEl>
                                              <p:pRg st="7" end="7"/>
                                            </p:txEl>
                                          </p:spTgt>
                                        </p:tgtEl>
                                        <p:attrNameLst>
                                          <p:attrName>style.visibility</p:attrName>
                                        </p:attrNameLst>
                                      </p:cBhvr>
                                      <p:to>
                                        <p:strVal val="visible"/>
                                      </p:to>
                                    </p:set>
                                    <p:animEffect transition="in" filter="fade">
                                      <p:cBhvr>
                                        <p:cTn id="86" dur="1000"/>
                                        <p:tgtEl>
                                          <p:spTgt spid="28676">
                                            <p:txEl>
                                              <p:pRg st="7" end="7"/>
                                            </p:txEl>
                                          </p:spTgt>
                                        </p:tgtEl>
                                      </p:cBhvr>
                                    </p:animEffect>
                                    <p:anim calcmode="lin" valueType="num">
                                      <p:cBhvr>
                                        <p:cTn id="87" dur="1000" fill="hold"/>
                                        <p:tgtEl>
                                          <p:spTgt spid="28676">
                                            <p:txEl>
                                              <p:pRg st="7" end="7"/>
                                            </p:txEl>
                                          </p:spTgt>
                                        </p:tgtEl>
                                        <p:attrNameLst>
                                          <p:attrName>ppt_x</p:attrName>
                                        </p:attrNameLst>
                                      </p:cBhvr>
                                      <p:tavLst>
                                        <p:tav tm="0">
                                          <p:val>
                                            <p:strVal val="#ppt_x"/>
                                          </p:val>
                                        </p:tav>
                                        <p:tav tm="100000">
                                          <p:val>
                                            <p:strVal val="#ppt_x"/>
                                          </p:val>
                                        </p:tav>
                                      </p:tavLst>
                                    </p:anim>
                                    <p:anim calcmode="lin" valueType="num">
                                      <p:cBhvr>
                                        <p:cTn id="88" dur="1000" fill="hold"/>
                                        <p:tgtEl>
                                          <p:spTgt spid="28676">
                                            <p:txEl>
                                              <p:pRg st="7" end="7"/>
                                            </p:txEl>
                                          </p:spTgt>
                                        </p:tgtEl>
                                        <p:attrNameLst>
                                          <p:attrName>ppt_y</p:attrName>
                                        </p:attrNameLst>
                                      </p:cBhvr>
                                      <p:tavLst>
                                        <p:tav tm="0">
                                          <p:val>
                                            <p:strVal val="#ppt_y+.1"/>
                                          </p:val>
                                        </p:tav>
                                        <p:tav tm="100000">
                                          <p:val>
                                            <p:strVal val="#ppt_y"/>
                                          </p:val>
                                        </p:tav>
                                      </p:tavLst>
                                    </p:anim>
                                  </p:childTnLst>
                                </p:cTn>
                              </p:par>
                              <p:par>
                                <p:cTn id="89" presetID="42" presetClass="entr" presetSubtype="0" fill="hold" nodeType="withEffect">
                                  <p:stCondLst>
                                    <p:cond delay="0"/>
                                  </p:stCondLst>
                                  <p:childTnLst>
                                    <p:set>
                                      <p:cBhvr>
                                        <p:cTn id="90" dur="1" fill="hold">
                                          <p:stCondLst>
                                            <p:cond delay="0"/>
                                          </p:stCondLst>
                                        </p:cTn>
                                        <p:tgtEl>
                                          <p:spTgt spid="52"/>
                                        </p:tgtEl>
                                        <p:attrNameLst>
                                          <p:attrName>style.visibility</p:attrName>
                                        </p:attrNameLst>
                                      </p:cBhvr>
                                      <p:to>
                                        <p:strVal val="visible"/>
                                      </p:to>
                                    </p:set>
                                    <p:animEffect transition="in" filter="fade">
                                      <p:cBhvr>
                                        <p:cTn id="91" dur="1000"/>
                                        <p:tgtEl>
                                          <p:spTgt spid="52"/>
                                        </p:tgtEl>
                                      </p:cBhvr>
                                    </p:animEffect>
                                    <p:anim calcmode="lin" valueType="num">
                                      <p:cBhvr>
                                        <p:cTn id="92" dur="1000" fill="hold"/>
                                        <p:tgtEl>
                                          <p:spTgt spid="52"/>
                                        </p:tgtEl>
                                        <p:attrNameLst>
                                          <p:attrName>ppt_x</p:attrName>
                                        </p:attrNameLst>
                                      </p:cBhvr>
                                      <p:tavLst>
                                        <p:tav tm="0">
                                          <p:val>
                                            <p:strVal val="#ppt_x"/>
                                          </p:val>
                                        </p:tav>
                                        <p:tav tm="100000">
                                          <p:val>
                                            <p:strVal val="#ppt_x"/>
                                          </p:val>
                                        </p:tav>
                                      </p:tavLst>
                                    </p:anim>
                                    <p:anim calcmode="lin" valueType="num">
                                      <p:cBhvr>
                                        <p:cTn id="93"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28676">
                                            <p:txEl>
                                              <p:pRg st="8" end="8"/>
                                            </p:txEl>
                                          </p:spTgt>
                                        </p:tgtEl>
                                        <p:attrNameLst>
                                          <p:attrName>style.visibility</p:attrName>
                                        </p:attrNameLst>
                                      </p:cBhvr>
                                      <p:to>
                                        <p:strVal val="visible"/>
                                      </p:to>
                                    </p:set>
                                    <p:animEffect transition="in" filter="fade">
                                      <p:cBhvr>
                                        <p:cTn id="98" dur="1000"/>
                                        <p:tgtEl>
                                          <p:spTgt spid="28676">
                                            <p:txEl>
                                              <p:pRg st="8" end="8"/>
                                            </p:txEl>
                                          </p:spTgt>
                                        </p:tgtEl>
                                      </p:cBhvr>
                                    </p:animEffect>
                                    <p:anim calcmode="lin" valueType="num">
                                      <p:cBhvr>
                                        <p:cTn id="99" dur="1000" fill="hold"/>
                                        <p:tgtEl>
                                          <p:spTgt spid="28676">
                                            <p:txEl>
                                              <p:pRg st="8" end="8"/>
                                            </p:txEl>
                                          </p:spTgt>
                                        </p:tgtEl>
                                        <p:attrNameLst>
                                          <p:attrName>ppt_x</p:attrName>
                                        </p:attrNameLst>
                                      </p:cBhvr>
                                      <p:tavLst>
                                        <p:tav tm="0">
                                          <p:val>
                                            <p:strVal val="#ppt_x"/>
                                          </p:val>
                                        </p:tav>
                                        <p:tav tm="100000">
                                          <p:val>
                                            <p:strVal val="#ppt_x"/>
                                          </p:val>
                                        </p:tav>
                                      </p:tavLst>
                                    </p:anim>
                                    <p:anim calcmode="lin" valueType="num">
                                      <p:cBhvr>
                                        <p:cTn id="100" dur="1000" fill="hold"/>
                                        <p:tgtEl>
                                          <p:spTgt spid="28676">
                                            <p:txEl>
                                              <p:pRg st="8" end="8"/>
                                            </p:txEl>
                                          </p:spTgt>
                                        </p:tgtEl>
                                        <p:attrNameLst>
                                          <p:attrName>ppt_y</p:attrName>
                                        </p:attrNameLst>
                                      </p:cBhvr>
                                      <p:tavLst>
                                        <p:tav tm="0">
                                          <p:val>
                                            <p:strVal val="#ppt_y+.1"/>
                                          </p:val>
                                        </p:tav>
                                        <p:tav tm="100000">
                                          <p:val>
                                            <p:strVal val="#ppt_y"/>
                                          </p:val>
                                        </p:tav>
                                      </p:tavLst>
                                    </p:anim>
                                  </p:childTnLst>
                                </p:cTn>
                              </p:par>
                              <p:par>
                                <p:cTn id="101" presetID="42" presetClass="entr" presetSubtype="0" fill="hold" nodeType="withEffect">
                                  <p:stCondLst>
                                    <p:cond delay="0"/>
                                  </p:stCondLst>
                                  <p:childTnLst>
                                    <p:set>
                                      <p:cBhvr>
                                        <p:cTn id="102" dur="1" fill="hold">
                                          <p:stCondLst>
                                            <p:cond delay="0"/>
                                          </p:stCondLst>
                                        </p:cTn>
                                        <p:tgtEl>
                                          <p:spTgt spid="47"/>
                                        </p:tgtEl>
                                        <p:attrNameLst>
                                          <p:attrName>style.visibility</p:attrName>
                                        </p:attrNameLst>
                                      </p:cBhvr>
                                      <p:to>
                                        <p:strVal val="visible"/>
                                      </p:to>
                                    </p:set>
                                    <p:animEffect transition="in" filter="fade">
                                      <p:cBhvr>
                                        <p:cTn id="103" dur="1000"/>
                                        <p:tgtEl>
                                          <p:spTgt spid="47"/>
                                        </p:tgtEl>
                                      </p:cBhvr>
                                    </p:animEffect>
                                    <p:anim calcmode="lin" valueType="num">
                                      <p:cBhvr>
                                        <p:cTn id="104" dur="1000" fill="hold"/>
                                        <p:tgtEl>
                                          <p:spTgt spid="47"/>
                                        </p:tgtEl>
                                        <p:attrNameLst>
                                          <p:attrName>ppt_x</p:attrName>
                                        </p:attrNameLst>
                                      </p:cBhvr>
                                      <p:tavLst>
                                        <p:tav tm="0">
                                          <p:val>
                                            <p:strVal val="#ppt_x"/>
                                          </p:val>
                                        </p:tav>
                                        <p:tav tm="100000">
                                          <p:val>
                                            <p:strVal val="#ppt_x"/>
                                          </p:val>
                                        </p:tav>
                                      </p:tavLst>
                                    </p:anim>
                                    <p:anim calcmode="lin" valueType="num">
                                      <p:cBhvr>
                                        <p:cTn id="105"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42" presetClass="entr" presetSubtype="0" fill="hold" nodeType="clickEffect">
                                  <p:stCondLst>
                                    <p:cond delay="0"/>
                                  </p:stCondLst>
                                  <p:childTnLst>
                                    <p:set>
                                      <p:cBhvr>
                                        <p:cTn id="109" dur="1" fill="hold">
                                          <p:stCondLst>
                                            <p:cond delay="0"/>
                                          </p:stCondLst>
                                        </p:cTn>
                                        <p:tgtEl>
                                          <p:spTgt spid="28676">
                                            <p:txEl>
                                              <p:pRg st="9" end="9"/>
                                            </p:txEl>
                                          </p:spTgt>
                                        </p:tgtEl>
                                        <p:attrNameLst>
                                          <p:attrName>style.visibility</p:attrName>
                                        </p:attrNameLst>
                                      </p:cBhvr>
                                      <p:to>
                                        <p:strVal val="visible"/>
                                      </p:to>
                                    </p:set>
                                    <p:animEffect transition="in" filter="fade">
                                      <p:cBhvr>
                                        <p:cTn id="110" dur="1000"/>
                                        <p:tgtEl>
                                          <p:spTgt spid="28676">
                                            <p:txEl>
                                              <p:pRg st="9" end="9"/>
                                            </p:txEl>
                                          </p:spTgt>
                                        </p:tgtEl>
                                      </p:cBhvr>
                                    </p:animEffect>
                                    <p:anim calcmode="lin" valueType="num">
                                      <p:cBhvr>
                                        <p:cTn id="111" dur="1000" fill="hold"/>
                                        <p:tgtEl>
                                          <p:spTgt spid="28676">
                                            <p:txEl>
                                              <p:pRg st="9" end="9"/>
                                            </p:txEl>
                                          </p:spTgt>
                                        </p:tgtEl>
                                        <p:attrNameLst>
                                          <p:attrName>ppt_x</p:attrName>
                                        </p:attrNameLst>
                                      </p:cBhvr>
                                      <p:tavLst>
                                        <p:tav tm="0">
                                          <p:val>
                                            <p:strVal val="#ppt_x"/>
                                          </p:val>
                                        </p:tav>
                                        <p:tav tm="100000">
                                          <p:val>
                                            <p:strVal val="#ppt_x"/>
                                          </p:val>
                                        </p:tav>
                                      </p:tavLst>
                                    </p:anim>
                                    <p:anim calcmode="lin" valueType="num">
                                      <p:cBhvr>
                                        <p:cTn id="112" dur="1000" fill="hold"/>
                                        <p:tgtEl>
                                          <p:spTgt spid="28676">
                                            <p:txEl>
                                              <p:pRg st="9" end="9"/>
                                            </p:txEl>
                                          </p:spTgt>
                                        </p:tgtEl>
                                        <p:attrNameLst>
                                          <p:attrName>ppt_y</p:attrName>
                                        </p:attrNameLst>
                                      </p:cBhvr>
                                      <p:tavLst>
                                        <p:tav tm="0">
                                          <p:val>
                                            <p:strVal val="#ppt_y+.1"/>
                                          </p:val>
                                        </p:tav>
                                        <p:tav tm="100000">
                                          <p:val>
                                            <p:strVal val="#ppt_y"/>
                                          </p:val>
                                        </p:tav>
                                      </p:tavLst>
                                    </p:anim>
                                  </p:childTnLst>
                                </p:cTn>
                              </p:par>
                              <p:par>
                                <p:cTn id="113" presetID="42" presetClass="entr" presetSubtype="0" fill="hold" nodeType="withEffect">
                                  <p:stCondLst>
                                    <p:cond delay="0"/>
                                  </p:stCondLst>
                                  <p:childTnLst>
                                    <p:set>
                                      <p:cBhvr>
                                        <p:cTn id="114" dur="1" fill="hold">
                                          <p:stCondLst>
                                            <p:cond delay="0"/>
                                          </p:stCondLst>
                                        </p:cTn>
                                        <p:tgtEl>
                                          <p:spTgt spid="1026"/>
                                        </p:tgtEl>
                                        <p:attrNameLst>
                                          <p:attrName>style.visibility</p:attrName>
                                        </p:attrNameLst>
                                      </p:cBhvr>
                                      <p:to>
                                        <p:strVal val="visible"/>
                                      </p:to>
                                    </p:set>
                                    <p:animEffect transition="in" filter="fade">
                                      <p:cBhvr>
                                        <p:cTn id="115" dur="1000"/>
                                        <p:tgtEl>
                                          <p:spTgt spid="1026"/>
                                        </p:tgtEl>
                                      </p:cBhvr>
                                    </p:animEffect>
                                    <p:anim calcmode="lin" valueType="num">
                                      <p:cBhvr>
                                        <p:cTn id="116" dur="1000" fill="hold"/>
                                        <p:tgtEl>
                                          <p:spTgt spid="1026"/>
                                        </p:tgtEl>
                                        <p:attrNameLst>
                                          <p:attrName>ppt_x</p:attrName>
                                        </p:attrNameLst>
                                      </p:cBhvr>
                                      <p:tavLst>
                                        <p:tav tm="0">
                                          <p:val>
                                            <p:strVal val="#ppt_x"/>
                                          </p:val>
                                        </p:tav>
                                        <p:tav tm="100000">
                                          <p:val>
                                            <p:strVal val="#ppt_x"/>
                                          </p:val>
                                        </p:tav>
                                      </p:tavLst>
                                    </p:anim>
                                    <p:anim calcmode="lin" valueType="num">
                                      <p:cBhvr>
                                        <p:cTn id="117"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42" presetClass="entr" presetSubtype="0" fill="hold" nodeType="clickEffect">
                                  <p:stCondLst>
                                    <p:cond delay="0"/>
                                  </p:stCondLst>
                                  <p:childTnLst>
                                    <p:set>
                                      <p:cBhvr>
                                        <p:cTn id="121" dur="1" fill="hold">
                                          <p:stCondLst>
                                            <p:cond delay="0"/>
                                          </p:stCondLst>
                                        </p:cTn>
                                        <p:tgtEl>
                                          <p:spTgt spid="28676">
                                            <p:txEl>
                                              <p:pRg st="10" end="10"/>
                                            </p:txEl>
                                          </p:spTgt>
                                        </p:tgtEl>
                                        <p:attrNameLst>
                                          <p:attrName>style.visibility</p:attrName>
                                        </p:attrNameLst>
                                      </p:cBhvr>
                                      <p:to>
                                        <p:strVal val="visible"/>
                                      </p:to>
                                    </p:set>
                                    <p:animEffect transition="in" filter="fade">
                                      <p:cBhvr>
                                        <p:cTn id="122" dur="1000"/>
                                        <p:tgtEl>
                                          <p:spTgt spid="28676">
                                            <p:txEl>
                                              <p:pRg st="10" end="10"/>
                                            </p:txEl>
                                          </p:spTgt>
                                        </p:tgtEl>
                                      </p:cBhvr>
                                    </p:animEffect>
                                    <p:anim calcmode="lin" valueType="num">
                                      <p:cBhvr>
                                        <p:cTn id="123" dur="1000" fill="hold"/>
                                        <p:tgtEl>
                                          <p:spTgt spid="28676">
                                            <p:txEl>
                                              <p:pRg st="10" end="10"/>
                                            </p:txEl>
                                          </p:spTgt>
                                        </p:tgtEl>
                                        <p:attrNameLst>
                                          <p:attrName>ppt_x</p:attrName>
                                        </p:attrNameLst>
                                      </p:cBhvr>
                                      <p:tavLst>
                                        <p:tav tm="0">
                                          <p:val>
                                            <p:strVal val="#ppt_x"/>
                                          </p:val>
                                        </p:tav>
                                        <p:tav tm="100000">
                                          <p:val>
                                            <p:strVal val="#ppt_x"/>
                                          </p:val>
                                        </p:tav>
                                      </p:tavLst>
                                    </p:anim>
                                    <p:anim calcmode="lin" valueType="num">
                                      <p:cBhvr>
                                        <p:cTn id="124" dur="1000" fill="hold"/>
                                        <p:tgtEl>
                                          <p:spTgt spid="28676">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22" presetClass="entr" presetSubtype="1" fill="hold" nodeType="clickEffect">
                                  <p:stCondLst>
                                    <p:cond delay="0"/>
                                  </p:stCondLst>
                                  <p:childTnLst>
                                    <p:set>
                                      <p:cBhvr>
                                        <p:cTn id="128" dur="1" fill="hold">
                                          <p:stCondLst>
                                            <p:cond delay="0"/>
                                          </p:stCondLst>
                                        </p:cTn>
                                        <p:tgtEl>
                                          <p:spTgt spid="50"/>
                                        </p:tgtEl>
                                        <p:attrNameLst>
                                          <p:attrName>style.visibility</p:attrName>
                                        </p:attrNameLst>
                                      </p:cBhvr>
                                      <p:to>
                                        <p:strVal val="visible"/>
                                      </p:to>
                                    </p:set>
                                    <p:animEffect transition="in" filter="wipe(up)">
                                      <p:cBhvr>
                                        <p:cTn id="129" dur="500"/>
                                        <p:tgtEl>
                                          <p:spTgt spid="50"/>
                                        </p:tgtEl>
                                      </p:cBhvr>
                                    </p:animEffect>
                                  </p:childTnLst>
                                </p:cTn>
                              </p:par>
                            </p:childTnLst>
                          </p:cTn>
                        </p:par>
                        <p:par>
                          <p:cTn id="130" fill="hold">
                            <p:stCondLst>
                              <p:cond delay="500"/>
                            </p:stCondLst>
                            <p:childTnLst>
                              <p:par>
                                <p:cTn id="131" presetID="10" presetClass="entr" presetSubtype="0" fill="hold" grpId="0" nodeType="after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500"/>
                                        <p:tgtEl>
                                          <p:spTgt spid="48"/>
                                        </p:tgtEl>
                                      </p:cBhvr>
                                    </p:animEffect>
                                  </p:childTnLst>
                                </p:cTn>
                              </p:par>
                            </p:childTnLst>
                          </p:cTn>
                        </p:par>
                        <p:par>
                          <p:cTn id="134" fill="hold">
                            <p:stCondLst>
                              <p:cond delay="1000"/>
                            </p:stCondLst>
                            <p:childTnLst>
                              <p:par>
                                <p:cTn id="135" presetID="22" presetClass="entr" presetSubtype="1" fill="hold" nodeType="afterEffect">
                                  <p:stCondLst>
                                    <p:cond delay="0"/>
                                  </p:stCondLst>
                                  <p:childTnLst>
                                    <p:set>
                                      <p:cBhvr>
                                        <p:cTn id="136" dur="1" fill="hold">
                                          <p:stCondLst>
                                            <p:cond delay="0"/>
                                          </p:stCondLst>
                                        </p:cTn>
                                        <p:tgtEl>
                                          <p:spTgt spid="51"/>
                                        </p:tgtEl>
                                        <p:attrNameLst>
                                          <p:attrName>style.visibility</p:attrName>
                                        </p:attrNameLst>
                                      </p:cBhvr>
                                      <p:to>
                                        <p:strVal val="visible"/>
                                      </p:to>
                                    </p:set>
                                    <p:animEffect transition="in" filter="wipe(up)">
                                      <p:cBhvr>
                                        <p:cTn id="137" dur="500"/>
                                        <p:tgtEl>
                                          <p:spTgt spid="51"/>
                                        </p:tgtEl>
                                      </p:cBhvr>
                                    </p:animEffect>
                                  </p:childTnLst>
                                </p:cTn>
                              </p:par>
                            </p:childTnLst>
                          </p:cTn>
                        </p:par>
                        <p:par>
                          <p:cTn id="138" fill="hold">
                            <p:stCondLst>
                              <p:cond delay="1500"/>
                            </p:stCondLst>
                            <p:childTnLst>
                              <p:par>
                                <p:cTn id="139" presetID="10" presetClass="entr" presetSubtype="0" fill="hold" grpId="0" nodeType="afterEffect">
                                  <p:stCondLst>
                                    <p:cond delay="0"/>
                                  </p:stCondLst>
                                  <p:childTnLst>
                                    <p:set>
                                      <p:cBhvr>
                                        <p:cTn id="140" dur="1" fill="hold">
                                          <p:stCondLst>
                                            <p:cond delay="0"/>
                                          </p:stCondLst>
                                        </p:cTn>
                                        <p:tgtEl>
                                          <p:spTgt spid="49"/>
                                        </p:tgtEl>
                                        <p:attrNameLst>
                                          <p:attrName>style.visibility</p:attrName>
                                        </p:attrNameLst>
                                      </p:cBhvr>
                                      <p:to>
                                        <p:strVal val="visible"/>
                                      </p:to>
                                    </p:set>
                                    <p:animEffect transition="in" filter="fade">
                                      <p:cBhvr>
                                        <p:cTn id="14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Lst>
  </p:timing>
  <p:extLst mod="1">
    <p:ext uri="{E180D4A7-C9FB-4DFB-919C-405C955672EB}">
      <p14:showEvtLst xmlns:p14="http://schemas.microsoft.com/office/powerpoint/2010/main">
        <p14:playEvt time="0" objId="3"/>
        <p14:stopEvt time="62349" objId="3"/>
      </p14:showEvt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custDataLst>
              <p:tags r:id="rId2"/>
            </p:custDataLst>
          </p:nvPr>
        </p:nvGrpSpPr>
        <p:grpSpPr>
          <a:xfrm>
            <a:off x="1569493" y="3106616"/>
            <a:ext cx="1577476" cy="1577476"/>
            <a:chOff x="7949737" y="2674214"/>
            <a:chExt cx="702552" cy="702552"/>
          </a:xfrm>
        </p:grpSpPr>
        <p:sp>
          <p:nvSpPr>
            <p:cNvPr id="11" name="Oval 10"/>
            <p:cNvSpPr/>
            <p:nvPr/>
          </p:nvSpPr>
          <p:spPr bwMode="gray">
            <a:xfrm>
              <a:off x="7949737" y="2674214"/>
              <a:ext cx="702552" cy="702552"/>
            </a:xfrm>
            <a:prstGeom prst="ellips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2" name="Oval 11"/>
            <p:cNvSpPr/>
            <p:nvPr/>
          </p:nvSpPr>
          <p:spPr bwMode="gray">
            <a:xfrm>
              <a:off x="8410557" y="3099383"/>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3" name="Oval 12"/>
            <p:cNvSpPr/>
            <p:nvPr/>
          </p:nvSpPr>
          <p:spPr bwMode="gray">
            <a:xfrm>
              <a:off x="8162213" y="2803686"/>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4" name="Oval 13"/>
            <p:cNvSpPr/>
            <p:nvPr/>
          </p:nvSpPr>
          <p:spPr bwMode="gray">
            <a:xfrm>
              <a:off x="8096955" y="2916038"/>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5" name="Oval 14"/>
            <p:cNvSpPr/>
            <p:nvPr/>
          </p:nvSpPr>
          <p:spPr bwMode="gray">
            <a:xfrm>
              <a:off x="8266436" y="3198538"/>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6" name="Oval 15"/>
            <p:cNvSpPr/>
            <p:nvPr/>
          </p:nvSpPr>
          <p:spPr bwMode="gray">
            <a:xfrm>
              <a:off x="8093687" y="3120147"/>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7" name="Oval 16"/>
            <p:cNvSpPr/>
            <p:nvPr/>
          </p:nvSpPr>
          <p:spPr bwMode="gray">
            <a:xfrm>
              <a:off x="8058937" y="2965196"/>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8" name="Oval 17"/>
            <p:cNvSpPr/>
            <p:nvPr/>
          </p:nvSpPr>
          <p:spPr bwMode="gray">
            <a:xfrm>
              <a:off x="8107225" y="2802494"/>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19" name="Oval 18"/>
            <p:cNvSpPr/>
            <p:nvPr/>
          </p:nvSpPr>
          <p:spPr bwMode="gray">
            <a:xfrm>
              <a:off x="8382862" y="319522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0" name="Oval 19"/>
            <p:cNvSpPr/>
            <p:nvPr/>
          </p:nvSpPr>
          <p:spPr bwMode="gray">
            <a:xfrm>
              <a:off x="8130085" y="3081787"/>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1" name="Oval 20"/>
            <p:cNvSpPr/>
            <p:nvPr/>
          </p:nvSpPr>
          <p:spPr bwMode="gray">
            <a:xfrm>
              <a:off x="8308605" y="276649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2" name="Oval 21"/>
            <p:cNvSpPr/>
            <p:nvPr/>
          </p:nvSpPr>
          <p:spPr bwMode="gray">
            <a:xfrm>
              <a:off x="8182713" y="3152498"/>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3" name="Oval 22"/>
            <p:cNvSpPr/>
            <p:nvPr/>
          </p:nvSpPr>
          <p:spPr bwMode="gray">
            <a:xfrm>
              <a:off x="8294979" y="2868056"/>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4" name="Oval 23"/>
            <p:cNvSpPr/>
            <p:nvPr/>
          </p:nvSpPr>
          <p:spPr bwMode="gray">
            <a:xfrm>
              <a:off x="8258783" y="2982514"/>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5" name="Oval 24"/>
            <p:cNvSpPr/>
            <p:nvPr/>
          </p:nvSpPr>
          <p:spPr bwMode="gray">
            <a:xfrm>
              <a:off x="8250209" y="307216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6" name="Oval 25"/>
            <p:cNvSpPr/>
            <p:nvPr/>
          </p:nvSpPr>
          <p:spPr bwMode="gray">
            <a:xfrm>
              <a:off x="8165140" y="2959767"/>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7" name="Oval 26"/>
            <p:cNvSpPr/>
            <p:nvPr/>
          </p:nvSpPr>
          <p:spPr bwMode="gray">
            <a:xfrm>
              <a:off x="8351637" y="3010607"/>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8" name="Oval 27"/>
            <p:cNvSpPr/>
            <p:nvPr/>
          </p:nvSpPr>
          <p:spPr bwMode="gray">
            <a:xfrm>
              <a:off x="8443274" y="2879689"/>
              <a:ext cx="75052" cy="75052"/>
            </a:xfrm>
            <a:prstGeom prst="ellips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29" name="Oval 28"/>
            <p:cNvSpPr/>
            <p:nvPr/>
          </p:nvSpPr>
          <p:spPr bwMode="gray">
            <a:xfrm>
              <a:off x="8406961" y="2840879"/>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30" name="Oval 29"/>
            <p:cNvSpPr/>
            <p:nvPr/>
          </p:nvSpPr>
          <p:spPr bwMode="gray">
            <a:xfrm>
              <a:off x="8202842" y="2910506"/>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31" name="Oval 30"/>
            <p:cNvSpPr/>
            <p:nvPr/>
          </p:nvSpPr>
          <p:spPr bwMode="gray">
            <a:xfrm>
              <a:off x="8345623" y="294651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32" name="Oval 31"/>
            <p:cNvSpPr/>
            <p:nvPr/>
          </p:nvSpPr>
          <p:spPr bwMode="gray">
            <a:xfrm>
              <a:off x="8454870" y="3020610"/>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sp>
          <p:nvSpPr>
            <p:cNvPr id="33" name="Oval 32"/>
            <p:cNvSpPr/>
            <p:nvPr/>
          </p:nvSpPr>
          <p:spPr bwMode="gray">
            <a:xfrm>
              <a:off x="8322584" y="3116608"/>
              <a:ext cx="75052" cy="7505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1200" dirty="0" smtClean="0">
                <a:solidFill>
                  <a:schemeClr val="bg1"/>
                </a:solidFill>
                <a:latin typeface="Arial" pitchFamily="34" charset="0"/>
                <a:cs typeface="Arial" pitchFamily="34" charset="0"/>
              </a:endParaRPr>
            </a:p>
          </p:txBody>
        </p:sp>
      </p:grpSp>
      <p:sp>
        <p:nvSpPr>
          <p:cNvPr id="3" name="Oval 2"/>
          <p:cNvSpPr/>
          <p:nvPr/>
        </p:nvSpPr>
        <p:spPr bwMode="gray">
          <a:xfrm>
            <a:off x="1453362" y="2990485"/>
            <a:ext cx="1809738" cy="1809738"/>
          </a:xfrm>
          <a:prstGeom prst="ellipse">
            <a:avLst/>
          </a:prstGeom>
          <a:solidFill>
            <a:schemeClr val="bg1"/>
          </a:solid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grpSp>
        <p:nvGrpSpPr>
          <p:cNvPr id="79" name="Group 78"/>
          <p:cNvGrpSpPr/>
          <p:nvPr>
            <p:custDataLst>
              <p:tags r:id="rId3"/>
            </p:custDataLst>
          </p:nvPr>
        </p:nvGrpSpPr>
        <p:grpSpPr>
          <a:xfrm>
            <a:off x="933448" y="3271837"/>
            <a:ext cx="2782209" cy="1694261"/>
            <a:chOff x="933448" y="3271837"/>
            <a:chExt cx="2782209" cy="1694261"/>
          </a:xfrm>
        </p:grpSpPr>
        <p:sp>
          <p:nvSpPr>
            <p:cNvPr id="72" name="Freeform 71"/>
            <p:cNvSpPr/>
            <p:nvPr/>
          </p:nvSpPr>
          <p:spPr bwMode="gray">
            <a:xfrm>
              <a:off x="933448" y="3271837"/>
              <a:ext cx="1050132" cy="935832"/>
            </a:xfrm>
            <a:custGeom>
              <a:avLst/>
              <a:gdLst>
                <a:gd name="connsiteX0" fmla="*/ 990600 w 990600"/>
                <a:gd name="connsiteY0" fmla="*/ 942975 h 942975"/>
                <a:gd name="connsiteX1" fmla="*/ 738188 w 990600"/>
                <a:gd name="connsiteY1" fmla="*/ 828675 h 942975"/>
                <a:gd name="connsiteX2" fmla="*/ 514350 w 990600"/>
                <a:gd name="connsiteY2" fmla="*/ 376237 h 942975"/>
                <a:gd name="connsiteX3" fmla="*/ 457200 w 990600"/>
                <a:gd name="connsiteY3" fmla="*/ 342900 h 942975"/>
                <a:gd name="connsiteX4" fmla="*/ 0 w 990600"/>
                <a:gd name="connsiteY4" fmla="*/ 0 h 942975"/>
                <a:gd name="connsiteX0" fmla="*/ 990600 w 990600"/>
                <a:gd name="connsiteY0" fmla="*/ 942975 h 942975"/>
                <a:gd name="connsiteX1" fmla="*/ 738188 w 990600"/>
                <a:gd name="connsiteY1" fmla="*/ 828675 h 942975"/>
                <a:gd name="connsiteX2" fmla="*/ 514350 w 990600"/>
                <a:gd name="connsiteY2" fmla="*/ 376237 h 942975"/>
                <a:gd name="connsiteX3" fmla="*/ 0 w 990600"/>
                <a:gd name="connsiteY3" fmla="*/ 0 h 942975"/>
                <a:gd name="connsiteX0" fmla="*/ 990600 w 990600"/>
                <a:gd name="connsiteY0" fmla="*/ 942975 h 942975"/>
                <a:gd name="connsiteX1" fmla="*/ 738188 w 990600"/>
                <a:gd name="connsiteY1" fmla="*/ 828675 h 942975"/>
                <a:gd name="connsiteX2" fmla="*/ 514350 w 990600"/>
                <a:gd name="connsiteY2" fmla="*/ 376237 h 942975"/>
                <a:gd name="connsiteX3" fmla="*/ 0 w 990600"/>
                <a:gd name="connsiteY3" fmla="*/ 0 h 942975"/>
                <a:gd name="connsiteX0" fmla="*/ 990600 w 990600"/>
                <a:gd name="connsiteY0" fmla="*/ 942975 h 942975"/>
                <a:gd name="connsiteX1" fmla="*/ 738188 w 990600"/>
                <a:gd name="connsiteY1" fmla="*/ 828675 h 942975"/>
                <a:gd name="connsiteX2" fmla="*/ 514350 w 990600"/>
                <a:gd name="connsiteY2" fmla="*/ 376237 h 942975"/>
                <a:gd name="connsiteX3" fmla="*/ 0 w 990600"/>
                <a:gd name="connsiteY3" fmla="*/ 0 h 942975"/>
                <a:gd name="connsiteX0" fmla="*/ 990600 w 990600"/>
                <a:gd name="connsiteY0" fmla="*/ 942975 h 955769"/>
                <a:gd name="connsiteX1" fmla="*/ 738188 w 990600"/>
                <a:gd name="connsiteY1" fmla="*/ 828675 h 955769"/>
                <a:gd name="connsiteX2" fmla="*/ 514350 w 990600"/>
                <a:gd name="connsiteY2" fmla="*/ 376237 h 955769"/>
                <a:gd name="connsiteX3" fmla="*/ 0 w 990600"/>
                <a:gd name="connsiteY3" fmla="*/ 0 h 955769"/>
                <a:gd name="connsiteX0" fmla="*/ 969169 w 969169"/>
                <a:gd name="connsiteY0" fmla="*/ 914400 h 930824"/>
                <a:gd name="connsiteX1" fmla="*/ 738188 w 969169"/>
                <a:gd name="connsiteY1" fmla="*/ 828675 h 930824"/>
                <a:gd name="connsiteX2" fmla="*/ 514350 w 969169"/>
                <a:gd name="connsiteY2" fmla="*/ 376237 h 930824"/>
                <a:gd name="connsiteX3" fmla="*/ 0 w 969169"/>
                <a:gd name="connsiteY3" fmla="*/ 0 h 930824"/>
                <a:gd name="connsiteX0" fmla="*/ 1050132 w 1050132"/>
                <a:gd name="connsiteY0" fmla="*/ 935832 h 952256"/>
                <a:gd name="connsiteX1" fmla="*/ 819151 w 1050132"/>
                <a:gd name="connsiteY1" fmla="*/ 850107 h 952256"/>
                <a:gd name="connsiteX2" fmla="*/ 595313 w 1050132"/>
                <a:gd name="connsiteY2" fmla="*/ 397669 h 952256"/>
                <a:gd name="connsiteX3" fmla="*/ 0 w 1050132"/>
                <a:gd name="connsiteY3" fmla="*/ 0 h 952256"/>
                <a:gd name="connsiteX0" fmla="*/ 1050132 w 1050132"/>
                <a:gd name="connsiteY0" fmla="*/ 935832 h 952256"/>
                <a:gd name="connsiteX1" fmla="*/ 819151 w 1050132"/>
                <a:gd name="connsiteY1" fmla="*/ 850107 h 952256"/>
                <a:gd name="connsiteX2" fmla="*/ 595313 w 1050132"/>
                <a:gd name="connsiteY2" fmla="*/ 397669 h 952256"/>
                <a:gd name="connsiteX3" fmla="*/ 0 w 1050132"/>
                <a:gd name="connsiteY3" fmla="*/ 0 h 952256"/>
                <a:gd name="connsiteX0" fmla="*/ 1050132 w 1050132"/>
                <a:gd name="connsiteY0" fmla="*/ 935832 h 968203"/>
                <a:gd name="connsiteX1" fmla="*/ 819151 w 1050132"/>
                <a:gd name="connsiteY1" fmla="*/ 850107 h 968203"/>
                <a:gd name="connsiteX2" fmla="*/ 0 w 1050132"/>
                <a:gd name="connsiteY2" fmla="*/ 0 h 968203"/>
                <a:gd name="connsiteX0" fmla="*/ 1050132 w 1050132"/>
                <a:gd name="connsiteY0" fmla="*/ 935832 h 968203"/>
                <a:gd name="connsiteX1" fmla="*/ 819151 w 1050132"/>
                <a:gd name="connsiteY1" fmla="*/ 850107 h 968203"/>
                <a:gd name="connsiteX2" fmla="*/ 0 w 1050132"/>
                <a:gd name="connsiteY2" fmla="*/ 0 h 968203"/>
                <a:gd name="connsiteX0" fmla="*/ 1050132 w 1050132"/>
                <a:gd name="connsiteY0" fmla="*/ 935832 h 935832"/>
                <a:gd name="connsiteX1" fmla="*/ 0 w 1050132"/>
                <a:gd name="connsiteY1" fmla="*/ 0 h 935832"/>
                <a:gd name="connsiteX0" fmla="*/ 1050132 w 1050132"/>
                <a:gd name="connsiteY0" fmla="*/ 935832 h 935832"/>
                <a:gd name="connsiteX1" fmla="*/ 0 w 1050132"/>
                <a:gd name="connsiteY1" fmla="*/ 0 h 935832"/>
                <a:gd name="connsiteX0" fmla="*/ 1050132 w 1050132"/>
                <a:gd name="connsiteY0" fmla="*/ 935832 h 935832"/>
                <a:gd name="connsiteX1" fmla="*/ 0 w 1050132"/>
                <a:gd name="connsiteY1" fmla="*/ 0 h 935832"/>
              </a:gdLst>
              <a:ahLst/>
              <a:cxnLst>
                <a:cxn ang="0">
                  <a:pos x="connsiteX0" y="connsiteY0"/>
                </a:cxn>
                <a:cxn ang="0">
                  <a:pos x="connsiteX1" y="connsiteY1"/>
                </a:cxn>
              </a:cxnLst>
              <a:rect l="l" t="t" r="r" b="b"/>
              <a:pathLst>
                <a:path w="1050132" h="935832">
                  <a:moveTo>
                    <a:pt x="1050132" y="935832"/>
                  </a:moveTo>
                  <a:cubicBezTo>
                    <a:pt x="592138" y="820738"/>
                    <a:pt x="483394" y="54769"/>
                    <a:pt x="0" y="0"/>
                  </a:cubicBezTo>
                </a:path>
              </a:pathLst>
            </a:custGeom>
            <a:noFill/>
            <a:ln w="19050" cap="rnd" cmpd="sng" algn="ctr">
              <a:solidFill>
                <a:schemeClr val="accent4"/>
              </a:solidFill>
              <a:prstDash val="solid"/>
            </a:ln>
            <a:effectLst/>
          </p:spPr>
          <p:txBody>
            <a:bodyPr rtlCol="0" anchor="ctr"/>
            <a:lstStyle/>
            <a:p>
              <a:pPr algn="ctr"/>
              <a:endParaRPr lang="en-US"/>
            </a:p>
          </p:txBody>
        </p:sp>
        <p:sp>
          <p:nvSpPr>
            <p:cNvPr id="53" name="Rounded Rectangle 52"/>
            <p:cNvSpPr/>
            <p:nvPr/>
          </p:nvSpPr>
          <p:spPr bwMode="gray">
            <a:xfrm rot="2057569">
              <a:off x="1703372" y="4465300"/>
              <a:ext cx="2012285" cy="493941"/>
            </a:xfrm>
            <a:custGeom>
              <a:avLst/>
              <a:gdLst>
                <a:gd name="connsiteX0" fmla="*/ 163167 w 2126596"/>
                <a:gd name="connsiteY0" fmla="*/ 208205 h 522000"/>
                <a:gd name="connsiteX1" fmla="*/ 110372 w 2126596"/>
                <a:gd name="connsiteY1" fmla="*/ 261000 h 522000"/>
                <a:gd name="connsiteX2" fmla="*/ 163167 w 2126596"/>
                <a:gd name="connsiteY2" fmla="*/ 313795 h 522000"/>
                <a:gd name="connsiteX3" fmla="*/ 215962 w 2126596"/>
                <a:gd name="connsiteY3" fmla="*/ 261000 h 522000"/>
                <a:gd name="connsiteX4" fmla="*/ 163167 w 2126596"/>
                <a:gd name="connsiteY4" fmla="*/ 208205 h 522000"/>
                <a:gd name="connsiteX5" fmla="*/ 261000 w 2126596"/>
                <a:gd name="connsiteY5" fmla="*/ 0 h 522000"/>
                <a:gd name="connsiteX6" fmla="*/ 280361 w 2126596"/>
                <a:gd name="connsiteY6" fmla="*/ 1952 h 522000"/>
                <a:gd name="connsiteX7" fmla="*/ 285073 w 2126596"/>
                <a:gd name="connsiteY7" fmla="*/ 0 h 522000"/>
                <a:gd name="connsiteX8" fmla="*/ 2084043 w 2126596"/>
                <a:gd name="connsiteY8" fmla="*/ 0 h 522000"/>
                <a:gd name="connsiteX9" fmla="*/ 2126596 w 2126596"/>
                <a:gd name="connsiteY9" fmla="*/ 42553 h 522000"/>
                <a:gd name="connsiteX10" fmla="*/ 2126596 w 2126596"/>
                <a:gd name="connsiteY10" fmla="*/ 479447 h 522000"/>
                <a:gd name="connsiteX11" fmla="*/ 2084043 w 2126596"/>
                <a:gd name="connsiteY11" fmla="*/ 522000 h 522000"/>
                <a:gd name="connsiteX12" fmla="*/ 285073 w 2126596"/>
                <a:gd name="connsiteY12" fmla="*/ 522000 h 522000"/>
                <a:gd name="connsiteX13" fmla="*/ 261000 w 2126596"/>
                <a:gd name="connsiteY13" fmla="*/ 522000 h 522000"/>
                <a:gd name="connsiteX14" fmla="*/ 0 w 2126596"/>
                <a:gd name="connsiteY14" fmla="*/ 261000 h 522000"/>
                <a:gd name="connsiteX15" fmla="*/ 261000 w 2126596"/>
                <a:gd name="connsiteY15" fmla="*/ 0 h 522000"/>
                <a:gd name="connsiteX0" fmla="*/ 163167 w 2126596"/>
                <a:gd name="connsiteY0" fmla="*/ 208205 h 522000"/>
                <a:gd name="connsiteX1" fmla="*/ 110372 w 2126596"/>
                <a:gd name="connsiteY1" fmla="*/ 261000 h 522000"/>
                <a:gd name="connsiteX2" fmla="*/ 163167 w 2126596"/>
                <a:gd name="connsiteY2" fmla="*/ 313795 h 522000"/>
                <a:gd name="connsiteX3" fmla="*/ 215962 w 2126596"/>
                <a:gd name="connsiteY3" fmla="*/ 261000 h 522000"/>
                <a:gd name="connsiteX4" fmla="*/ 163167 w 2126596"/>
                <a:gd name="connsiteY4" fmla="*/ 208205 h 522000"/>
                <a:gd name="connsiteX5" fmla="*/ 261000 w 2126596"/>
                <a:gd name="connsiteY5" fmla="*/ 0 h 522000"/>
                <a:gd name="connsiteX6" fmla="*/ 285073 w 2126596"/>
                <a:gd name="connsiteY6" fmla="*/ 0 h 522000"/>
                <a:gd name="connsiteX7" fmla="*/ 2084043 w 2126596"/>
                <a:gd name="connsiteY7" fmla="*/ 0 h 522000"/>
                <a:gd name="connsiteX8" fmla="*/ 2126596 w 2126596"/>
                <a:gd name="connsiteY8" fmla="*/ 42553 h 522000"/>
                <a:gd name="connsiteX9" fmla="*/ 2126596 w 2126596"/>
                <a:gd name="connsiteY9" fmla="*/ 479447 h 522000"/>
                <a:gd name="connsiteX10" fmla="*/ 2084043 w 2126596"/>
                <a:gd name="connsiteY10" fmla="*/ 522000 h 522000"/>
                <a:gd name="connsiteX11" fmla="*/ 285073 w 2126596"/>
                <a:gd name="connsiteY11" fmla="*/ 522000 h 522000"/>
                <a:gd name="connsiteX12" fmla="*/ 261000 w 2126596"/>
                <a:gd name="connsiteY12" fmla="*/ 522000 h 522000"/>
                <a:gd name="connsiteX13" fmla="*/ 0 w 2126596"/>
                <a:gd name="connsiteY13" fmla="*/ 261000 h 522000"/>
                <a:gd name="connsiteX14" fmla="*/ 261000 w 2126596"/>
                <a:gd name="connsiteY14" fmla="*/ 0 h 522000"/>
                <a:gd name="connsiteX0" fmla="*/ 163167 w 2126596"/>
                <a:gd name="connsiteY0" fmla="*/ 208205 h 522000"/>
                <a:gd name="connsiteX1" fmla="*/ 110372 w 2126596"/>
                <a:gd name="connsiteY1" fmla="*/ 261000 h 522000"/>
                <a:gd name="connsiteX2" fmla="*/ 163167 w 2126596"/>
                <a:gd name="connsiteY2" fmla="*/ 313795 h 522000"/>
                <a:gd name="connsiteX3" fmla="*/ 215962 w 2126596"/>
                <a:gd name="connsiteY3" fmla="*/ 261000 h 522000"/>
                <a:gd name="connsiteX4" fmla="*/ 163167 w 2126596"/>
                <a:gd name="connsiteY4" fmla="*/ 208205 h 522000"/>
                <a:gd name="connsiteX5" fmla="*/ 261000 w 2126596"/>
                <a:gd name="connsiteY5" fmla="*/ 0 h 522000"/>
                <a:gd name="connsiteX6" fmla="*/ 2084043 w 2126596"/>
                <a:gd name="connsiteY6" fmla="*/ 0 h 522000"/>
                <a:gd name="connsiteX7" fmla="*/ 2126596 w 2126596"/>
                <a:gd name="connsiteY7" fmla="*/ 42553 h 522000"/>
                <a:gd name="connsiteX8" fmla="*/ 2126596 w 2126596"/>
                <a:gd name="connsiteY8" fmla="*/ 479447 h 522000"/>
                <a:gd name="connsiteX9" fmla="*/ 2084043 w 2126596"/>
                <a:gd name="connsiteY9" fmla="*/ 522000 h 522000"/>
                <a:gd name="connsiteX10" fmla="*/ 285073 w 2126596"/>
                <a:gd name="connsiteY10" fmla="*/ 522000 h 522000"/>
                <a:gd name="connsiteX11" fmla="*/ 261000 w 2126596"/>
                <a:gd name="connsiteY11" fmla="*/ 522000 h 522000"/>
                <a:gd name="connsiteX12" fmla="*/ 0 w 2126596"/>
                <a:gd name="connsiteY12" fmla="*/ 261000 h 522000"/>
                <a:gd name="connsiteX13" fmla="*/ 261000 w 2126596"/>
                <a:gd name="connsiteY13" fmla="*/ 0 h 522000"/>
                <a:gd name="connsiteX0" fmla="*/ 163167 w 2126596"/>
                <a:gd name="connsiteY0" fmla="*/ 208205 h 522000"/>
                <a:gd name="connsiteX1" fmla="*/ 110372 w 2126596"/>
                <a:gd name="connsiteY1" fmla="*/ 261000 h 522000"/>
                <a:gd name="connsiteX2" fmla="*/ 163167 w 2126596"/>
                <a:gd name="connsiteY2" fmla="*/ 313795 h 522000"/>
                <a:gd name="connsiteX3" fmla="*/ 215962 w 2126596"/>
                <a:gd name="connsiteY3" fmla="*/ 261000 h 522000"/>
                <a:gd name="connsiteX4" fmla="*/ 163167 w 2126596"/>
                <a:gd name="connsiteY4" fmla="*/ 208205 h 522000"/>
                <a:gd name="connsiteX5" fmla="*/ 261000 w 2126596"/>
                <a:gd name="connsiteY5" fmla="*/ 0 h 522000"/>
                <a:gd name="connsiteX6" fmla="*/ 2084043 w 2126596"/>
                <a:gd name="connsiteY6" fmla="*/ 0 h 522000"/>
                <a:gd name="connsiteX7" fmla="*/ 2126596 w 2126596"/>
                <a:gd name="connsiteY7" fmla="*/ 42553 h 522000"/>
                <a:gd name="connsiteX8" fmla="*/ 2126596 w 2126596"/>
                <a:gd name="connsiteY8" fmla="*/ 479447 h 522000"/>
                <a:gd name="connsiteX9" fmla="*/ 2084043 w 2126596"/>
                <a:gd name="connsiteY9" fmla="*/ 522000 h 522000"/>
                <a:gd name="connsiteX10" fmla="*/ 261000 w 2126596"/>
                <a:gd name="connsiteY10" fmla="*/ 522000 h 522000"/>
                <a:gd name="connsiteX11" fmla="*/ 0 w 2126596"/>
                <a:gd name="connsiteY11" fmla="*/ 261000 h 522000"/>
                <a:gd name="connsiteX12" fmla="*/ 261000 w 2126596"/>
                <a:gd name="connsiteY12" fmla="*/ 0 h 52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26596" h="522000">
                  <a:moveTo>
                    <a:pt x="163167" y="208205"/>
                  </a:moveTo>
                  <a:cubicBezTo>
                    <a:pt x="134009" y="208205"/>
                    <a:pt x="110372" y="231842"/>
                    <a:pt x="110372" y="261000"/>
                  </a:cubicBezTo>
                  <a:cubicBezTo>
                    <a:pt x="110372" y="290158"/>
                    <a:pt x="134009" y="313795"/>
                    <a:pt x="163167" y="313795"/>
                  </a:cubicBezTo>
                  <a:cubicBezTo>
                    <a:pt x="192325" y="313795"/>
                    <a:pt x="215962" y="290158"/>
                    <a:pt x="215962" y="261000"/>
                  </a:cubicBezTo>
                  <a:cubicBezTo>
                    <a:pt x="215962" y="231842"/>
                    <a:pt x="192325" y="208205"/>
                    <a:pt x="163167" y="208205"/>
                  </a:cubicBezTo>
                  <a:close/>
                  <a:moveTo>
                    <a:pt x="261000" y="0"/>
                  </a:moveTo>
                  <a:lnTo>
                    <a:pt x="2084043" y="0"/>
                  </a:lnTo>
                  <a:cubicBezTo>
                    <a:pt x="2107544" y="0"/>
                    <a:pt x="2126596" y="19052"/>
                    <a:pt x="2126596" y="42553"/>
                  </a:cubicBezTo>
                  <a:lnTo>
                    <a:pt x="2126596" y="479447"/>
                  </a:lnTo>
                  <a:cubicBezTo>
                    <a:pt x="2126596" y="502948"/>
                    <a:pt x="2107544" y="522000"/>
                    <a:pt x="2084043" y="522000"/>
                  </a:cubicBezTo>
                  <a:lnTo>
                    <a:pt x="261000" y="522000"/>
                  </a:lnTo>
                  <a:cubicBezTo>
                    <a:pt x="116854" y="522000"/>
                    <a:pt x="0" y="405146"/>
                    <a:pt x="0" y="261000"/>
                  </a:cubicBezTo>
                  <a:cubicBezTo>
                    <a:pt x="0" y="116854"/>
                    <a:pt x="116854" y="0"/>
                    <a:pt x="261000" y="0"/>
                  </a:cubicBezTo>
                  <a:close/>
                </a:path>
              </a:pathLst>
            </a:custGeom>
            <a:gradFill flip="none" rotWithShape="1">
              <a:gsLst>
                <a:gs pos="33000">
                  <a:schemeClr val="accent4">
                    <a:shade val="67500"/>
                    <a:satMod val="115000"/>
                    <a:lumMod val="22000"/>
                    <a:lumOff val="78000"/>
                  </a:schemeClr>
                </a:gs>
                <a:gs pos="68000">
                  <a:srgbClr val="F0F0F0">
                    <a:lumMod val="97000"/>
                  </a:srgbClr>
                </a:gs>
                <a:gs pos="82000">
                  <a:schemeClr val="accent4">
                    <a:shade val="67500"/>
                    <a:satMod val="115000"/>
                    <a:lumMod val="14000"/>
                    <a:lumOff val="86000"/>
                  </a:schemeClr>
                </a:gs>
                <a:gs pos="52000">
                  <a:srgbClr val="EDEDED">
                    <a:lumMod val="9000"/>
                    <a:lumOff val="91000"/>
                  </a:srgbClr>
                </a:gs>
                <a:gs pos="100000">
                  <a:schemeClr val="accent4">
                    <a:shade val="100000"/>
                    <a:satMod val="115000"/>
                    <a:lumMod val="71000"/>
                    <a:lumOff val="29000"/>
                  </a:schemeClr>
                </a:gs>
              </a:gsLst>
              <a:lin ang="1800000" scaled="0"/>
              <a:tileRect/>
            </a:gradFill>
            <a:ln w="9525" cap="flat" cmpd="sng" algn="ctr">
              <a:solidFill>
                <a:schemeClr val="bg2"/>
              </a:solidFill>
              <a:prstDash val="solid"/>
            </a:ln>
            <a:effectLst/>
          </p:spPr>
          <p:txBody>
            <a:bodyPr wrap="none"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4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sp>
          <p:nvSpPr>
            <p:cNvPr id="74" name="Rectangle 73"/>
            <p:cNvSpPr/>
            <p:nvPr/>
          </p:nvSpPr>
          <p:spPr bwMode="gray">
            <a:xfrm rot="2057569">
              <a:off x="1995993" y="4582983"/>
              <a:ext cx="1622014" cy="383115"/>
            </a:xfrm>
            <a:prstGeom prst="rect">
              <a:avLst/>
            </a:prstGeom>
            <a:noFill/>
            <a:ln w="9525" cap="sq">
              <a:solidFill>
                <a:schemeClr val="accent4"/>
              </a:solidFill>
              <a:prstDash val="sysDot"/>
              <a:miter lim="800000"/>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gn="ctr">
                <a:spcBef>
                  <a:spcPts val="1100"/>
                </a:spcBef>
                <a:buClr>
                  <a:schemeClr val="tx2"/>
                </a:buClr>
                <a:buSzPct val="70000"/>
              </a:pPr>
              <a:r>
                <a:rPr lang="en-US" sz="1400" b="1" dirty="0">
                  <a:solidFill>
                    <a:schemeClr val="bg2"/>
                  </a:solidFill>
                  <a:effectLst/>
                  <a:latin typeface="Arial" pitchFamily="34" charset="0"/>
                </a:rPr>
                <a:t>expiration date</a:t>
              </a:r>
              <a:endParaRPr lang="en-US" sz="1400" b="1" dirty="0">
                <a:solidFill>
                  <a:schemeClr val="bg2"/>
                </a:solidFill>
                <a:effectLst/>
                <a:latin typeface="Arial" pitchFamily="34" charset="0"/>
                <a:cs typeface="Arial" pitchFamily="34" charset="0"/>
              </a:endParaRPr>
            </a:p>
          </p:txBody>
        </p:sp>
        <p:sp>
          <p:nvSpPr>
            <p:cNvPr id="82" name="Freeform 81"/>
            <p:cNvSpPr/>
            <p:nvPr/>
          </p:nvSpPr>
          <p:spPr bwMode="gray">
            <a:xfrm>
              <a:off x="1807366" y="4125116"/>
              <a:ext cx="181663" cy="82552"/>
            </a:xfrm>
            <a:custGeom>
              <a:avLst/>
              <a:gdLst>
                <a:gd name="connsiteX0" fmla="*/ 990600 w 990600"/>
                <a:gd name="connsiteY0" fmla="*/ 942975 h 942975"/>
                <a:gd name="connsiteX1" fmla="*/ 738188 w 990600"/>
                <a:gd name="connsiteY1" fmla="*/ 828675 h 942975"/>
                <a:gd name="connsiteX2" fmla="*/ 514350 w 990600"/>
                <a:gd name="connsiteY2" fmla="*/ 376237 h 942975"/>
                <a:gd name="connsiteX3" fmla="*/ 457200 w 990600"/>
                <a:gd name="connsiteY3" fmla="*/ 342900 h 942975"/>
                <a:gd name="connsiteX4" fmla="*/ 0 w 990600"/>
                <a:gd name="connsiteY4" fmla="*/ 0 h 942975"/>
                <a:gd name="connsiteX0" fmla="*/ 990600 w 990600"/>
                <a:gd name="connsiteY0" fmla="*/ 942975 h 942975"/>
                <a:gd name="connsiteX1" fmla="*/ 738188 w 990600"/>
                <a:gd name="connsiteY1" fmla="*/ 828675 h 942975"/>
                <a:gd name="connsiteX2" fmla="*/ 514350 w 990600"/>
                <a:gd name="connsiteY2" fmla="*/ 376237 h 942975"/>
                <a:gd name="connsiteX3" fmla="*/ 0 w 990600"/>
                <a:gd name="connsiteY3" fmla="*/ 0 h 942975"/>
                <a:gd name="connsiteX0" fmla="*/ 990600 w 990600"/>
                <a:gd name="connsiteY0" fmla="*/ 942975 h 942975"/>
                <a:gd name="connsiteX1" fmla="*/ 738188 w 990600"/>
                <a:gd name="connsiteY1" fmla="*/ 828675 h 942975"/>
                <a:gd name="connsiteX2" fmla="*/ 514350 w 990600"/>
                <a:gd name="connsiteY2" fmla="*/ 376237 h 942975"/>
                <a:gd name="connsiteX3" fmla="*/ 0 w 990600"/>
                <a:gd name="connsiteY3" fmla="*/ 0 h 942975"/>
                <a:gd name="connsiteX0" fmla="*/ 990600 w 990600"/>
                <a:gd name="connsiteY0" fmla="*/ 942975 h 942975"/>
                <a:gd name="connsiteX1" fmla="*/ 738188 w 990600"/>
                <a:gd name="connsiteY1" fmla="*/ 828675 h 942975"/>
                <a:gd name="connsiteX2" fmla="*/ 514350 w 990600"/>
                <a:gd name="connsiteY2" fmla="*/ 376237 h 942975"/>
                <a:gd name="connsiteX3" fmla="*/ 0 w 990600"/>
                <a:gd name="connsiteY3" fmla="*/ 0 h 942975"/>
                <a:gd name="connsiteX0" fmla="*/ 990600 w 990600"/>
                <a:gd name="connsiteY0" fmla="*/ 942975 h 955769"/>
                <a:gd name="connsiteX1" fmla="*/ 738188 w 990600"/>
                <a:gd name="connsiteY1" fmla="*/ 828675 h 955769"/>
                <a:gd name="connsiteX2" fmla="*/ 514350 w 990600"/>
                <a:gd name="connsiteY2" fmla="*/ 376237 h 955769"/>
                <a:gd name="connsiteX3" fmla="*/ 0 w 990600"/>
                <a:gd name="connsiteY3" fmla="*/ 0 h 955769"/>
                <a:gd name="connsiteX0" fmla="*/ 969169 w 969169"/>
                <a:gd name="connsiteY0" fmla="*/ 914400 h 930824"/>
                <a:gd name="connsiteX1" fmla="*/ 738188 w 969169"/>
                <a:gd name="connsiteY1" fmla="*/ 828675 h 930824"/>
                <a:gd name="connsiteX2" fmla="*/ 514350 w 969169"/>
                <a:gd name="connsiteY2" fmla="*/ 376237 h 930824"/>
                <a:gd name="connsiteX3" fmla="*/ 0 w 969169"/>
                <a:gd name="connsiteY3" fmla="*/ 0 h 930824"/>
                <a:gd name="connsiteX0" fmla="*/ 1050132 w 1050132"/>
                <a:gd name="connsiteY0" fmla="*/ 935832 h 952256"/>
                <a:gd name="connsiteX1" fmla="*/ 819151 w 1050132"/>
                <a:gd name="connsiteY1" fmla="*/ 850107 h 952256"/>
                <a:gd name="connsiteX2" fmla="*/ 595313 w 1050132"/>
                <a:gd name="connsiteY2" fmla="*/ 397669 h 952256"/>
                <a:gd name="connsiteX3" fmla="*/ 0 w 1050132"/>
                <a:gd name="connsiteY3" fmla="*/ 0 h 952256"/>
                <a:gd name="connsiteX0" fmla="*/ 1050132 w 1050132"/>
                <a:gd name="connsiteY0" fmla="*/ 935832 h 952256"/>
                <a:gd name="connsiteX1" fmla="*/ 819151 w 1050132"/>
                <a:gd name="connsiteY1" fmla="*/ 850107 h 952256"/>
                <a:gd name="connsiteX2" fmla="*/ 595313 w 1050132"/>
                <a:gd name="connsiteY2" fmla="*/ 397669 h 952256"/>
                <a:gd name="connsiteX3" fmla="*/ 0 w 1050132"/>
                <a:gd name="connsiteY3" fmla="*/ 0 h 952256"/>
                <a:gd name="connsiteX0" fmla="*/ 1050132 w 1050132"/>
                <a:gd name="connsiteY0" fmla="*/ 935832 h 968203"/>
                <a:gd name="connsiteX1" fmla="*/ 819151 w 1050132"/>
                <a:gd name="connsiteY1" fmla="*/ 850107 h 968203"/>
                <a:gd name="connsiteX2" fmla="*/ 0 w 1050132"/>
                <a:gd name="connsiteY2" fmla="*/ 0 h 968203"/>
                <a:gd name="connsiteX0" fmla="*/ 1050132 w 1050132"/>
                <a:gd name="connsiteY0" fmla="*/ 935832 h 968203"/>
                <a:gd name="connsiteX1" fmla="*/ 819151 w 1050132"/>
                <a:gd name="connsiteY1" fmla="*/ 850107 h 968203"/>
                <a:gd name="connsiteX2" fmla="*/ 0 w 1050132"/>
                <a:gd name="connsiteY2" fmla="*/ 0 h 968203"/>
                <a:gd name="connsiteX0" fmla="*/ 1050132 w 1050132"/>
                <a:gd name="connsiteY0" fmla="*/ 935832 h 935832"/>
                <a:gd name="connsiteX1" fmla="*/ 0 w 1050132"/>
                <a:gd name="connsiteY1" fmla="*/ 0 h 935832"/>
                <a:gd name="connsiteX0" fmla="*/ 1050132 w 1050132"/>
                <a:gd name="connsiteY0" fmla="*/ 935832 h 935832"/>
                <a:gd name="connsiteX1" fmla="*/ 0 w 1050132"/>
                <a:gd name="connsiteY1" fmla="*/ 0 h 935832"/>
                <a:gd name="connsiteX0" fmla="*/ 1050132 w 1050132"/>
                <a:gd name="connsiteY0" fmla="*/ 935832 h 935832"/>
                <a:gd name="connsiteX1" fmla="*/ 0 w 1050132"/>
                <a:gd name="connsiteY1" fmla="*/ 0 h 935832"/>
                <a:gd name="connsiteX0" fmla="*/ 1050132 w 1094801"/>
                <a:gd name="connsiteY0" fmla="*/ 935832 h 935832"/>
                <a:gd name="connsiteX1" fmla="*/ 0 w 1094801"/>
                <a:gd name="connsiteY1" fmla="*/ 0 h 935832"/>
                <a:gd name="connsiteX0" fmla="*/ 154782 w 350679"/>
                <a:gd name="connsiteY0" fmla="*/ 65882 h 65882"/>
                <a:gd name="connsiteX1" fmla="*/ 0 w 350679"/>
                <a:gd name="connsiteY1" fmla="*/ 0 h 65882"/>
                <a:gd name="connsiteX0" fmla="*/ 154782 w 240800"/>
                <a:gd name="connsiteY0" fmla="*/ 72357 h 72357"/>
                <a:gd name="connsiteX1" fmla="*/ 0 w 240800"/>
                <a:gd name="connsiteY1" fmla="*/ 6475 h 72357"/>
                <a:gd name="connsiteX0" fmla="*/ 154782 w 247050"/>
                <a:gd name="connsiteY0" fmla="*/ 65882 h 65882"/>
                <a:gd name="connsiteX1" fmla="*/ 0 w 247050"/>
                <a:gd name="connsiteY1" fmla="*/ 0 h 65882"/>
                <a:gd name="connsiteX0" fmla="*/ 154782 w 155764"/>
                <a:gd name="connsiteY0" fmla="*/ 65882 h 65882"/>
                <a:gd name="connsiteX1" fmla="*/ 0 w 155764"/>
                <a:gd name="connsiteY1" fmla="*/ 0 h 65882"/>
                <a:gd name="connsiteX0" fmla="*/ 180976 w 181722"/>
                <a:gd name="connsiteY0" fmla="*/ 82551 h 82551"/>
                <a:gd name="connsiteX1" fmla="*/ 0 w 181722"/>
                <a:gd name="connsiteY1" fmla="*/ 0 h 82551"/>
                <a:gd name="connsiteX0" fmla="*/ 180976 w 181722"/>
                <a:gd name="connsiteY0" fmla="*/ 82551 h 82551"/>
                <a:gd name="connsiteX1" fmla="*/ 0 w 181722"/>
                <a:gd name="connsiteY1" fmla="*/ 0 h 82551"/>
                <a:gd name="connsiteX0" fmla="*/ 180976 w 181833"/>
                <a:gd name="connsiteY0" fmla="*/ 82858 h 82858"/>
                <a:gd name="connsiteX1" fmla="*/ 0 w 181833"/>
                <a:gd name="connsiteY1" fmla="*/ 307 h 82858"/>
                <a:gd name="connsiteX0" fmla="*/ 180976 w 181663"/>
                <a:gd name="connsiteY0" fmla="*/ 82552 h 82552"/>
                <a:gd name="connsiteX1" fmla="*/ 0 w 181663"/>
                <a:gd name="connsiteY1" fmla="*/ 1 h 82552"/>
              </a:gdLst>
              <a:ahLst/>
              <a:cxnLst>
                <a:cxn ang="0">
                  <a:pos x="connsiteX0" y="connsiteY0"/>
                </a:cxn>
                <a:cxn ang="0">
                  <a:pos x="connsiteX1" y="connsiteY1"/>
                </a:cxn>
              </a:cxnLst>
              <a:rect l="l" t="t" r="r" b="b"/>
              <a:pathLst>
                <a:path w="181663" h="82552">
                  <a:moveTo>
                    <a:pt x="180976" y="82552"/>
                  </a:moveTo>
                  <a:cubicBezTo>
                    <a:pt x="191294" y="46833"/>
                    <a:pt x="83345" y="0"/>
                    <a:pt x="0" y="1"/>
                  </a:cubicBezTo>
                </a:path>
              </a:pathLst>
            </a:custGeom>
            <a:noFill/>
            <a:ln w="19050" cap="rnd" cmpd="sng" algn="ctr">
              <a:solidFill>
                <a:schemeClr val="accent4"/>
              </a:solidFill>
              <a:prstDash val="solid"/>
            </a:ln>
            <a:effectLst/>
          </p:spPr>
          <p:txBody>
            <a:bodyPr rtlCol="0" anchor="ctr"/>
            <a:lstStyle/>
            <a:p>
              <a:pPr algn="ctr"/>
              <a:endParaRPr lang="en-US"/>
            </a:p>
          </p:txBody>
        </p:sp>
      </p:grpSp>
      <p:grpSp>
        <p:nvGrpSpPr>
          <p:cNvPr id="7" name="Group 6"/>
          <p:cNvGrpSpPr/>
          <p:nvPr>
            <p:custDataLst>
              <p:tags r:id="rId4"/>
            </p:custDataLst>
          </p:nvPr>
        </p:nvGrpSpPr>
        <p:grpSpPr>
          <a:xfrm>
            <a:off x="215900" y="1592261"/>
            <a:ext cx="4284663" cy="4606187"/>
            <a:chOff x="215900" y="1592261"/>
            <a:chExt cx="8705850" cy="4606187"/>
          </a:xfrm>
        </p:grpSpPr>
        <p:sp>
          <p:nvSpPr>
            <p:cNvPr id="8" name="Rectangle 76"/>
            <p:cNvSpPr>
              <a:spLocks noChangeArrowheads="1"/>
            </p:cNvSpPr>
            <p:nvPr/>
          </p:nvSpPr>
          <p:spPr bwMode="auto">
            <a:xfrm flipV="1">
              <a:off x="215900" y="1592261"/>
              <a:ext cx="8705850" cy="1557594"/>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sp>
          <p:nvSpPr>
            <p:cNvPr id="9" name="Rectangle 76"/>
            <p:cNvSpPr>
              <a:spLocks noChangeArrowheads="1"/>
            </p:cNvSpPr>
            <p:nvPr/>
          </p:nvSpPr>
          <p:spPr bwMode="auto">
            <a:xfrm>
              <a:off x="215900" y="5851627"/>
              <a:ext cx="8705850" cy="346821"/>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grpSp>
      <p:sp>
        <p:nvSpPr>
          <p:cNvPr id="51204" name="Rectangle 122"/>
          <p:cNvSpPr>
            <a:spLocks noGrp="1" noChangeArrowheads="1"/>
          </p:cNvSpPr>
          <p:nvPr>
            <p:ph type="body" sz="quarter" idx="15"/>
          </p:nvPr>
        </p:nvSpPr>
        <p:spPr>
          <a:xfrm>
            <a:off x="4643438" y="1592263"/>
            <a:ext cx="3132918" cy="4608512"/>
          </a:xfrm>
        </p:spPr>
        <p:txBody>
          <a:bodyPr/>
          <a:lstStyle/>
          <a:p>
            <a:r>
              <a:rPr lang="en-US" altLang="en-US" sz="1400" dirty="0" smtClean="0"/>
              <a:t>The test gases are supplied in test gas cylinders. </a:t>
            </a:r>
          </a:p>
          <a:p>
            <a:r>
              <a:rPr lang="en-US" altLang="en-US" sz="1400" dirty="0" smtClean="0"/>
              <a:t>They come with a certificate, e.g. </a:t>
            </a:r>
            <a:r>
              <a:rPr dirty="0"/>
              <a:t/>
            </a:r>
            <a:br>
              <a:rPr dirty="0"/>
            </a:br>
            <a:r>
              <a:rPr lang="en-US" altLang="en-US" sz="1400" dirty="0" smtClean="0"/>
              <a:t>497 ppm CO ± 2% balanced in     . </a:t>
            </a:r>
          </a:p>
          <a:p>
            <a:r>
              <a:rPr lang="en-US" altLang="en-US" sz="1400" dirty="0" smtClean="0"/>
              <a:t>The carrier gas is mainly     . The </a:t>
            </a:r>
            <a:r>
              <a:rPr dirty="0"/>
              <a:t/>
            </a:r>
            <a:br>
              <a:rPr dirty="0"/>
            </a:br>
            <a:r>
              <a:rPr lang="en-US" altLang="en-US" sz="1400" dirty="0" smtClean="0"/>
              <a:t>test gases are completely dry; see </a:t>
            </a:r>
            <a:r>
              <a:rPr dirty="0"/>
              <a:t/>
            </a:r>
            <a:br>
              <a:rPr dirty="0"/>
            </a:br>
            <a:r>
              <a:rPr lang="en-US" altLang="en-US" sz="1400" dirty="0" smtClean="0"/>
              <a:t>the declaration of      5.0 </a:t>
            </a:r>
          </a:p>
          <a:p>
            <a:r>
              <a:rPr lang="en-US" altLang="en-US" sz="1400" dirty="0" smtClean="0"/>
              <a:t>Sometimes it is useful to have different components in one test gas cylinder, e.g. 497 ppm CO, 256 ppm NO, 345 ppm        , balanced in     .</a:t>
            </a:r>
          </a:p>
          <a:p>
            <a:r>
              <a:rPr lang="en-US" altLang="en-US" sz="1400" dirty="0" smtClean="0"/>
              <a:t>When the individual components react with each other, it is not possible to fill them in one cylinder, e.g.         and NH</a:t>
            </a:r>
            <a:r>
              <a:rPr lang="en-US" altLang="en-US" sz="1400" baseline="-25000" dirty="0" smtClean="0"/>
              <a:t>3</a:t>
            </a:r>
            <a:r>
              <a:rPr lang="en-US" altLang="en-US" sz="1400" dirty="0" smtClean="0"/>
              <a:t>. </a:t>
            </a:r>
          </a:p>
          <a:p>
            <a:r>
              <a:rPr lang="en-US" altLang="en-US" sz="1400" dirty="0" smtClean="0"/>
              <a:t>The expiration date is also stipulated on the certificate. </a:t>
            </a:r>
          </a:p>
        </p:txBody>
      </p:sp>
      <p:sp>
        <p:nvSpPr>
          <p:cNvPr id="33795" name="Rectangle 121"/>
          <p:cNvSpPr>
            <a:spLocks noGrp="1" noChangeArrowheads="1"/>
          </p:cNvSpPr>
          <p:nvPr>
            <p:ph type="title"/>
          </p:nvPr>
        </p:nvSpPr>
        <p:spPr/>
        <p:txBody>
          <a:bodyPr/>
          <a:lstStyle/>
          <a:p>
            <a:r>
              <a:rPr dirty="0" smtClean="0"/>
              <a:t>Test gases</a:t>
            </a:r>
            <a:r>
              <a:t/>
            </a:r>
            <a:br/>
            <a:r>
              <a:rPr lang="en-US" dirty="0" smtClean="0">
                <a:solidFill>
                  <a:schemeClr val="accent1"/>
                </a:solidFill>
              </a:rPr>
              <a:t>Span gases</a:t>
            </a:r>
          </a:p>
        </p:txBody>
      </p:sp>
      <p:sp>
        <p:nvSpPr>
          <p:cNvPr id="2" name="Slide Number Placeholder 1"/>
          <p:cNvSpPr>
            <a:spLocks noGrp="1"/>
          </p:cNvSpPr>
          <p:nvPr>
            <p:ph type="sldNum" sz="quarter" idx="4"/>
          </p:nvPr>
        </p:nvSpPr>
        <p:spPr/>
        <p:txBody>
          <a:bodyPr/>
          <a:lstStyle/>
          <a:p>
            <a:r>
              <a:rPr dirty="0" smtClean="0"/>
              <a:t>Slide </a:t>
            </a:r>
            <a:fld id="{60C67920-923A-4F98-A587-72BEC0D9EE68}" type="slidenum">
              <a:rPr lang="en-US" smtClean="0"/>
              <a:pPr/>
              <a:t>8</a:t>
            </a:fld>
            <a:endParaRPr lang="en-US" dirty="0"/>
          </a:p>
        </p:txBody>
      </p:sp>
      <p:pic>
        <p:nvPicPr>
          <p:cNvPr id="6" name="Picture 71" descr="Tank"/>
          <p:cNvPicPr>
            <a:picLocks noChangeAspect="1" noChangeArrowheads="1"/>
          </p:cNvPicPr>
          <p:nvPr>
            <p:custDataLst>
              <p:tags r:id="rId5"/>
            </p:custDataLst>
          </p:nvPr>
        </p:nvPicPr>
        <p:blipFill rotWithShape="1">
          <a:blip r:embed="rId15">
            <a:extLst>
              <a:ext uri="{28A0092B-C50C-407E-A947-70E740481C1C}">
                <a14:useLocalDpi xmlns:a14="http://schemas.microsoft.com/office/drawing/2010/main" val="0"/>
              </a:ext>
            </a:extLst>
          </a:blip>
          <a:srcRect t="1" r="38883" b="15309"/>
          <a:stretch/>
        </p:blipFill>
        <p:spPr bwMode="auto">
          <a:xfrm>
            <a:off x="143508" y="2607022"/>
            <a:ext cx="1409643" cy="3590825"/>
          </a:xfrm>
          <a:prstGeom prst="rect">
            <a:avLst/>
          </a:prstGeom>
          <a:noFill/>
          <a:effectLst/>
          <a:extLst>
            <a:ext uri="{909E8E84-426E-40DD-AFC4-6F175D3DCCD1}">
              <a14:hiddenFill xmlns:a14="http://schemas.microsoft.com/office/drawing/2010/main">
                <a:solidFill>
                  <a:srgbClr val="FFFFFF"/>
                </a:solidFill>
              </a14:hiddenFill>
            </a:ext>
          </a:extLst>
        </p:spPr>
      </p:pic>
      <p:sp>
        <p:nvSpPr>
          <p:cNvPr id="38" name="Rectangle 37"/>
          <p:cNvSpPr/>
          <p:nvPr/>
        </p:nvSpPr>
        <p:spPr bwMode="gray">
          <a:xfrm>
            <a:off x="1638724" y="2920466"/>
            <a:ext cx="815401" cy="40487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r">
              <a:spcBef>
                <a:spcPts val="1100"/>
              </a:spcBef>
              <a:buClr>
                <a:schemeClr val="tx2"/>
              </a:buClr>
              <a:buSzPct val="70000"/>
            </a:pPr>
            <a:r>
              <a:rPr lang="en-US" sz="2400" b="1" dirty="0" smtClean="0">
                <a:solidFill>
                  <a:schemeClr val="accent1"/>
                </a:solidFill>
                <a:effectLst>
                  <a:reflection blurRad="6350" stA="40000" endPos="26000" dir="5400000" sy="-100000" algn="bl" rotWithShape="0"/>
                </a:effectLst>
                <a:latin typeface="Arial" pitchFamily="34" charset="0"/>
              </a:rPr>
              <a:t>497</a:t>
            </a:r>
            <a:endParaRPr lang="en-US" sz="2400" b="1" dirty="0">
              <a:solidFill>
                <a:schemeClr val="accent1"/>
              </a:solidFill>
              <a:effectLst>
                <a:reflection blurRad="6350" stA="40000" endPos="26000" dir="5400000" sy="-100000" algn="bl" rotWithShape="0"/>
              </a:effectLst>
              <a:latin typeface="Arial" pitchFamily="34" charset="0"/>
              <a:cs typeface="Arial" pitchFamily="34" charset="0"/>
            </a:endParaRPr>
          </a:p>
        </p:txBody>
      </p:sp>
      <p:grpSp>
        <p:nvGrpSpPr>
          <p:cNvPr id="48" name="Group 47"/>
          <p:cNvGrpSpPr/>
          <p:nvPr>
            <p:custDataLst>
              <p:tags r:id="rId6"/>
            </p:custDataLst>
          </p:nvPr>
        </p:nvGrpSpPr>
        <p:grpSpPr>
          <a:xfrm>
            <a:off x="575556" y="1944328"/>
            <a:ext cx="669300" cy="669299"/>
            <a:chOff x="2484044" y="1727036"/>
            <a:chExt cx="1079844" cy="1079844"/>
          </a:xfrm>
        </p:grpSpPr>
        <p:grpSp>
          <p:nvGrpSpPr>
            <p:cNvPr id="49" name="Group 48"/>
            <p:cNvGrpSpPr>
              <a:grpSpLocks noChangeAspect="1"/>
            </p:cNvGrpSpPr>
            <p:nvPr/>
          </p:nvGrpSpPr>
          <p:grpSpPr>
            <a:xfrm>
              <a:off x="2484044" y="1727036"/>
              <a:ext cx="1079844" cy="1079844"/>
              <a:chOff x="5207522" y="3193351"/>
              <a:chExt cx="865552" cy="865552"/>
            </a:xfrm>
            <a:solidFill>
              <a:schemeClr val="accent1"/>
            </a:solidFill>
            <a:effectLst/>
          </p:grpSpPr>
          <p:sp>
            <p:nvSpPr>
              <p:cNvPr id="51" name="Oval 50"/>
              <p:cNvSpPr/>
              <p:nvPr/>
            </p:nvSpPr>
            <p:spPr bwMode="gray">
              <a:xfrm>
                <a:off x="5207522" y="3193351"/>
                <a:ext cx="865552" cy="865552"/>
              </a:xfrm>
              <a:prstGeom prst="ellipse">
                <a:avLst/>
              </a:prstGeom>
              <a:gradFill flip="none" rotWithShape="1">
                <a:gsLst>
                  <a:gs pos="0">
                    <a:schemeClr val="accent4">
                      <a:tint val="66000"/>
                      <a:satMod val="160000"/>
                      <a:lumMod val="90000"/>
                      <a:lumOff val="10000"/>
                    </a:schemeClr>
                  </a:gs>
                  <a:gs pos="56000">
                    <a:schemeClr val="accent4">
                      <a:lumMod val="60000"/>
                      <a:lumOff val="40000"/>
                      <a:tint val="23500"/>
                      <a:satMod val="160000"/>
                    </a:schemeClr>
                  </a:gs>
                </a:gsLst>
                <a:lin ang="13500000" scaled="1"/>
                <a:tileRect/>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endParaRPr lang="en-US" sz="3600" b="1" dirty="0" smtClean="0">
                  <a:solidFill>
                    <a:schemeClr val="bg1"/>
                  </a:solidFill>
                  <a:latin typeface="Arial" pitchFamily="34" charset="0"/>
                  <a:cs typeface="Arial" pitchFamily="34" charset="0"/>
                </a:endParaRPr>
              </a:p>
            </p:txBody>
          </p:sp>
          <p:sp>
            <p:nvSpPr>
              <p:cNvPr id="52" name="Rectangle 51"/>
              <p:cNvSpPr/>
              <p:nvPr/>
            </p:nvSpPr>
            <p:spPr bwMode="gray">
              <a:xfrm>
                <a:off x="5308787" y="3294616"/>
                <a:ext cx="663022" cy="6630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spcBef>
                    <a:spcPts val="1100"/>
                  </a:spcBef>
                  <a:buClr>
                    <a:schemeClr val="tx2"/>
                  </a:buClr>
                  <a:buSzPct val="70000"/>
                </a:pPr>
                <a:r>
                  <a:rPr lang="en-US" b="1" dirty="0" smtClean="0">
                    <a:solidFill>
                      <a:schemeClr val="accent1"/>
                    </a:solidFill>
                    <a:latin typeface="Arial" pitchFamily="34" charset="0"/>
                  </a:rPr>
                  <a:t>N</a:t>
                </a:r>
                <a:r>
                  <a:rPr lang="en-US" b="1" baseline="-25000" dirty="0" smtClean="0">
                    <a:solidFill>
                      <a:schemeClr val="accent1"/>
                    </a:solidFill>
                    <a:latin typeface="Arial" pitchFamily="34" charset="0"/>
                  </a:rPr>
                  <a:t>2</a:t>
                </a:r>
              </a:p>
            </p:txBody>
          </p:sp>
        </p:grpSp>
        <p:sp>
          <p:nvSpPr>
            <p:cNvPr id="50" name="Oval 49"/>
            <p:cNvSpPr/>
            <p:nvPr/>
          </p:nvSpPr>
          <p:spPr bwMode="gray">
            <a:xfrm rot="2049123">
              <a:off x="3086197" y="1851855"/>
              <a:ext cx="360040" cy="142647"/>
            </a:xfrm>
            <a:prstGeom prst="ellipse">
              <a:avLst/>
            </a:prstGeom>
            <a:solidFill>
              <a:schemeClr val="bg1"/>
            </a:solid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US"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grpSp>
      <p:cxnSp>
        <p:nvCxnSpPr>
          <p:cNvPr id="55" name="Straight Connector 54"/>
          <p:cNvCxnSpPr/>
          <p:nvPr/>
        </p:nvCxnSpPr>
        <p:spPr bwMode="gray">
          <a:xfrm flipH="1">
            <a:off x="910206" y="2651708"/>
            <a:ext cx="0" cy="295643"/>
          </a:xfrm>
          <a:prstGeom prst="line">
            <a:avLst/>
          </a:prstGeom>
          <a:no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59" name="Rectangle 58"/>
          <p:cNvSpPr/>
          <p:nvPr/>
        </p:nvSpPr>
        <p:spPr bwMode="gray">
          <a:xfrm>
            <a:off x="2719145" y="2963044"/>
            <a:ext cx="494793" cy="404878"/>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r">
              <a:spcBef>
                <a:spcPts val="1100"/>
              </a:spcBef>
              <a:buClr>
                <a:schemeClr val="tx2"/>
              </a:buClr>
              <a:buSzPct val="70000"/>
            </a:pPr>
            <a:r>
              <a:rPr lang="en-US" sz="1400" b="1" dirty="0" smtClean="0">
                <a:solidFill>
                  <a:schemeClr val="accent1"/>
                </a:solidFill>
                <a:effectLst>
                  <a:reflection blurRad="6350" stA="40000" endPos="26000" dir="5400000" sy="-100000" algn="bl" rotWithShape="0"/>
                </a:effectLst>
                <a:latin typeface="Arial" pitchFamily="34" charset="0"/>
              </a:rPr>
              <a:t>256</a:t>
            </a:r>
            <a:endParaRPr lang="en-US" sz="1400" b="1" dirty="0">
              <a:solidFill>
                <a:schemeClr val="accent1"/>
              </a:solidFill>
              <a:effectLst>
                <a:reflection blurRad="6350" stA="40000" endPos="26000" dir="5400000" sy="-100000" algn="bl" rotWithShape="0"/>
              </a:effectLst>
              <a:latin typeface="Arial" pitchFamily="34" charset="0"/>
              <a:cs typeface="Arial" pitchFamily="34" charset="0"/>
            </a:endParaRPr>
          </a:p>
        </p:txBody>
      </p:sp>
      <p:sp>
        <p:nvSpPr>
          <p:cNvPr id="64" name="Rectangle 63"/>
          <p:cNvSpPr/>
          <p:nvPr/>
        </p:nvSpPr>
        <p:spPr bwMode="gray">
          <a:xfrm>
            <a:off x="3626107" y="2944281"/>
            <a:ext cx="494793" cy="404878"/>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r">
              <a:spcBef>
                <a:spcPts val="1100"/>
              </a:spcBef>
              <a:buClr>
                <a:schemeClr val="tx2"/>
              </a:buClr>
              <a:buSzPct val="70000"/>
            </a:pPr>
            <a:r>
              <a:rPr lang="en-US" b="1" dirty="0" smtClean="0">
                <a:solidFill>
                  <a:schemeClr val="accent1"/>
                </a:solidFill>
                <a:effectLst>
                  <a:reflection blurRad="6350" stA="40000" endPos="26000" dir="5400000" sy="-100000" algn="bl" rotWithShape="0"/>
                </a:effectLst>
                <a:latin typeface="Arial" pitchFamily="34" charset="0"/>
              </a:rPr>
              <a:t>345</a:t>
            </a:r>
            <a:endParaRPr lang="en-US" b="1" dirty="0">
              <a:solidFill>
                <a:schemeClr val="accent1"/>
              </a:solidFill>
              <a:effectLst>
                <a:reflection blurRad="6350" stA="40000" endPos="26000" dir="5400000" sy="-100000" algn="bl" rotWithShape="0"/>
              </a:effectLst>
              <a:latin typeface="Arial" pitchFamily="34" charset="0"/>
              <a:cs typeface="Arial" pitchFamily="34" charset="0"/>
            </a:endParaRPr>
          </a:p>
        </p:txBody>
      </p:sp>
      <p:sp>
        <p:nvSpPr>
          <p:cNvPr id="66" name="Rectangle 65"/>
          <p:cNvSpPr/>
          <p:nvPr/>
        </p:nvSpPr>
        <p:spPr bwMode="gray">
          <a:xfrm>
            <a:off x="1828833" y="2546793"/>
            <a:ext cx="592507" cy="40487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Bef>
                <a:spcPts val="1100"/>
              </a:spcBef>
              <a:buClr>
                <a:schemeClr val="tx2"/>
              </a:buClr>
              <a:buSzPct val="70000"/>
            </a:pPr>
            <a:r>
              <a:rPr lang="en-US" sz="2000" b="1" dirty="0" smtClean="0">
                <a:solidFill>
                  <a:schemeClr val="accent1"/>
                </a:solidFill>
                <a:effectLst>
                  <a:reflection blurRad="6350" stA="40000" endPos="26000" dir="5400000" sy="-100000" algn="bl" rotWithShape="0"/>
                </a:effectLst>
                <a:latin typeface="Arial" pitchFamily="34" charset="0"/>
              </a:rPr>
              <a:t>CO</a:t>
            </a:r>
            <a:endParaRPr lang="en-US" sz="2000" b="1" dirty="0">
              <a:solidFill>
                <a:schemeClr val="accent1"/>
              </a:solidFill>
              <a:effectLst>
                <a:reflection blurRad="6350" stA="40000" endPos="26000" dir="5400000" sy="-100000" algn="bl" rotWithShape="0"/>
              </a:effectLst>
              <a:latin typeface="Arial" pitchFamily="34" charset="0"/>
              <a:cs typeface="Arial" pitchFamily="34" charset="0"/>
            </a:endParaRPr>
          </a:p>
        </p:txBody>
      </p:sp>
      <p:sp>
        <p:nvSpPr>
          <p:cNvPr id="67" name="Rectangle 66"/>
          <p:cNvSpPr/>
          <p:nvPr/>
        </p:nvSpPr>
        <p:spPr bwMode="gray">
          <a:xfrm>
            <a:off x="2803305" y="2546793"/>
            <a:ext cx="592507" cy="40487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Bef>
                <a:spcPts val="1100"/>
              </a:spcBef>
              <a:buClr>
                <a:schemeClr val="tx2"/>
              </a:buClr>
              <a:buSzPct val="70000"/>
            </a:pPr>
            <a:r>
              <a:rPr lang="en-US" sz="2000" b="1" dirty="0" smtClean="0">
                <a:solidFill>
                  <a:schemeClr val="accent1"/>
                </a:solidFill>
                <a:effectLst>
                  <a:reflection blurRad="6350" stA="40000" endPos="26000" dir="5400000" sy="-100000" algn="bl" rotWithShape="0"/>
                </a:effectLst>
                <a:latin typeface="Arial" pitchFamily="34" charset="0"/>
              </a:rPr>
              <a:t>NO</a:t>
            </a:r>
            <a:endParaRPr lang="en-US" sz="2000" b="1" dirty="0">
              <a:solidFill>
                <a:schemeClr val="accent1"/>
              </a:solidFill>
              <a:effectLst>
                <a:reflection blurRad="6350" stA="40000" endPos="26000" dir="5400000" sy="-100000" algn="bl" rotWithShape="0"/>
              </a:effectLst>
              <a:latin typeface="Arial" pitchFamily="34" charset="0"/>
              <a:cs typeface="Arial" pitchFamily="34" charset="0"/>
            </a:endParaRPr>
          </a:p>
        </p:txBody>
      </p:sp>
      <p:sp>
        <p:nvSpPr>
          <p:cNvPr id="68" name="Rectangle 67"/>
          <p:cNvSpPr/>
          <p:nvPr/>
        </p:nvSpPr>
        <p:spPr bwMode="gray">
          <a:xfrm>
            <a:off x="3675072" y="2546793"/>
            <a:ext cx="592507" cy="40487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Bef>
                <a:spcPts val="1100"/>
              </a:spcBef>
              <a:buClr>
                <a:schemeClr val="tx2"/>
              </a:buClr>
              <a:buSzPct val="70000"/>
            </a:pPr>
            <a:r>
              <a:rPr lang="en-US" sz="2000" b="1" dirty="0" smtClean="0">
                <a:solidFill>
                  <a:schemeClr val="accent1"/>
                </a:solidFill>
                <a:effectLst>
                  <a:reflection blurRad="6350" stA="40000" endPos="26000" dir="5400000" sy="-100000" algn="bl" rotWithShape="0"/>
                </a:effectLst>
                <a:latin typeface="Arial" pitchFamily="34" charset="0"/>
              </a:rPr>
              <a:t>SO</a:t>
            </a:r>
            <a:r>
              <a:rPr lang="en-US" sz="2000" b="1" baseline="-25000" dirty="0" smtClean="0">
                <a:solidFill>
                  <a:schemeClr val="accent1"/>
                </a:solidFill>
                <a:effectLst>
                  <a:reflection blurRad="6350" stA="40000" endPos="26000" dir="5400000" sy="-100000" algn="bl" rotWithShape="0"/>
                </a:effectLst>
                <a:latin typeface="Arial" pitchFamily="34" charset="0"/>
              </a:rPr>
              <a:t>2</a:t>
            </a:r>
            <a:endParaRPr lang="en-US" sz="2000" b="1" baseline="-25000" dirty="0">
              <a:solidFill>
                <a:schemeClr val="accent1"/>
              </a:solidFill>
              <a:effectLst>
                <a:reflection blurRad="6350" stA="40000" endPos="26000" dir="5400000" sy="-100000" algn="bl" rotWithShape="0"/>
              </a:effectLst>
              <a:latin typeface="Arial" pitchFamily="34" charset="0"/>
              <a:cs typeface="Arial" pitchFamily="34" charset="0"/>
            </a:endParaRPr>
          </a:p>
        </p:txBody>
      </p:sp>
      <p:sp>
        <p:nvSpPr>
          <p:cNvPr id="56" name="AutoShape 10">
            <a:hlinkClick r:id="rId16" highlightClick="1"/>
          </p:cNvPr>
          <p:cNvSpPr>
            <a:spLocks noChangeArrowheads="1"/>
          </p:cNvSpPr>
          <p:nvPr/>
        </p:nvSpPr>
        <p:spPr bwMode="gray">
          <a:xfrm>
            <a:off x="8496300" y="15875"/>
            <a:ext cx="431800" cy="185738"/>
          </a:xfrm>
          <a:prstGeom prst="actionButtonBlank">
            <a:avLst/>
          </a:prstGeom>
          <a:solidFill>
            <a:srgbClr val="EAEAEA"/>
          </a:solidFill>
          <a:ln w="9525">
            <a:noFill/>
            <a:miter lim="800000"/>
            <a:headEnd/>
            <a:tailEnd/>
          </a:ln>
          <a:effectLst/>
        </p:spPr>
        <p:txBody>
          <a:bodyPr wrap="none" anchor="ctr"/>
          <a:lstStyle/>
          <a:p>
            <a:pPr algn="ctr" eaLnBrk="0" hangingPunct="0">
              <a:spcBef>
                <a:spcPct val="40000"/>
              </a:spcBef>
              <a:buClr>
                <a:schemeClr val="accent1"/>
              </a:buClr>
              <a:buSzPct val="80000"/>
              <a:buFont typeface="Wingdings" pitchFamily="2" charset="2"/>
              <a:buNone/>
            </a:pPr>
            <a:r>
              <a:rPr kumimoji="1" lang="en-US" sz="1200" noProof="1">
                <a:solidFill>
                  <a:schemeClr val="accent1"/>
                </a:solidFill>
              </a:rPr>
              <a:t>Help</a:t>
            </a:r>
          </a:p>
        </p:txBody>
      </p:sp>
      <p:sp>
        <p:nvSpPr>
          <p:cNvPr id="37" name="PPTShape_0"/>
          <p:cNvSpPr txBox="1">
            <a:spLocks/>
          </p:cNvSpPr>
          <p:nvPr/>
        </p:nvSpPr>
        <p:spPr bwMode="gray">
          <a:xfrm>
            <a:off x="2157035" y="2965344"/>
            <a:ext cx="583524" cy="3600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179388" indent="-179388"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1pPr>
            <a:lvl2pPr marL="361950"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2pPr>
            <a:lvl3pPr marL="542925"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3pPr>
            <a:lvl4pPr marL="714375" indent="-171450" algn="l" rtl="0" eaLnBrk="1" fontAlgn="base" hangingPunct="1">
              <a:spcBef>
                <a:spcPts val="1100"/>
              </a:spcBef>
              <a:spcAft>
                <a:spcPct val="0"/>
              </a:spcAft>
              <a:buClr>
                <a:schemeClr val="tx2"/>
              </a:buClr>
              <a:buSzPct val="70000"/>
              <a:buFont typeface="Wingdings" panose="05000000000000000000" pitchFamily="2" charset="2"/>
              <a:buChar char="§"/>
              <a:defRPr sz="1600" b="0" kern="1200">
                <a:solidFill>
                  <a:schemeClr val="tx1"/>
                </a:solidFill>
                <a:latin typeface="Arial" pitchFamily="34" charset="0"/>
                <a:ea typeface="+mn-ea"/>
                <a:cs typeface="Arial" pitchFamily="34" charset="0"/>
              </a:defRPr>
            </a:lvl4pPr>
            <a:lvl5pPr marL="895350" indent="-180975" algn="l" rtl="0" eaLnBrk="1" fontAlgn="base" hangingPunct="1">
              <a:spcBef>
                <a:spcPts val="1100"/>
              </a:spcBef>
              <a:spcAft>
                <a:spcPct val="0"/>
              </a:spcAft>
              <a:buClr>
                <a:schemeClr val="tx2"/>
              </a:buClr>
              <a:buSzPct val="70000"/>
              <a:buFont typeface="Wingdings" panose="05000000000000000000" pitchFamily="2" charset="2"/>
              <a:buChar char="§"/>
              <a:defRPr sz="1600" b="1" kern="1200">
                <a:solidFill>
                  <a:schemeClr val="tx1"/>
                </a:solidFill>
                <a:latin typeface="Arial" pitchFamily="34" charset="0"/>
                <a:ea typeface="+mn-ea"/>
                <a:cs typeface="Arial" pitchFamily="34" charset="0"/>
              </a:defRPr>
            </a:lvl5pPr>
            <a:lvl6pPr marL="0" indent="0" algn="l" defTabSz="914400" rtl="0" eaLnBrk="1" latinLnBrk="0" hangingPunct="1">
              <a:spcBef>
                <a:spcPts val="1100"/>
              </a:spcBef>
              <a:buFont typeface="Arial" pitchFamily="34" charset="0"/>
              <a:buNone/>
              <a:defRPr sz="1600" b="1" kern="1200" baseline="0">
                <a:solidFill>
                  <a:schemeClr val="accent1"/>
                </a:solidFill>
                <a:latin typeface="+mn-lt"/>
                <a:ea typeface="+mn-ea"/>
                <a:cs typeface="+mn-cs"/>
              </a:defRPr>
            </a:lvl6pPr>
            <a:lvl7pPr marL="0" indent="0" algn="l" defTabSz="914400" rtl="0" eaLnBrk="1" latinLnBrk="0" hangingPunct="1">
              <a:spcBef>
                <a:spcPts val="1100"/>
              </a:spcBef>
              <a:buFont typeface="Arial" pitchFamily="34" charset="0"/>
              <a:buNone/>
              <a:defRPr sz="1600" b="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en-GB" sz="1200" dirty="0" smtClean="0">
                <a:solidFill>
                  <a:schemeClr val="bg2"/>
                </a:solidFill>
              </a:rPr>
              <a:t>ppm</a:t>
            </a:r>
            <a:endParaRPr lang="en-US" sz="1200" b="1" dirty="0">
              <a:solidFill>
                <a:schemeClr val="bg2"/>
              </a:solidFill>
            </a:endParaRPr>
          </a:p>
        </p:txBody>
      </p:sp>
      <p:sp>
        <p:nvSpPr>
          <p:cNvPr id="57" name="PPTShape_1"/>
          <p:cNvSpPr txBox="1">
            <a:spLocks/>
          </p:cNvSpPr>
          <p:nvPr/>
        </p:nvSpPr>
        <p:spPr bwMode="gray">
          <a:xfrm>
            <a:off x="2968739" y="2965344"/>
            <a:ext cx="583524" cy="3600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179388" indent="-179388"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1pPr>
            <a:lvl2pPr marL="361950"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2pPr>
            <a:lvl3pPr marL="542925"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3pPr>
            <a:lvl4pPr marL="714375" indent="-171450" algn="l" rtl="0" eaLnBrk="1" fontAlgn="base" hangingPunct="1">
              <a:spcBef>
                <a:spcPts val="1100"/>
              </a:spcBef>
              <a:spcAft>
                <a:spcPct val="0"/>
              </a:spcAft>
              <a:buClr>
                <a:schemeClr val="tx2"/>
              </a:buClr>
              <a:buSzPct val="70000"/>
              <a:buFont typeface="Wingdings" panose="05000000000000000000" pitchFamily="2" charset="2"/>
              <a:buChar char="§"/>
              <a:defRPr sz="1600" b="0" kern="1200">
                <a:solidFill>
                  <a:schemeClr val="tx1"/>
                </a:solidFill>
                <a:latin typeface="Arial" pitchFamily="34" charset="0"/>
                <a:ea typeface="+mn-ea"/>
                <a:cs typeface="Arial" pitchFamily="34" charset="0"/>
              </a:defRPr>
            </a:lvl4pPr>
            <a:lvl5pPr marL="895350" indent="-180975" algn="l" rtl="0" eaLnBrk="1" fontAlgn="base" hangingPunct="1">
              <a:spcBef>
                <a:spcPts val="1100"/>
              </a:spcBef>
              <a:spcAft>
                <a:spcPct val="0"/>
              </a:spcAft>
              <a:buClr>
                <a:schemeClr val="tx2"/>
              </a:buClr>
              <a:buSzPct val="70000"/>
              <a:buFont typeface="Wingdings" panose="05000000000000000000" pitchFamily="2" charset="2"/>
              <a:buChar char="§"/>
              <a:defRPr sz="1600" b="1" kern="1200">
                <a:solidFill>
                  <a:schemeClr val="tx1"/>
                </a:solidFill>
                <a:latin typeface="Arial" pitchFamily="34" charset="0"/>
                <a:ea typeface="+mn-ea"/>
                <a:cs typeface="Arial" pitchFamily="34" charset="0"/>
              </a:defRPr>
            </a:lvl5pPr>
            <a:lvl6pPr marL="0" indent="0" algn="l" defTabSz="914400" rtl="0" eaLnBrk="1" latinLnBrk="0" hangingPunct="1">
              <a:spcBef>
                <a:spcPts val="1100"/>
              </a:spcBef>
              <a:buFont typeface="Arial" pitchFamily="34" charset="0"/>
              <a:buNone/>
              <a:defRPr sz="1600" b="1" kern="1200" baseline="0">
                <a:solidFill>
                  <a:schemeClr val="accent1"/>
                </a:solidFill>
                <a:latin typeface="+mn-lt"/>
                <a:ea typeface="+mn-ea"/>
                <a:cs typeface="+mn-cs"/>
              </a:defRPr>
            </a:lvl6pPr>
            <a:lvl7pPr marL="0" indent="0" algn="l" defTabSz="914400" rtl="0" eaLnBrk="1" latinLnBrk="0" hangingPunct="1">
              <a:spcBef>
                <a:spcPts val="1100"/>
              </a:spcBef>
              <a:buFont typeface="Arial" pitchFamily="34" charset="0"/>
              <a:buNone/>
              <a:defRPr sz="1600" b="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en-GB" sz="1200" dirty="0" smtClean="0">
                <a:solidFill>
                  <a:schemeClr val="bg2"/>
                </a:solidFill>
              </a:rPr>
              <a:t>ppm</a:t>
            </a:r>
            <a:endParaRPr lang="en-US" sz="1200" b="1" dirty="0">
              <a:solidFill>
                <a:schemeClr val="bg2"/>
              </a:solidFill>
            </a:endParaRPr>
          </a:p>
        </p:txBody>
      </p:sp>
      <p:sp>
        <p:nvSpPr>
          <p:cNvPr id="58" name="PPTShape_2"/>
          <p:cNvSpPr txBox="1">
            <a:spLocks/>
          </p:cNvSpPr>
          <p:nvPr/>
        </p:nvSpPr>
        <p:spPr bwMode="gray">
          <a:xfrm>
            <a:off x="3866175" y="2965344"/>
            <a:ext cx="583524" cy="3600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179388" indent="-179388"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1pPr>
            <a:lvl2pPr marL="361950"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2pPr>
            <a:lvl3pPr marL="542925" indent="-180975" algn="l" rtl="0" eaLnBrk="1" fontAlgn="base" hangingPunct="1">
              <a:spcBef>
                <a:spcPts val="1100"/>
              </a:spcBef>
              <a:spcAft>
                <a:spcPct val="0"/>
              </a:spcAft>
              <a:buClr>
                <a:schemeClr val="tx2"/>
              </a:buClr>
              <a:buSzPct val="70000"/>
              <a:buFont typeface="Wingdings" pitchFamily="2" charset="2"/>
              <a:buChar char="§"/>
              <a:defRPr sz="1600" kern="1200">
                <a:solidFill>
                  <a:schemeClr val="tx1"/>
                </a:solidFill>
                <a:latin typeface="Arial" pitchFamily="34" charset="0"/>
                <a:ea typeface="+mn-ea"/>
                <a:cs typeface="Arial" pitchFamily="34" charset="0"/>
              </a:defRPr>
            </a:lvl3pPr>
            <a:lvl4pPr marL="714375" indent="-171450" algn="l" rtl="0" eaLnBrk="1" fontAlgn="base" hangingPunct="1">
              <a:spcBef>
                <a:spcPts val="1100"/>
              </a:spcBef>
              <a:spcAft>
                <a:spcPct val="0"/>
              </a:spcAft>
              <a:buClr>
                <a:schemeClr val="tx2"/>
              </a:buClr>
              <a:buSzPct val="70000"/>
              <a:buFont typeface="Wingdings" panose="05000000000000000000" pitchFamily="2" charset="2"/>
              <a:buChar char="§"/>
              <a:defRPr sz="1600" b="0" kern="1200">
                <a:solidFill>
                  <a:schemeClr val="tx1"/>
                </a:solidFill>
                <a:latin typeface="Arial" pitchFamily="34" charset="0"/>
                <a:ea typeface="+mn-ea"/>
                <a:cs typeface="Arial" pitchFamily="34" charset="0"/>
              </a:defRPr>
            </a:lvl4pPr>
            <a:lvl5pPr marL="895350" indent="-180975" algn="l" rtl="0" eaLnBrk="1" fontAlgn="base" hangingPunct="1">
              <a:spcBef>
                <a:spcPts val="1100"/>
              </a:spcBef>
              <a:spcAft>
                <a:spcPct val="0"/>
              </a:spcAft>
              <a:buClr>
                <a:schemeClr val="tx2"/>
              </a:buClr>
              <a:buSzPct val="70000"/>
              <a:buFont typeface="Wingdings" panose="05000000000000000000" pitchFamily="2" charset="2"/>
              <a:buChar char="§"/>
              <a:defRPr sz="1600" b="1" kern="1200">
                <a:solidFill>
                  <a:schemeClr val="tx1"/>
                </a:solidFill>
                <a:latin typeface="Arial" pitchFamily="34" charset="0"/>
                <a:ea typeface="+mn-ea"/>
                <a:cs typeface="Arial" pitchFamily="34" charset="0"/>
              </a:defRPr>
            </a:lvl5pPr>
            <a:lvl6pPr marL="0" indent="0" algn="l" defTabSz="914400" rtl="0" eaLnBrk="1" latinLnBrk="0" hangingPunct="1">
              <a:spcBef>
                <a:spcPts val="1100"/>
              </a:spcBef>
              <a:buFont typeface="Arial" pitchFamily="34" charset="0"/>
              <a:buNone/>
              <a:defRPr sz="1600" b="1" kern="1200" baseline="0">
                <a:solidFill>
                  <a:schemeClr val="accent1"/>
                </a:solidFill>
                <a:latin typeface="+mn-lt"/>
                <a:ea typeface="+mn-ea"/>
                <a:cs typeface="+mn-cs"/>
              </a:defRPr>
            </a:lvl6pPr>
            <a:lvl7pPr marL="0" indent="0" algn="l" defTabSz="914400" rtl="0" eaLnBrk="1" latinLnBrk="0" hangingPunct="1">
              <a:spcBef>
                <a:spcPts val="1100"/>
              </a:spcBef>
              <a:buFont typeface="Arial" pitchFamily="34" charset="0"/>
              <a:buNone/>
              <a:defRPr sz="1600" b="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en-GB" sz="1200" dirty="0" smtClean="0">
                <a:solidFill>
                  <a:schemeClr val="bg2"/>
                </a:solidFill>
              </a:rPr>
              <a:t>ppm</a:t>
            </a:r>
            <a:endParaRPr lang="en-US" sz="1200" b="1" dirty="0">
              <a:solidFill>
                <a:schemeClr val="bg2"/>
              </a:solidFill>
            </a:endParaRPr>
          </a:p>
        </p:txBody>
      </p:sp>
      <p:pic>
        <p:nvPicPr>
          <p:cNvPr id="2050" name="Picture 2"/>
          <p:cNvPicPr>
            <a:picLocks noChangeAspect="1" noChangeArrowheads="1"/>
          </p:cNvPicPr>
          <p:nvPr>
            <p:custDataLst>
              <p:tags r:id="rId7"/>
            </p:custDataLst>
          </p:nvPr>
        </p:nvPicPr>
        <p:blipFill>
          <a:blip r:embed="rId17">
            <a:extLst>
              <a:ext uri="{28A0092B-C50C-407E-A947-70E740481C1C}">
                <a14:useLocalDpi xmlns:a14="http://schemas.microsoft.com/office/drawing/2010/main" val="0"/>
              </a:ext>
            </a:extLst>
          </a:blip>
          <a:srcRect/>
          <a:stretch>
            <a:fillRect/>
          </a:stretch>
        </p:blipFill>
        <p:spPr bwMode="auto">
          <a:xfrm>
            <a:off x="7101361" y="2314258"/>
            <a:ext cx="382147" cy="378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 name="PPTShape_3"/>
          <p:cNvPicPr>
            <a:picLocks noChangeAspect="1" noChangeArrowheads="1"/>
          </p:cNvPicPr>
          <p:nvPr>
            <p:custDataLst>
              <p:tags r:id="rId8"/>
            </p:custDataLst>
          </p:nvPr>
        </p:nvPicPr>
        <p:blipFill>
          <a:blip r:embed="rId17">
            <a:extLst>
              <a:ext uri="{28A0092B-C50C-407E-A947-70E740481C1C}">
                <a14:useLocalDpi xmlns:a14="http://schemas.microsoft.com/office/drawing/2010/main" val="0"/>
              </a:ext>
            </a:extLst>
          </a:blip>
          <a:srcRect/>
          <a:stretch>
            <a:fillRect/>
          </a:stretch>
        </p:blipFill>
        <p:spPr bwMode="auto">
          <a:xfrm>
            <a:off x="6623208" y="2671201"/>
            <a:ext cx="382147" cy="378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 name="PPTShape_4"/>
          <p:cNvPicPr>
            <a:picLocks noChangeAspect="1" noChangeArrowheads="1"/>
          </p:cNvPicPr>
          <p:nvPr>
            <p:custDataLst>
              <p:tags r:id="rId9"/>
            </p:custDataLst>
          </p:nvPr>
        </p:nvPicPr>
        <p:blipFill>
          <a:blip r:embed="rId17">
            <a:extLst>
              <a:ext uri="{28A0092B-C50C-407E-A947-70E740481C1C}">
                <a14:useLocalDpi xmlns:a14="http://schemas.microsoft.com/office/drawing/2010/main" val="0"/>
              </a:ext>
            </a:extLst>
          </a:blip>
          <a:srcRect/>
          <a:stretch>
            <a:fillRect/>
          </a:stretch>
        </p:blipFill>
        <p:spPr bwMode="auto">
          <a:xfrm>
            <a:off x="6084731" y="3101421"/>
            <a:ext cx="382147" cy="378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2" name="PPTShape_5"/>
          <p:cNvPicPr>
            <a:picLocks noChangeAspect="1" noChangeArrowheads="1"/>
          </p:cNvPicPr>
          <p:nvPr>
            <p:custDataLst>
              <p:tags r:id="rId10"/>
            </p:custDataLst>
          </p:nvPr>
        </p:nvPicPr>
        <p:blipFill>
          <a:blip r:embed="rId17">
            <a:extLst>
              <a:ext uri="{28A0092B-C50C-407E-A947-70E740481C1C}">
                <a14:useLocalDpi xmlns:a14="http://schemas.microsoft.com/office/drawing/2010/main" val="0"/>
              </a:ext>
            </a:extLst>
          </a:blip>
          <a:srcRect/>
          <a:stretch>
            <a:fillRect/>
          </a:stretch>
        </p:blipFill>
        <p:spPr bwMode="auto">
          <a:xfrm>
            <a:off x="7144843" y="4087950"/>
            <a:ext cx="382147" cy="378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custDataLst>
              <p:tags r:id="rId11"/>
            </p:custDataLst>
          </p:nvPr>
        </p:nvPicPr>
        <p:blipFill>
          <a:blip r:embed="rId18">
            <a:extLst>
              <a:ext uri="{28A0092B-C50C-407E-A947-70E740481C1C}">
                <a14:useLocalDpi xmlns:a14="http://schemas.microsoft.com/office/drawing/2010/main" val="0"/>
              </a:ext>
            </a:extLst>
          </a:blip>
          <a:srcRect/>
          <a:stretch>
            <a:fillRect/>
          </a:stretch>
        </p:blipFill>
        <p:spPr bwMode="auto">
          <a:xfrm>
            <a:off x="5791198" y="4092318"/>
            <a:ext cx="500062" cy="370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 name="PPTShape_6"/>
          <p:cNvPicPr>
            <a:picLocks noChangeAspect="1" noChangeArrowheads="1"/>
          </p:cNvPicPr>
          <p:nvPr>
            <p:custDataLst>
              <p:tags r:id="rId12"/>
            </p:custDataLst>
          </p:nvPr>
        </p:nvPicPr>
        <p:blipFill>
          <a:blip r:embed="rId18">
            <a:extLst>
              <a:ext uri="{28A0092B-C50C-407E-A947-70E740481C1C}">
                <a14:useLocalDpi xmlns:a14="http://schemas.microsoft.com/office/drawing/2010/main" val="0"/>
              </a:ext>
            </a:extLst>
          </a:blip>
          <a:srcRect/>
          <a:stretch>
            <a:fillRect/>
          </a:stretch>
        </p:blipFill>
        <p:spPr bwMode="auto">
          <a:xfrm>
            <a:off x="5063492" y="5085776"/>
            <a:ext cx="500062" cy="370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649713631"/>
      </p:ext>
    </p:extLst>
  </p:cSld>
  <p:clrMapOvr>
    <a:masterClrMapping/>
  </p:clrMapOvr>
  <mc:AlternateContent xmlns:mc="http://schemas.openxmlformats.org/markup-compatibility/2006" xmlns:p14="http://schemas.microsoft.com/office/powerpoint/2010/main">
    <mc:Choice Requires="p14">
      <p:transition spd="med" p14:dur="700" advTm="77162">
        <p:fade/>
      </p:transition>
    </mc:Choice>
    <mc:Fallback xmlns="">
      <p:transition spd="med" advTm="7716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1204">
                                            <p:txEl>
                                              <p:pRg st="0" end="0"/>
                                            </p:txEl>
                                          </p:spTgt>
                                        </p:tgtEl>
                                        <p:attrNameLst>
                                          <p:attrName>style.visibility</p:attrName>
                                        </p:attrNameLst>
                                      </p:cBhvr>
                                      <p:to>
                                        <p:strVal val="visible"/>
                                      </p:to>
                                    </p:set>
                                    <p:animEffect transition="in" filter="fade">
                                      <p:cBhvr>
                                        <p:cTn id="12" dur="1000"/>
                                        <p:tgtEl>
                                          <p:spTgt spid="51204">
                                            <p:txEl>
                                              <p:pRg st="0" end="0"/>
                                            </p:txEl>
                                          </p:spTgt>
                                        </p:tgtEl>
                                      </p:cBhvr>
                                    </p:animEffect>
                                    <p:anim calcmode="lin" valueType="num">
                                      <p:cBhvr>
                                        <p:cTn id="13" dur="1000" fill="hold"/>
                                        <p:tgtEl>
                                          <p:spTgt spid="5120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51204">
                                            <p:txEl>
                                              <p:pRg st="0" end="0"/>
                                            </p:txEl>
                                          </p:spTgt>
                                        </p:tgtEl>
                                        <p:attrNameLst>
                                          <p:attrName>ppt_y</p:attrName>
                                        </p:attrNameLst>
                                      </p:cBhvr>
                                      <p:tavLst>
                                        <p:tav tm="0">
                                          <p:val>
                                            <p:strVal val="#ppt_y+.1"/>
                                          </p:val>
                                        </p:tav>
                                        <p:tav tm="100000">
                                          <p:val>
                                            <p:strVal val="#ppt_y"/>
                                          </p:val>
                                        </p:tav>
                                      </p:tavLst>
                                    </p:anim>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51204">
                                            <p:txEl>
                                              <p:pRg st="1" end="1"/>
                                            </p:txEl>
                                          </p:spTgt>
                                        </p:tgtEl>
                                        <p:attrNameLst>
                                          <p:attrName>style.visibility</p:attrName>
                                        </p:attrNameLst>
                                      </p:cBhvr>
                                      <p:to>
                                        <p:strVal val="visible"/>
                                      </p:to>
                                    </p:set>
                                    <p:animEffect transition="in" filter="fade">
                                      <p:cBhvr>
                                        <p:cTn id="25" dur="1000"/>
                                        <p:tgtEl>
                                          <p:spTgt spid="51204">
                                            <p:txEl>
                                              <p:pRg st="1" end="1"/>
                                            </p:txEl>
                                          </p:spTgt>
                                        </p:tgtEl>
                                      </p:cBhvr>
                                    </p:animEffect>
                                    <p:anim calcmode="lin" valueType="num">
                                      <p:cBhvr>
                                        <p:cTn id="26" dur="1000" fill="hold"/>
                                        <p:tgtEl>
                                          <p:spTgt spid="51204">
                                            <p:txEl>
                                              <p:pRg st="1" end="1"/>
                                            </p:txEl>
                                          </p:spTgt>
                                        </p:tgtEl>
                                        <p:attrNameLst>
                                          <p:attrName>ppt_x</p:attrName>
                                        </p:attrNameLst>
                                      </p:cBhvr>
                                      <p:tavLst>
                                        <p:tav tm="0">
                                          <p:val>
                                            <p:strVal val="#ppt_x"/>
                                          </p:val>
                                        </p:tav>
                                        <p:tav tm="100000">
                                          <p:val>
                                            <p:strVal val="#ppt_x"/>
                                          </p:val>
                                        </p:tav>
                                      </p:tavLst>
                                    </p:anim>
                                    <p:anim calcmode="lin" valueType="num">
                                      <p:cBhvr>
                                        <p:cTn id="27" dur="1000" fill="hold"/>
                                        <p:tgtEl>
                                          <p:spTgt spid="51204">
                                            <p:txEl>
                                              <p:pRg st="1" end="1"/>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2050"/>
                                        </p:tgtEl>
                                        <p:attrNameLst>
                                          <p:attrName>style.visibility</p:attrName>
                                        </p:attrNameLst>
                                      </p:cBhvr>
                                      <p:to>
                                        <p:strVal val="visible"/>
                                      </p:to>
                                    </p:set>
                                    <p:animEffect transition="in" filter="fade">
                                      <p:cBhvr>
                                        <p:cTn id="30" dur="1000"/>
                                        <p:tgtEl>
                                          <p:spTgt spid="2050"/>
                                        </p:tgtEl>
                                      </p:cBhvr>
                                    </p:animEffect>
                                    <p:anim calcmode="lin" valueType="num">
                                      <p:cBhvr>
                                        <p:cTn id="31" dur="1000" fill="hold"/>
                                        <p:tgtEl>
                                          <p:spTgt spid="2050"/>
                                        </p:tgtEl>
                                        <p:attrNameLst>
                                          <p:attrName>ppt_x</p:attrName>
                                        </p:attrNameLst>
                                      </p:cBhvr>
                                      <p:tavLst>
                                        <p:tav tm="0">
                                          <p:val>
                                            <p:strVal val="#ppt_x"/>
                                          </p:val>
                                        </p:tav>
                                        <p:tav tm="100000">
                                          <p:val>
                                            <p:strVal val="#ppt_x"/>
                                          </p:val>
                                        </p:tav>
                                      </p:tavLst>
                                    </p:anim>
                                    <p:anim calcmode="lin" valueType="num">
                                      <p:cBhvr>
                                        <p:cTn id="32" dur="1000" fill="hold"/>
                                        <p:tgtEl>
                                          <p:spTgt spid="2050"/>
                                        </p:tgtEl>
                                        <p:attrNameLst>
                                          <p:attrName>ppt_y</p:attrName>
                                        </p:attrNameLst>
                                      </p:cBhvr>
                                      <p:tavLst>
                                        <p:tav tm="0">
                                          <p:val>
                                            <p:strVal val="#ppt_y+.1"/>
                                          </p:val>
                                        </p:tav>
                                        <p:tav tm="100000">
                                          <p:val>
                                            <p:strVal val="#ppt_y"/>
                                          </p:val>
                                        </p:tav>
                                      </p:tavLst>
                                    </p:anim>
                                  </p:childTnLst>
                                </p:cTn>
                              </p:par>
                              <p:par>
                                <p:cTn id="33" presetID="10"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500"/>
                                        <p:tgtEl>
                                          <p:spTgt spid="3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500"/>
                                        <p:tgtEl>
                                          <p:spTgt spid="3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6"/>
                                        </p:tgtEl>
                                        <p:attrNameLst>
                                          <p:attrName>style.visibility</p:attrName>
                                        </p:attrNameLst>
                                      </p:cBhvr>
                                      <p:to>
                                        <p:strVal val="visible"/>
                                      </p:to>
                                    </p:set>
                                    <p:animEffect transition="in" filter="fade">
                                      <p:cBhvr>
                                        <p:cTn id="41" dur="500"/>
                                        <p:tgtEl>
                                          <p:spTgt spid="66"/>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51204">
                                            <p:txEl>
                                              <p:pRg st="2" end="2"/>
                                            </p:txEl>
                                          </p:spTgt>
                                        </p:tgtEl>
                                        <p:attrNameLst>
                                          <p:attrName>style.visibility</p:attrName>
                                        </p:attrNameLst>
                                      </p:cBhvr>
                                      <p:to>
                                        <p:strVal val="visible"/>
                                      </p:to>
                                    </p:set>
                                    <p:animEffect transition="in" filter="fade">
                                      <p:cBhvr>
                                        <p:cTn id="46" dur="1000"/>
                                        <p:tgtEl>
                                          <p:spTgt spid="51204">
                                            <p:txEl>
                                              <p:pRg st="2" end="2"/>
                                            </p:txEl>
                                          </p:spTgt>
                                        </p:tgtEl>
                                      </p:cBhvr>
                                    </p:animEffect>
                                    <p:anim calcmode="lin" valueType="num">
                                      <p:cBhvr>
                                        <p:cTn id="47" dur="1000" fill="hold"/>
                                        <p:tgtEl>
                                          <p:spTgt spid="51204">
                                            <p:txEl>
                                              <p:pRg st="2" end="2"/>
                                            </p:txEl>
                                          </p:spTgt>
                                        </p:tgtEl>
                                        <p:attrNameLst>
                                          <p:attrName>ppt_x</p:attrName>
                                        </p:attrNameLst>
                                      </p:cBhvr>
                                      <p:tavLst>
                                        <p:tav tm="0">
                                          <p:val>
                                            <p:strVal val="#ppt_x"/>
                                          </p:val>
                                        </p:tav>
                                        <p:tav tm="100000">
                                          <p:val>
                                            <p:strVal val="#ppt_x"/>
                                          </p:val>
                                        </p:tav>
                                      </p:tavLst>
                                    </p:anim>
                                    <p:anim calcmode="lin" valueType="num">
                                      <p:cBhvr>
                                        <p:cTn id="48" dur="1000" fill="hold"/>
                                        <p:tgtEl>
                                          <p:spTgt spid="51204">
                                            <p:txEl>
                                              <p:pRg st="2" end="2"/>
                                            </p:txEl>
                                          </p:spTgt>
                                        </p:tgtEl>
                                        <p:attrNameLst>
                                          <p:attrName>ppt_y</p:attrName>
                                        </p:attrNameLst>
                                      </p:cBhvr>
                                      <p:tavLst>
                                        <p:tav tm="0">
                                          <p:val>
                                            <p:strVal val="#ppt_y+.1"/>
                                          </p:val>
                                        </p:tav>
                                        <p:tav tm="100000">
                                          <p:val>
                                            <p:strVal val="#ppt_y"/>
                                          </p:val>
                                        </p:tav>
                                      </p:tavLst>
                                    </p:anim>
                                  </p:childTnLst>
                                </p:cTn>
                              </p:par>
                              <p:par>
                                <p:cTn id="49" presetID="22" presetClass="entr" presetSubtype="4" fill="hold" nodeType="withEffect">
                                  <p:stCondLst>
                                    <p:cond delay="0"/>
                                  </p:stCondLst>
                                  <p:childTnLst>
                                    <p:set>
                                      <p:cBhvr>
                                        <p:cTn id="50" dur="1" fill="hold">
                                          <p:stCondLst>
                                            <p:cond delay="0"/>
                                          </p:stCondLst>
                                        </p:cTn>
                                        <p:tgtEl>
                                          <p:spTgt spid="55"/>
                                        </p:tgtEl>
                                        <p:attrNameLst>
                                          <p:attrName>style.visibility</p:attrName>
                                        </p:attrNameLst>
                                      </p:cBhvr>
                                      <p:to>
                                        <p:strVal val="visible"/>
                                      </p:to>
                                    </p:set>
                                    <p:animEffect transition="in" filter="wipe(down)">
                                      <p:cBhvr>
                                        <p:cTn id="51" dur="500"/>
                                        <p:tgtEl>
                                          <p:spTgt spid="55"/>
                                        </p:tgtEl>
                                      </p:cBhvr>
                                    </p:animEffect>
                                  </p:childTnLst>
                                </p:cTn>
                              </p:par>
                              <p:par>
                                <p:cTn id="52" presetID="10" presetClass="entr" presetSubtype="0" fill="hold" nodeType="withEffect">
                                  <p:stCondLst>
                                    <p:cond delay="300"/>
                                  </p:stCondLst>
                                  <p:childTnLst>
                                    <p:set>
                                      <p:cBhvr>
                                        <p:cTn id="53" dur="1" fill="hold">
                                          <p:stCondLst>
                                            <p:cond delay="0"/>
                                          </p:stCondLst>
                                        </p:cTn>
                                        <p:tgtEl>
                                          <p:spTgt spid="48"/>
                                        </p:tgtEl>
                                        <p:attrNameLst>
                                          <p:attrName>style.visibility</p:attrName>
                                        </p:attrNameLst>
                                      </p:cBhvr>
                                      <p:to>
                                        <p:strVal val="visible"/>
                                      </p:to>
                                    </p:set>
                                    <p:animEffect transition="in" filter="fade">
                                      <p:cBhvr>
                                        <p:cTn id="54" dur="500"/>
                                        <p:tgtEl>
                                          <p:spTgt spid="48"/>
                                        </p:tgtEl>
                                      </p:cBhvr>
                                    </p:animEffect>
                                  </p:childTnLst>
                                </p:cTn>
                              </p:par>
                              <p:par>
                                <p:cTn id="55" presetID="42" presetClass="entr" presetSubtype="0" fill="hold" nodeType="withEffect">
                                  <p:stCondLst>
                                    <p:cond delay="300"/>
                                  </p:stCondLst>
                                  <p:childTnLst>
                                    <p:set>
                                      <p:cBhvr>
                                        <p:cTn id="56" dur="1" fill="hold">
                                          <p:stCondLst>
                                            <p:cond delay="0"/>
                                          </p:stCondLst>
                                        </p:cTn>
                                        <p:tgtEl>
                                          <p:spTgt spid="60"/>
                                        </p:tgtEl>
                                        <p:attrNameLst>
                                          <p:attrName>style.visibility</p:attrName>
                                        </p:attrNameLst>
                                      </p:cBhvr>
                                      <p:to>
                                        <p:strVal val="visible"/>
                                      </p:to>
                                    </p:set>
                                    <p:animEffect transition="in" filter="fade">
                                      <p:cBhvr>
                                        <p:cTn id="57" dur="1000"/>
                                        <p:tgtEl>
                                          <p:spTgt spid="60"/>
                                        </p:tgtEl>
                                      </p:cBhvr>
                                    </p:animEffect>
                                    <p:anim calcmode="lin" valueType="num">
                                      <p:cBhvr>
                                        <p:cTn id="58" dur="1000" fill="hold"/>
                                        <p:tgtEl>
                                          <p:spTgt spid="60"/>
                                        </p:tgtEl>
                                        <p:attrNameLst>
                                          <p:attrName>ppt_x</p:attrName>
                                        </p:attrNameLst>
                                      </p:cBhvr>
                                      <p:tavLst>
                                        <p:tav tm="0">
                                          <p:val>
                                            <p:strVal val="#ppt_x"/>
                                          </p:val>
                                        </p:tav>
                                        <p:tav tm="100000">
                                          <p:val>
                                            <p:strVal val="#ppt_x"/>
                                          </p:val>
                                        </p:tav>
                                      </p:tavLst>
                                    </p:anim>
                                    <p:anim calcmode="lin" valueType="num">
                                      <p:cBhvr>
                                        <p:cTn id="59" dur="1000" fill="hold"/>
                                        <p:tgtEl>
                                          <p:spTgt spid="60"/>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300"/>
                                  </p:stCondLst>
                                  <p:childTnLst>
                                    <p:set>
                                      <p:cBhvr>
                                        <p:cTn id="61" dur="1" fill="hold">
                                          <p:stCondLst>
                                            <p:cond delay="0"/>
                                          </p:stCondLst>
                                        </p:cTn>
                                        <p:tgtEl>
                                          <p:spTgt spid="61"/>
                                        </p:tgtEl>
                                        <p:attrNameLst>
                                          <p:attrName>style.visibility</p:attrName>
                                        </p:attrNameLst>
                                      </p:cBhvr>
                                      <p:to>
                                        <p:strVal val="visible"/>
                                      </p:to>
                                    </p:set>
                                    <p:animEffect transition="in" filter="fade">
                                      <p:cBhvr>
                                        <p:cTn id="62" dur="1000"/>
                                        <p:tgtEl>
                                          <p:spTgt spid="61"/>
                                        </p:tgtEl>
                                      </p:cBhvr>
                                    </p:animEffect>
                                    <p:anim calcmode="lin" valueType="num">
                                      <p:cBhvr>
                                        <p:cTn id="63" dur="1000" fill="hold"/>
                                        <p:tgtEl>
                                          <p:spTgt spid="61"/>
                                        </p:tgtEl>
                                        <p:attrNameLst>
                                          <p:attrName>ppt_x</p:attrName>
                                        </p:attrNameLst>
                                      </p:cBhvr>
                                      <p:tavLst>
                                        <p:tav tm="0">
                                          <p:val>
                                            <p:strVal val="#ppt_x"/>
                                          </p:val>
                                        </p:tav>
                                        <p:tav tm="100000">
                                          <p:val>
                                            <p:strVal val="#ppt_x"/>
                                          </p:val>
                                        </p:tav>
                                      </p:tavLst>
                                    </p:anim>
                                    <p:anim calcmode="lin" valueType="num">
                                      <p:cBhvr>
                                        <p:cTn id="64"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nodeType="clickEffect">
                                  <p:stCondLst>
                                    <p:cond delay="0"/>
                                  </p:stCondLst>
                                  <p:childTnLst>
                                    <p:set>
                                      <p:cBhvr>
                                        <p:cTn id="68" dur="1" fill="hold">
                                          <p:stCondLst>
                                            <p:cond delay="0"/>
                                          </p:stCondLst>
                                        </p:cTn>
                                        <p:tgtEl>
                                          <p:spTgt spid="51204">
                                            <p:txEl>
                                              <p:pRg st="3" end="3"/>
                                            </p:txEl>
                                          </p:spTgt>
                                        </p:tgtEl>
                                        <p:attrNameLst>
                                          <p:attrName>style.visibility</p:attrName>
                                        </p:attrNameLst>
                                      </p:cBhvr>
                                      <p:to>
                                        <p:strVal val="visible"/>
                                      </p:to>
                                    </p:set>
                                    <p:animEffect transition="in" filter="fade">
                                      <p:cBhvr>
                                        <p:cTn id="69" dur="1000"/>
                                        <p:tgtEl>
                                          <p:spTgt spid="51204">
                                            <p:txEl>
                                              <p:pRg st="3" end="3"/>
                                            </p:txEl>
                                          </p:spTgt>
                                        </p:tgtEl>
                                      </p:cBhvr>
                                    </p:animEffect>
                                    <p:anim calcmode="lin" valueType="num">
                                      <p:cBhvr>
                                        <p:cTn id="70" dur="1000" fill="hold"/>
                                        <p:tgtEl>
                                          <p:spTgt spid="51204">
                                            <p:txEl>
                                              <p:pRg st="3" end="3"/>
                                            </p:txEl>
                                          </p:spTgt>
                                        </p:tgtEl>
                                        <p:attrNameLst>
                                          <p:attrName>ppt_x</p:attrName>
                                        </p:attrNameLst>
                                      </p:cBhvr>
                                      <p:tavLst>
                                        <p:tav tm="0">
                                          <p:val>
                                            <p:strVal val="#ppt_x"/>
                                          </p:val>
                                        </p:tav>
                                        <p:tav tm="100000">
                                          <p:val>
                                            <p:strVal val="#ppt_x"/>
                                          </p:val>
                                        </p:tav>
                                      </p:tavLst>
                                    </p:anim>
                                    <p:anim calcmode="lin" valueType="num">
                                      <p:cBhvr>
                                        <p:cTn id="71" dur="1000" fill="hold"/>
                                        <p:tgtEl>
                                          <p:spTgt spid="51204">
                                            <p:txEl>
                                              <p:pRg st="3" end="3"/>
                                            </p:txEl>
                                          </p:spTgt>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2051"/>
                                        </p:tgtEl>
                                        <p:attrNameLst>
                                          <p:attrName>style.visibility</p:attrName>
                                        </p:attrNameLst>
                                      </p:cBhvr>
                                      <p:to>
                                        <p:strVal val="visible"/>
                                      </p:to>
                                    </p:set>
                                    <p:animEffect transition="in" filter="fade">
                                      <p:cBhvr>
                                        <p:cTn id="74" dur="1000"/>
                                        <p:tgtEl>
                                          <p:spTgt spid="2051"/>
                                        </p:tgtEl>
                                      </p:cBhvr>
                                    </p:animEffect>
                                    <p:anim calcmode="lin" valueType="num">
                                      <p:cBhvr>
                                        <p:cTn id="75" dur="1000" fill="hold"/>
                                        <p:tgtEl>
                                          <p:spTgt spid="2051"/>
                                        </p:tgtEl>
                                        <p:attrNameLst>
                                          <p:attrName>ppt_x</p:attrName>
                                        </p:attrNameLst>
                                      </p:cBhvr>
                                      <p:tavLst>
                                        <p:tav tm="0">
                                          <p:val>
                                            <p:strVal val="#ppt_x"/>
                                          </p:val>
                                        </p:tav>
                                        <p:tav tm="100000">
                                          <p:val>
                                            <p:strVal val="#ppt_x"/>
                                          </p:val>
                                        </p:tav>
                                      </p:tavLst>
                                    </p:anim>
                                    <p:anim calcmode="lin" valueType="num">
                                      <p:cBhvr>
                                        <p:cTn id="76" dur="1000" fill="hold"/>
                                        <p:tgtEl>
                                          <p:spTgt spid="2051"/>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62"/>
                                        </p:tgtEl>
                                        <p:attrNameLst>
                                          <p:attrName>style.visibility</p:attrName>
                                        </p:attrNameLst>
                                      </p:cBhvr>
                                      <p:to>
                                        <p:strVal val="visible"/>
                                      </p:to>
                                    </p:set>
                                    <p:animEffect transition="in" filter="fade">
                                      <p:cBhvr>
                                        <p:cTn id="79" dur="1000"/>
                                        <p:tgtEl>
                                          <p:spTgt spid="62"/>
                                        </p:tgtEl>
                                      </p:cBhvr>
                                    </p:animEffect>
                                    <p:anim calcmode="lin" valueType="num">
                                      <p:cBhvr>
                                        <p:cTn id="80" dur="1000" fill="hold"/>
                                        <p:tgtEl>
                                          <p:spTgt spid="62"/>
                                        </p:tgtEl>
                                        <p:attrNameLst>
                                          <p:attrName>ppt_x</p:attrName>
                                        </p:attrNameLst>
                                      </p:cBhvr>
                                      <p:tavLst>
                                        <p:tav tm="0">
                                          <p:val>
                                            <p:strVal val="#ppt_x"/>
                                          </p:val>
                                        </p:tav>
                                        <p:tav tm="100000">
                                          <p:val>
                                            <p:strVal val="#ppt_x"/>
                                          </p:val>
                                        </p:tav>
                                      </p:tavLst>
                                    </p:anim>
                                    <p:anim calcmode="lin" valueType="num">
                                      <p:cBhvr>
                                        <p:cTn id="81"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59"/>
                                        </p:tgtEl>
                                        <p:attrNameLst>
                                          <p:attrName>style.visibility</p:attrName>
                                        </p:attrNameLst>
                                      </p:cBhvr>
                                      <p:to>
                                        <p:strVal val="visible"/>
                                      </p:to>
                                    </p:set>
                                    <p:animEffect transition="in" filter="fade">
                                      <p:cBhvr>
                                        <p:cTn id="86" dur="500"/>
                                        <p:tgtEl>
                                          <p:spTgt spid="5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57"/>
                                        </p:tgtEl>
                                        <p:attrNameLst>
                                          <p:attrName>style.visibility</p:attrName>
                                        </p:attrNameLst>
                                      </p:cBhvr>
                                      <p:to>
                                        <p:strVal val="visible"/>
                                      </p:to>
                                    </p:set>
                                    <p:animEffect transition="in" filter="fade">
                                      <p:cBhvr>
                                        <p:cTn id="89" dur="500"/>
                                        <p:tgtEl>
                                          <p:spTgt spid="57"/>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67"/>
                                        </p:tgtEl>
                                        <p:attrNameLst>
                                          <p:attrName>style.visibility</p:attrName>
                                        </p:attrNameLst>
                                      </p:cBhvr>
                                      <p:to>
                                        <p:strVal val="visible"/>
                                      </p:to>
                                    </p:set>
                                    <p:animEffect transition="in" filter="fade">
                                      <p:cBhvr>
                                        <p:cTn id="92" dur="500"/>
                                        <p:tgtEl>
                                          <p:spTgt spid="67"/>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64"/>
                                        </p:tgtEl>
                                        <p:attrNameLst>
                                          <p:attrName>style.visibility</p:attrName>
                                        </p:attrNameLst>
                                      </p:cBhvr>
                                      <p:to>
                                        <p:strVal val="visible"/>
                                      </p:to>
                                    </p:set>
                                    <p:animEffect transition="in" filter="fade">
                                      <p:cBhvr>
                                        <p:cTn id="97" dur="500"/>
                                        <p:tgtEl>
                                          <p:spTgt spid="6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58"/>
                                        </p:tgtEl>
                                        <p:attrNameLst>
                                          <p:attrName>style.visibility</p:attrName>
                                        </p:attrNameLst>
                                      </p:cBhvr>
                                      <p:to>
                                        <p:strVal val="visible"/>
                                      </p:to>
                                    </p:set>
                                    <p:animEffect transition="in" filter="fade">
                                      <p:cBhvr>
                                        <p:cTn id="100" dur="500"/>
                                        <p:tgtEl>
                                          <p:spTgt spid="58"/>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68"/>
                                        </p:tgtEl>
                                        <p:attrNameLst>
                                          <p:attrName>style.visibility</p:attrName>
                                        </p:attrNameLst>
                                      </p:cBhvr>
                                      <p:to>
                                        <p:strVal val="visible"/>
                                      </p:to>
                                    </p:set>
                                    <p:animEffect transition="in" filter="fade">
                                      <p:cBhvr>
                                        <p:cTn id="103" dur="500"/>
                                        <p:tgtEl>
                                          <p:spTgt spid="68"/>
                                        </p:tgtEl>
                                      </p:cBhvr>
                                    </p:animEffect>
                                  </p:childTnLst>
                                </p:cTn>
                              </p:par>
                            </p:childTnLst>
                          </p:cTn>
                        </p:par>
                      </p:childTnLst>
                    </p:cTn>
                  </p:par>
                  <p:par>
                    <p:cTn id="104" fill="hold">
                      <p:stCondLst>
                        <p:cond delay="indefinite"/>
                      </p:stCondLst>
                      <p:childTnLst>
                        <p:par>
                          <p:cTn id="105" fill="hold">
                            <p:stCondLst>
                              <p:cond delay="0"/>
                            </p:stCondLst>
                            <p:childTnLst>
                              <p:par>
                                <p:cTn id="106" presetID="42" presetClass="entr" presetSubtype="0" fill="hold" nodeType="clickEffect">
                                  <p:stCondLst>
                                    <p:cond delay="0"/>
                                  </p:stCondLst>
                                  <p:childTnLst>
                                    <p:set>
                                      <p:cBhvr>
                                        <p:cTn id="107" dur="1" fill="hold">
                                          <p:stCondLst>
                                            <p:cond delay="0"/>
                                          </p:stCondLst>
                                        </p:cTn>
                                        <p:tgtEl>
                                          <p:spTgt spid="51204">
                                            <p:txEl>
                                              <p:pRg st="4" end="4"/>
                                            </p:txEl>
                                          </p:spTgt>
                                        </p:tgtEl>
                                        <p:attrNameLst>
                                          <p:attrName>style.visibility</p:attrName>
                                        </p:attrNameLst>
                                      </p:cBhvr>
                                      <p:to>
                                        <p:strVal val="visible"/>
                                      </p:to>
                                    </p:set>
                                    <p:animEffect transition="in" filter="fade">
                                      <p:cBhvr>
                                        <p:cTn id="108" dur="1000"/>
                                        <p:tgtEl>
                                          <p:spTgt spid="51204">
                                            <p:txEl>
                                              <p:pRg st="4" end="4"/>
                                            </p:txEl>
                                          </p:spTgt>
                                        </p:tgtEl>
                                      </p:cBhvr>
                                    </p:animEffect>
                                    <p:anim calcmode="lin" valueType="num">
                                      <p:cBhvr>
                                        <p:cTn id="109" dur="1000" fill="hold"/>
                                        <p:tgtEl>
                                          <p:spTgt spid="51204">
                                            <p:txEl>
                                              <p:pRg st="4" end="4"/>
                                            </p:txEl>
                                          </p:spTgt>
                                        </p:tgtEl>
                                        <p:attrNameLst>
                                          <p:attrName>ppt_x</p:attrName>
                                        </p:attrNameLst>
                                      </p:cBhvr>
                                      <p:tavLst>
                                        <p:tav tm="0">
                                          <p:val>
                                            <p:strVal val="#ppt_x"/>
                                          </p:val>
                                        </p:tav>
                                        <p:tav tm="100000">
                                          <p:val>
                                            <p:strVal val="#ppt_x"/>
                                          </p:val>
                                        </p:tav>
                                      </p:tavLst>
                                    </p:anim>
                                    <p:anim calcmode="lin" valueType="num">
                                      <p:cBhvr>
                                        <p:cTn id="110" dur="1000" fill="hold"/>
                                        <p:tgtEl>
                                          <p:spTgt spid="51204">
                                            <p:txEl>
                                              <p:pRg st="4" end="4"/>
                                            </p:txEl>
                                          </p:spTgt>
                                        </p:tgtEl>
                                        <p:attrNameLst>
                                          <p:attrName>ppt_y</p:attrName>
                                        </p:attrNameLst>
                                      </p:cBhvr>
                                      <p:tavLst>
                                        <p:tav tm="0">
                                          <p:val>
                                            <p:strVal val="#ppt_y+.1"/>
                                          </p:val>
                                        </p:tav>
                                        <p:tav tm="100000">
                                          <p:val>
                                            <p:strVal val="#ppt_y"/>
                                          </p:val>
                                        </p:tav>
                                      </p:tavLst>
                                    </p:anim>
                                  </p:childTnLst>
                                </p:cTn>
                              </p:par>
                              <p:par>
                                <p:cTn id="111" presetID="42" presetClass="entr" presetSubtype="0" fill="hold" nodeType="withEffect">
                                  <p:stCondLst>
                                    <p:cond delay="0"/>
                                  </p:stCondLst>
                                  <p:childTnLst>
                                    <p:set>
                                      <p:cBhvr>
                                        <p:cTn id="112" dur="1" fill="hold">
                                          <p:stCondLst>
                                            <p:cond delay="0"/>
                                          </p:stCondLst>
                                        </p:cTn>
                                        <p:tgtEl>
                                          <p:spTgt spid="69"/>
                                        </p:tgtEl>
                                        <p:attrNameLst>
                                          <p:attrName>style.visibility</p:attrName>
                                        </p:attrNameLst>
                                      </p:cBhvr>
                                      <p:to>
                                        <p:strVal val="visible"/>
                                      </p:to>
                                    </p:set>
                                    <p:animEffect transition="in" filter="fade">
                                      <p:cBhvr>
                                        <p:cTn id="113" dur="1000"/>
                                        <p:tgtEl>
                                          <p:spTgt spid="69"/>
                                        </p:tgtEl>
                                      </p:cBhvr>
                                    </p:animEffect>
                                    <p:anim calcmode="lin" valueType="num">
                                      <p:cBhvr>
                                        <p:cTn id="114" dur="1000" fill="hold"/>
                                        <p:tgtEl>
                                          <p:spTgt spid="69"/>
                                        </p:tgtEl>
                                        <p:attrNameLst>
                                          <p:attrName>ppt_x</p:attrName>
                                        </p:attrNameLst>
                                      </p:cBhvr>
                                      <p:tavLst>
                                        <p:tav tm="0">
                                          <p:val>
                                            <p:strVal val="#ppt_x"/>
                                          </p:val>
                                        </p:tav>
                                        <p:tav tm="100000">
                                          <p:val>
                                            <p:strVal val="#ppt_x"/>
                                          </p:val>
                                        </p:tav>
                                      </p:tavLst>
                                    </p:anim>
                                    <p:anim calcmode="lin" valueType="num">
                                      <p:cBhvr>
                                        <p:cTn id="115"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42" presetClass="entr" presetSubtype="0" fill="hold" nodeType="clickEffect">
                                  <p:stCondLst>
                                    <p:cond delay="0"/>
                                  </p:stCondLst>
                                  <p:childTnLst>
                                    <p:set>
                                      <p:cBhvr>
                                        <p:cTn id="119" dur="1" fill="hold">
                                          <p:stCondLst>
                                            <p:cond delay="0"/>
                                          </p:stCondLst>
                                        </p:cTn>
                                        <p:tgtEl>
                                          <p:spTgt spid="51204">
                                            <p:txEl>
                                              <p:pRg st="5" end="5"/>
                                            </p:txEl>
                                          </p:spTgt>
                                        </p:tgtEl>
                                        <p:attrNameLst>
                                          <p:attrName>style.visibility</p:attrName>
                                        </p:attrNameLst>
                                      </p:cBhvr>
                                      <p:to>
                                        <p:strVal val="visible"/>
                                      </p:to>
                                    </p:set>
                                    <p:animEffect transition="in" filter="fade">
                                      <p:cBhvr>
                                        <p:cTn id="120" dur="1000"/>
                                        <p:tgtEl>
                                          <p:spTgt spid="51204">
                                            <p:txEl>
                                              <p:pRg st="5" end="5"/>
                                            </p:txEl>
                                          </p:spTgt>
                                        </p:tgtEl>
                                      </p:cBhvr>
                                    </p:animEffect>
                                    <p:anim calcmode="lin" valueType="num">
                                      <p:cBhvr>
                                        <p:cTn id="121" dur="1000" fill="hold"/>
                                        <p:tgtEl>
                                          <p:spTgt spid="51204">
                                            <p:txEl>
                                              <p:pRg st="5" end="5"/>
                                            </p:txEl>
                                          </p:spTgt>
                                        </p:tgtEl>
                                        <p:attrNameLst>
                                          <p:attrName>ppt_x</p:attrName>
                                        </p:attrNameLst>
                                      </p:cBhvr>
                                      <p:tavLst>
                                        <p:tav tm="0">
                                          <p:val>
                                            <p:strVal val="#ppt_x"/>
                                          </p:val>
                                        </p:tav>
                                        <p:tav tm="100000">
                                          <p:val>
                                            <p:strVal val="#ppt_x"/>
                                          </p:val>
                                        </p:tav>
                                      </p:tavLst>
                                    </p:anim>
                                    <p:anim calcmode="lin" valueType="num">
                                      <p:cBhvr>
                                        <p:cTn id="122" dur="1000" fill="hold"/>
                                        <p:tgtEl>
                                          <p:spTgt spid="51204">
                                            <p:txEl>
                                              <p:pRg st="5" end="5"/>
                                            </p:txEl>
                                          </p:spTgt>
                                        </p:tgtEl>
                                        <p:attrNameLst>
                                          <p:attrName>ppt_y</p:attrName>
                                        </p:attrNameLst>
                                      </p:cBhvr>
                                      <p:tavLst>
                                        <p:tav tm="0">
                                          <p:val>
                                            <p:strVal val="#ppt_y+.1"/>
                                          </p:val>
                                        </p:tav>
                                        <p:tav tm="100000">
                                          <p:val>
                                            <p:strVal val="#ppt_y"/>
                                          </p:val>
                                        </p:tav>
                                      </p:tavLst>
                                    </p:anim>
                                  </p:childTnLst>
                                </p:cTn>
                              </p:par>
                              <p:par>
                                <p:cTn id="123" presetID="22" presetClass="entr" presetSubtype="8" fill="hold" nodeType="withEffect">
                                  <p:stCondLst>
                                    <p:cond delay="0"/>
                                  </p:stCondLst>
                                  <p:childTnLst>
                                    <p:set>
                                      <p:cBhvr>
                                        <p:cTn id="124" dur="1" fill="hold">
                                          <p:stCondLst>
                                            <p:cond delay="0"/>
                                          </p:stCondLst>
                                        </p:cTn>
                                        <p:tgtEl>
                                          <p:spTgt spid="79"/>
                                        </p:tgtEl>
                                        <p:attrNameLst>
                                          <p:attrName>style.visibility</p:attrName>
                                        </p:attrNameLst>
                                      </p:cBhvr>
                                      <p:to>
                                        <p:strVal val="visible"/>
                                      </p:to>
                                    </p:set>
                                    <p:animEffect transition="in" filter="wipe(left)">
                                      <p:cBhvr>
                                        <p:cTn id="125"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8" grpId="0"/>
      <p:bldP spid="59" grpId="0" animBg="1"/>
      <p:bldP spid="64" grpId="0" animBg="1"/>
      <p:bldP spid="66" grpId="0"/>
      <p:bldP spid="67" grpId="0"/>
      <p:bldP spid="68" grpId="0"/>
      <p:bldP spid="37" grpId="0"/>
      <p:bldP spid="57" grpId="0"/>
      <p:bldP spid="5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 name="Group 66"/>
          <p:cNvGrpSpPr/>
          <p:nvPr>
            <p:custDataLst>
              <p:tags r:id="rId2"/>
            </p:custDataLst>
          </p:nvPr>
        </p:nvGrpSpPr>
        <p:grpSpPr>
          <a:xfrm>
            <a:off x="208757" y="1592261"/>
            <a:ext cx="8712200" cy="4606187"/>
            <a:chOff x="215900" y="1592261"/>
            <a:chExt cx="8705850" cy="4606187"/>
          </a:xfrm>
        </p:grpSpPr>
        <p:sp>
          <p:nvSpPr>
            <p:cNvPr id="68" name="Rectangle 76"/>
            <p:cNvSpPr>
              <a:spLocks noChangeArrowheads="1"/>
            </p:cNvSpPr>
            <p:nvPr/>
          </p:nvSpPr>
          <p:spPr bwMode="auto">
            <a:xfrm flipV="1">
              <a:off x="215900" y="1592261"/>
              <a:ext cx="8705850" cy="1557594"/>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sp>
          <p:nvSpPr>
            <p:cNvPr id="69" name="Rectangle 76"/>
            <p:cNvSpPr>
              <a:spLocks noChangeArrowheads="1"/>
            </p:cNvSpPr>
            <p:nvPr/>
          </p:nvSpPr>
          <p:spPr bwMode="auto">
            <a:xfrm>
              <a:off x="215900" y="5851627"/>
              <a:ext cx="8705850" cy="346821"/>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grpSp>
      <p:pic>
        <p:nvPicPr>
          <p:cNvPr id="71" name="Picture 71" descr="Tank"/>
          <p:cNvPicPr>
            <a:picLocks noChangeAspect="1" noChangeArrowheads="1"/>
          </p:cNvPicPr>
          <p:nvPr>
            <p:custDataLst>
              <p:tags r:id="rId3"/>
            </p:custDataLst>
          </p:nvPr>
        </p:nvPicPr>
        <p:blipFill rotWithShape="1">
          <a:blip r:embed="rId11">
            <a:extLst>
              <a:ext uri="{28A0092B-C50C-407E-A947-70E740481C1C}">
                <a14:useLocalDpi xmlns:a14="http://schemas.microsoft.com/office/drawing/2010/main" val="0"/>
              </a:ext>
            </a:extLst>
          </a:blip>
          <a:srcRect t="1" r="38883" b="15309"/>
          <a:stretch/>
        </p:blipFill>
        <p:spPr bwMode="auto">
          <a:xfrm>
            <a:off x="143508" y="2607022"/>
            <a:ext cx="1409643" cy="3590825"/>
          </a:xfrm>
          <a:prstGeom prst="rect">
            <a:avLst/>
          </a:prstGeom>
          <a:noFill/>
          <a:effectLst/>
          <a:extLst>
            <a:ext uri="{909E8E84-426E-40DD-AFC4-6F175D3DCCD1}">
              <a14:hiddenFill xmlns:a14="http://schemas.microsoft.com/office/drawing/2010/main">
                <a:solidFill>
                  <a:srgbClr val="FFFFFF"/>
                </a:solidFill>
              </a14:hiddenFill>
            </a:ext>
          </a:extLst>
        </p:spPr>
      </p:pic>
      <p:sp>
        <p:nvSpPr>
          <p:cNvPr id="72" name="Rectangle 71"/>
          <p:cNvSpPr/>
          <p:nvPr/>
        </p:nvSpPr>
        <p:spPr bwMode="gray">
          <a:xfrm>
            <a:off x="208757" y="1592261"/>
            <a:ext cx="8719343" cy="4605586"/>
          </a:xfrm>
          <a:prstGeom prst="rect">
            <a:avLst/>
          </a:prstGeom>
          <a:solidFill>
            <a:schemeClr val="bg1"/>
          </a:solid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GB"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grpSp>
        <p:nvGrpSpPr>
          <p:cNvPr id="26" name="Group 25"/>
          <p:cNvGrpSpPr/>
          <p:nvPr>
            <p:custDataLst>
              <p:tags r:id="rId4"/>
            </p:custDataLst>
          </p:nvPr>
        </p:nvGrpSpPr>
        <p:grpSpPr>
          <a:xfrm>
            <a:off x="215900" y="1592261"/>
            <a:ext cx="8712200" cy="4606187"/>
            <a:chOff x="215900" y="1592261"/>
            <a:chExt cx="8705850" cy="4606187"/>
          </a:xfrm>
        </p:grpSpPr>
        <p:sp>
          <p:nvSpPr>
            <p:cNvPr id="27" name="Rectangle 76"/>
            <p:cNvSpPr>
              <a:spLocks noChangeArrowheads="1"/>
            </p:cNvSpPr>
            <p:nvPr/>
          </p:nvSpPr>
          <p:spPr bwMode="auto">
            <a:xfrm flipV="1">
              <a:off x="215900" y="1592261"/>
              <a:ext cx="8705850" cy="1557594"/>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sp>
          <p:nvSpPr>
            <p:cNvPr id="28" name="Rectangle 76"/>
            <p:cNvSpPr>
              <a:spLocks noChangeArrowheads="1"/>
            </p:cNvSpPr>
            <p:nvPr/>
          </p:nvSpPr>
          <p:spPr bwMode="auto">
            <a:xfrm>
              <a:off x="215900" y="5851627"/>
              <a:ext cx="8705850" cy="346821"/>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grpSp>
      <p:sp>
        <p:nvSpPr>
          <p:cNvPr id="52226" name="Titel 1"/>
          <p:cNvSpPr>
            <a:spLocks noGrp="1"/>
          </p:cNvSpPr>
          <p:nvPr>
            <p:ph type="title"/>
          </p:nvPr>
        </p:nvSpPr>
        <p:spPr/>
        <p:txBody>
          <a:bodyPr/>
          <a:lstStyle/>
          <a:p>
            <a:r>
              <a:rPr lang="en-US" altLang="en-US" smtClean="0"/>
              <a:t>What does “calibration” mean?</a:t>
            </a:r>
          </a:p>
        </p:txBody>
      </p:sp>
      <p:sp>
        <p:nvSpPr>
          <p:cNvPr id="2" name="Rechteck 1"/>
          <p:cNvSpPr/>
          <p:nvPr/>
        </p:nvSpPr>
        <p:spPr bwMode="auto">
          <a:xfrm>
            <a:off x="3314700" y="2503330"/>
            <a:ext cx="1357313" cy="985837"/>
          </a:xfrm>
          <a:prstGeom prst="rect">
            <a:avLst/>
          </a:prstGeom>
          <a:solidFill>
            <a:schemeClr val="accent1"/>
          </a:solidFill>
          <a:ln w="9525" cap="flat" cmpd="sng" algn="ctr">
            <a:solidFill>
              <a:schemeClr val="accent1"/>
            </a:solidFill>
            <a:prstDash val="solid"/>
            <a:round/>
            <a:headEnd type="none" w="med" len="med"/>
            <a:tailEnd type="none" w="med" len="med"/>
          </a:ln>
          <a:effectLst/>
          <a:extLst/>
        </p:spPr>
        <p:txBody>
          <a:bodyPr lIns="0" tIns="0" rIns="0" bIns="0" anchor="ctr" anchorCtr="0"/>
          <a:lstStyle/>
          <a:p>
            <a:pPr algn="ctr">
              <a:buFont typeface="Wingdings" pitchFamily="2" charset="2"/>
              <a:buNone/>
              <a:defRPr/>
            </a:pPr>
            <a:r>
              <a:rPr lang="de-DE" sz="1400" dirty="0" smtClean="0">
                <a:solidFill>
                  <a:schemeClr val="bg1"/>
                </a:solidFill>
              </a:rPr>
              <a:t>Sensor</a:t>
            </a:r>
          </a:p>
          <a:p>
            <a:pPr algn="ctr">
              <a:buFont typeface="Wingdings" pitchFamily="2" charset="2"/>
              <a:buNone/>
              <a:defRPr/>
            </a:pPr>
            <a:r>
              <a:rPr lang="de-DE" sz="1400" b="1" dirty="0">
                <a:solidFill>
                  <a:schemeClr val="bg1"/>
                </a:solidFill>
              </a:rPr>
              <a:t>e.g. Uras</a:t>
            </a:r>
            <a:endParaRPr lang="en-US" sz="1400" b="1" dirty="0">
              <a:solidFill>
                <a:schemeClr val="bg1"/>
              </a:solidFill>
            </a:endParaRPr>
          </a:p>
        </p:txBody>
      </p:sp>
      <p:cxnSp>
        <p:nvCxnSpPr>
          <p:cNvPr id="52229" name="Gerade Verbindung mit Pfeil 4"/>
          <p:cNvCxnSpPr>
            <a:cxnSpLocks noChangeShapeType="1"/>
          </p:cNvCxnSpPr>
          <p:nvPr/>
        </p:nvCxnSpPr>
        <p:spPr bwMode="auto">
          <a:xfrm>
            <a:off x="4672013" y="2996257"/>
            <a:ext cx="1944749" cy="0"/>
          </a:xfrm>
          <a:prstGeom prst="straightConnector1">
            <a:avLst/>
          </a:prstGeom>
          <a:noFill/>
          <a:ln w="19050" cap="flat" cmpd="sng" algn="ctr">
            <a:solidFill>
              <a:srgbClr val="005ADE"/>
            </a:solidFill>
            <a:prstDash val="solid"/>
            <a:headEnd type="none" w="med" len="med"/>
            <a:tailEnd type="triangle" w="med" len="med"/>
          </a:ln>
          <a:effectLst/>
          <a:extLst/>
        </p:spPr>
      </p:cxnSp>
      <p:sp>
        <p:nvSpPr>
          <p:cNvPr id="52230" name="Textfeld 5"/>
          <p:cNvSpPr txBox="1">
            <a:spLocks noChangeArrowheads="1"/>
          </p:cNvSpPr>
          <p:nvPr/>
        </p:nvSpPr>
        <p:spPr bwMode="auto">
          <a:xfrm>
            <a:off x="4879243" y="2651770"/>
            <a:ext cx="15382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0">
            <a:no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algn="ctr" eaLnBrk="1" hangingPunct="1">
              <a:buFont typeface="Wingdings" pitchFamily="2" charset="2"/>
              <a:buNone/>
            </a:pPr>
            <a:r>
              <a:rPr lang="de-DE" altLang="en-US" sz="1400" dirty="0"/>
              <a:t>No IR-absorption</a:t>
            </a:r>
          </a:p>
        </p:txBody>
      </p:sp>
      <p:sp>
        <p:nvSpPr>
          <p:cNvPr id="52232" name="Textfeld 10"/>
          <p:cNvSpPr txBox="1">
            <a:spLocks noChangeArrowheads="1"/>
          </p:cNvSpPr>
          <p:nvPr/>
        </p:nvSpPr>
        <p:spPr bwMode="auto">
          <a:xfrm>
            <a:off x="1379776" y="4299483"/>
            <a:ext cx="14141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0">
            <a:no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algn="ctr" eaLnBrk="1" hangingPunct="1">
              <a:buFont typeface="Wingdings" pitchFamily="2" charset="2"/>
              <a:buNone/>
            </a:pPr>
            <a:r>
              <a:rPr lang="de-DE" altLang="en-US" sz="1200" b="1" dirty="0">
                <a:solidFill>
                  <a:schemeClr val="accent1"/>
                </a:solidFill>
              </a:rPr>
              <a:t>Test gas, e.g.</a:t>
            </a:r>
          </a:p>
          <a:p>
            <a:pPr algn="ctr" eaLnBrk="1" hangingPunct="1">
              <a:buFont typeface="Wingdings" pitchFamily="2" charset="2"/>
              <a:buNone/>
            </a:pPr>
            <a:r>
              <a:rPr lang="de-DE" altLang="en-US" sz="1200" b="1" dirty="0">
                <a:solidFill>
                  <a:schemeClr val="accent1"/>
                </a:solidFill>
              </a:rPr>
              <a:t>100 mg/m³ CO/N</a:t>
            </a:r>
            <a:r>
              <a:rPr lang="de-DE" altLang="en-US" sz="1200" b="1" baseline="-25000" dirty="0">
                <a:solidFill>
                  <a:schemeClr val="accent1"/>
                </a:solidFill>
              </a:rPr>
              <a:t>2</a:t>
            </a:r>
          </a:p>
        </p:txBody>
      </p:sp>
      <p:sp>
        <p:nvSpPr>
          <p:cNvPr id="52234" name="Textfeld 18"/>
          <p:cNvSpPr txBox="1">
            <a:spLocks noChangeArrowheads="1"/>
          </p:cNvSpPr>
          <p:nvPr/>
        </p:nvSpPr>
        <p:spPr bwMode="auto">
          <a:xfrm>
            <a:off x="1369869" y="2276872"/>
            <a:ext cx="8258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0">
            <a:no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algn="ctr" eaLnBrk="1" hangingPunct="1">
              <a:buFont typeface="Wingdings" pitchFamily="2" charset="2"/>
              <a:buNone/>
            </a:pPr>
            <a:r>
              <a:rPr lang="de-DE" altLang="en-US" sz="1200" b="1" dirty="0">
                <a:solidFill>
                  <a:schemeClr val="accent1"/>
                </a:solidFill>
              </a:rPr>
              <a:t>Zero gas</a:t>
            </a:r>
            <a:endParaRPr lang="en-US" altLang="en-US" sz="1200" b="1" dirty="0">
              <a:solidFill>
                <a:schemeClr val="accent1"/>
              </a:solidFill>
            </a:endParaRPr>
          </a:p>
          <a:p>
            <a:pPr algn="ctr" eaLnBrk="1" hangingPunct="1">
              <a:buFont typeface="Wingdings" pitchFamily="2" charset="2"/>
              <a:buNone/>
            </a:pPr>
            <a:r>
              <a:rPr lang="de-DE" altLang="en-US" sz="1200" b="1" dirty="0">
                <a:solidFill>
                  <a:schemeClr val="accent1"/>
                </a:solidFill>
              </a:rPr>
              <a:t>N</a:t>
            </a:r>
            <a:r>
              <a:rPr lang="de-DE" altLang="en-US" sz="1200" b="1" baseline="-25000" dirty="0">
                <a:solidFill>
                  <a:schemeClr val="accent1"/>
                </a:solidFill>
              </a:rPr>
              <a:t>2</a:t>
            </a:r>
          </a:p>
        </p:txBody>
      </p:sp>
      <p:sp>
        <p:nvSpPr>
          <p:cNvPr id="52237" name="Textfeld 20"/>
          <p:cNvSpPr txBox="1">
            <a:spLocks noChangeArrowheads="1"/>
          </p:cNvSpPr>
          <p:nvPr/>
        </p:nvSpPr>
        <p:spPr bwMode="auto">
          <a:xfrm>
            <a:off x="7236296" y="2656245"/>
            <a:ext cx="11588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eaLnBrk="1" hangingPunct="1">
              <a:buFont typeface="Wingdings" pitchFamily="2" charset="2"/>
              <a:buNone/>
            </a:pPr>
            <a:r>
              <a:rPr lang="de-DE" altLang="en-US" sz="1400" dirty="0"/>
              <a:t>0 mg/m³ CO</a:t>
            </a:r>
          </a:p>
        </p:txBody>
      </p:sp>
      <p:sp>
        <p:nvSpPr>
          <p:cNvPr id="52239" name="Textfeld 24"/>
          <p:cNvSpPr txBox="1">
            <a:spLocks noChangeArrowheads="1"/>
          </p:cNvSpPr>
          <p:nvPr/>
        </p:nvSpPr>
        <p:spPr bwMode="auto">
          <a:xfrm>
            <a:off x="4680012" y="3041588"/>
            <a:ext cx="19367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0">
            <a:no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algn="ctr" eaLnBrk="1" hangingPunct="1">
              <a:buFont typeface="Wingdings" pitchFamily="2" charset="2"/>
              <a:buNone/>
            </a:pPr>
            <a:r>
              <a:rPr lang="de-DE" altLang="en-US" sz="1400" dirty="0"/>
              <a:t>Specific IR-absorption</a:t>
            </a:r>
          </a:p>
        </p:txBody>
      </p:sp>
      <p:sp>
        <p:nvSpPr>
          <p:cNvPr id="52241" name="Textfeld 26"/>
          <p:cNvSpPr txBox="1">
            <a:spLocks noChangeArrowheads="1"/>
          </p:cNvSpPr>
          <p:nvPr/>
        </p:nvSpPr>
        <p:spPr bwMode="auto">
          <a:xfrm>
            <a:off x="7236296" y="3041589"/>
            <a:ext cx="13573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eaLnBrk="1" hangingPunct="1">
              <a:buFont typeface="Wingdings" pitchFamily="2" charset="2"/>
              <a:buNone/>
            </a:pPr>
            <a:r>
              <a:rPr lang="de-DE" altLang="en-US" sz="1400" dirty="0"/>
              <a:t>100 mg/m³ CO</a:t>
            </a:r>
          </a:p>
        </p:txBody>
      </p:sp>
      <p:sp>
        <p:nvSpPr>
          <p:cNvPr id="3" name="Slide Number Placeholder 2"/>
          <p:cNvSpPr>
            <a:spLocks noGrp="1"/>
          </p:cNvSpPr>
          <p:nvPr>
            <p:ph type="sldNum" sz="quarter" idx="4"/>
          </p:nvPr>
        </p:nvSpPr>
        <p:spPr/>
        <p:txBody>
          <a:bodyPr/>
          <a:lstStyle/>
          <a:p>
            <a:pPr>
              <a:defRPr/>
            </a:pPr>
            <a:r>
              <a:rPr dirty="0" smtClean="0"/>
              <a:t>Slide </a:t>
            </a:r>
            <a:fld id="{60C67920-923A-4F98-A587-72BEC0D9EE68}" type="slidenum">
              <a:rPr lang="en-US" smtClean="0"/>
              <a:pPr>
                <a:defRPr/>
              </a:pPr>
              <a:t>9</a:t>
            </a:fld>
            <a:endParaRPr lang="en-US" dirty="0"/>
          </a:p>
        </p:txBody>
      </p:sp>
      <p:sp>
        <p:nvSpPr>
          <p:cNvPr id="4" name="Freeform 3"/>
          <p:cNvSpPr/>
          <p:nvPr/>
        </p:nvSpPr>
        <p:spPr bwMode="gray">
          <a:xfrm>
            <a:off x="1314450" y="1828800"/>
            <a:ext cx="1990725" cy="1112257"/>
          </a:xfrm>
          <a:custGeom>
            <a:avLst/>
            <a:gdLst>
              <a:gd name="connsiteX0" fmla="*/ 0 w 1990725"/>
              <a:gd name="connsiteY0" fmla="*/ 0 h 1309688"/>
              <a:gd name="connsiteX1" fmla="*/ 1990725 w 1990725"/>
              <a:gd name="connsiteY1" fmla="*/ 1309688 h 1309688"/>
              <a:gd name="connsiteX0" fmla="*/ 0 w 1990725"/>
              <a:gd name="connsiteY0" fmla="*/ 0 h 1309688"/>
              <a:gd name="connsiteX1" fmla="*/ 1990725 w 1990725"/>
              <a:gd name="connsiteY1" fmla="*/ 1309688 h 1309688"/>
              <a:gd name="connsiteX0" fmla="*/ 0 w 1990725"/>
              <a:gd name="connsiteY0" fmla="*/ 0 h 1310505"/>
              <a:gd name="connsiteX1" fmla="*/ 1990725 w 1990725"/>
              <a:gd name="connsiteY1" fmla="*/ 1309688 h 1310505"/>
              <a:gd name="connsiteX0" fmla="*/ 0 w 1990725"/>
              <a:gd name="connsiteY0" fmla="*/ 0 h 1310507"/>
              <a:gd name="connsiteX1" fmla="*/ 1990725 w 1990725"/>
              <a:gd name="connsiteY1" fmla="*/ 1309688 h 1310507"/>
              <a:gd name="connsiteX0" fmla="*/ 0 w 1990725"/>
              <a:gd name="connsiteY0" fmla="*/ 0 h 1310516"/>
              <a:gd name="connsiteX1" fmla="*/ 1990725 w 1990725"/>
              <a:gd name="connsiteY1" fmla="*/ 1309688 h 1310516"/>
              <a:gd name="connsiteX0" fmla="*/ 0 w 1990725"/>
              <a:gd name="connsiteY0" fmla="*/ 0 h 1310528"/>
              <a:gd name="connsiteX1" fmla="*/ 1990725 w 1990725"/>
              <a:gd name="connsiteY1" fmla="*/ 1309688 h 1310528"/>
              <a:gd name="connsiteX0" fmla="*/ 0 w 1990725"/>
              <a:gd name="connsiteY0" fmla="*/ 0 h 1310873"/>
              <a:gd name="connsiteX1" fmla="*/ 1990725 w 1990725"/>
              <a:gd name="connsiteY1" fmla="*/ 1309688 h 1310873"/>
            </a:gdLst>
            <a:ahLst/>
            <a:cxnLst>
              <a:cxn ang="0">
                <a:pos x="connsiteX0" y="connsiteY0"/>
              </a:cxn>
              <a:cxn ang="0">
                <a:pos x="connsiteX1" y="connsiteY1"/>
              </a:cxn>
            </a:cxnLst>
            <a:rect l="l" t="t" r="r" b="b"/>
            <a:pathLst>
              <a:path w="1990725" h="1310873">
                <a:moveTo>
                  <a:pt x="0" y="0"/>
                </a:moveTo>
                <a:cubicBezTo>
                  <a:pt x="1273175" y="39915"/>
                  <a:pt x="501650" y="1355839"/>
                  <a:pt x="1990725" y="1309688"/>
                </a:cubicBezTo>
              </a:path>
            </a:pathLst>
          </a:custGeom>
          <a:noFill/>
          <a:ln w="19050" cap="flat" cmpd="sng" algn="ctr">
            <a:solidFill>
              <a:srgbClr val="005ADE"/>
            </a:solidFill>
            <a:prstDash val="solid"/>
            <a:headEnd type="none" w="med" len="med"/>
            <a:tailEnd type="triangle" w="med" len="med"/>
          </a:ln>
          <a:effectLst/>
        </p:spPr>
        <p:txBody>
          <a:bodyPr rtlCol="0" anchor="ctr"/>
          <a:lstStyle/>
          <a:p>
            <a:pPr algn="ctr"/>
            <a:endParaRPr lang="en-US"/>
          </a:p>
        </p:txBody>
      </p:sp>
      <p:pic>
        <p:nvPicPr>
          <p:cNvPr id="23" name="PPTShape_0" descr="Tank"/>
          <p:cNvPicPr>
            <a:picLocks noChangeAspect="1" noChangeArrowheads="1"/>
          </p:cNvPicPr>
          <p:nvPr>
            <p:custDataLst>
              <p:tags r:id="rId5"/>
            </p:custDataLst>
          </p:nvPr>
        </p:nvPicPr>
        <p:blipFill rotWithShape="1">
          <a:blip r:embed="rId11">
            <a:extLst>
              <a:ext uri="{28A0092B-C50C-407E-A947-70E740481C1C}">
                <a14:useLocalDpi xmlns:a14="http://schemas.microsoft.com/office/drawing/2010/main" val="0"/>
              </a:ext>
            </a:extLst>
          </a:blip>
          <a:srcRect r="39258"/>
          <a:stretch/>
        </p:blipFill>
        <p:spPr bwMode="auto">
          <a:xfrm>
            <a:off x="529927" y="1528835"/>
            <a:ext cx="796192" cy="23760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4" name="Freeform 33"/>
          <p:cNvSpPr/>
          <p:nvPr/>
        </p:nvSpPr>
        <p:spPr bwMode="gray">
          <a:xfrm flipV="1">
            <a:off x="1314450" y="3044861"/>
            <a:ext cx="1990725" cy="1112257"/>
          </a:xfrm>
          <a:custGeom>
            <a:avLst/>
            <a:gdLst>
              <a:gd name="connsiteX0" fmla="*/ 0 w 1990725"/>
              <a:gd name="connsiteY0" fmla="*/ 0 h 1309688"/>
              <a:gd name="connsiteX1" fmla="*/ 1990725 w 1990725"/>
              <a:gd name="connsiteY1" fmla="*/ 1309688 h 1309688"/>
              <a:gd name="connsiteX0" fmla="*/ 0 w 1990725"/>
              <a:gd name="connsiteY0" fmla="*/ 0 h 1309688"/>
              <a:gd name="connsiteX1" fmla="*/ 1990725 w 1990725"/>
              <a:gd name="connsiteY1" fmla="*/ 1309688 h 1309688"/>
              <a:gd name="connsiteX0" fmla="*/ 0 w 1990725"/>
              <a:gd name="connsiteY0" fmla="*/ 0 h 1310505"/>
              <a:gd name="connsiteX1" fmla="*/ 1990725 w 1990725"/>
              <a:gd name="connsiteY1" fmla="*/ 1309688 h 1310505"/>
              <a:gd name="connsiteX0" fmla="*/ 0 w 1990725"/>
              <a:gd name="connsiteY0" fmla="*/ 0 h 1310507"/>
              <a:gd name="connsiteX1" fmla="*/ 1990725 w 1990725"/>
              <a:gd name="connsiteY1" fmla="*/ 1309688 h 1310507"/>
              <a:gd name="connsiteX0" fmla="*/ 0 w 1990725"/>
              <a:gd name="connsiteY0" fmla="*/ 0 h 1310516"/>
              <a:gd name="connsiteX1" fmla="*/ 1990725 w 1990725"/>
              <a:gd name="connsiteY1" fmla="*/ 1309688 h 1310516"/>
              <a:gd name="connsiteX0" fmla="*/ 0 w 1990725"/>
              <a:gd name="connsiteY0" fmla="*/ 0 h 1310528"/>
              <a:gd name="connsiteX1" fmla="*/ 1990725 w 1990725"/>
              <a:gd name="connsiteY1" fmla="*/ 1309688 h 1310528"/>
              <a:gd name="connsiteX0" fmla="*/ 0 w 1990725"/>
              <a:gd name="connsiteY0" fmla="*/ 0 h 1310873"/>
              <a:gd name="connsiteX1" fmla="*/ 1990725 w 1990725"/>
              <a:gd name="connsiteY1" fmla="*/ 1309688 h 1310873"/>
            </a:gdLst>
            <a:ahLst/>
            <a:cxnLst>
              <a:cxn ang="0">
                <a:pos x="connsiteX0" y="connsiteY0"/>
              </a:cxn>
              <a:cxn ang="0">
                <a:pos x="connsiteX1" y="connsiteY1"/>
              </a:cxn>
            </a:cxnLst>
            <a:rect l="l" t="t" r="r" b="b"/>
            <a:pathLst>
              <a:path w="1990725" h="1310873">
                <a:moveTo>
                  <a:pt x="0" y="0"/>
                </a:moveTo>
                <a:cubicBezTo>
                  <a:pt x="1273175" y="39915"/>
                  <a:pt x="501650" y="1355839"/>
                  <a:pt x="1990725" y="1309688"/>
                </a:cubicBezTo>
              </a:path>
            </a:pathLst>
          </a:custGeom>
          <a:noFill/>
          <a:ln w="19050" cap="flat" cmpd="sng" algn="ctr">
            <a:solidFill>
              <a:srgbClr val="005ADE"/>
            </a:solidFill>
            <a:prstDash val="solid"/>
            <a:headEnd type="none" w="med" len="med"/>
            <a:tailEnd type="triangle" w="med" len="med"/>
          </a:ln>
          <a:effectLst/>
        </p:spPr>
        <p:txBody>
          <a:bodyPr rtlCol="0" anchor="ctr"/>
          <a:lstStyle/>
          <a:p>
            <a:pPr algn="ctr"/>
            <a:endParaRPr lang="en-US"/>
          </a:p>
        </p:txBody>
      </p:sp>
      <p:pic>
        <p:nvPicPr>
          <p:cNvPr id="25" name="PPTShape_1" descr="Tank"/>
          <p:cNvPicPr>
            <a:picLocks noChangeAspect="1" noChangeArrowheads="1"/>
          </p:cNvPicPr>
          <p:nvPr>
            <p:custDataLst>
              <p:tags r:id="rId6"/>
            </p:custDataLst>
          </p:nvPr>
        </p:nvPicPr>
        <p:blipFill rotWithShape="1">
          <a:blip r:embed="rId11">
            <a:extLst>
              <a:ext uri="{28A0092B-C50C-407E-A947-70E740481C1C}">
                <a14:useLocalDpi xmlns:a14="http://schemas.microsoft.com/office/drawing/2010/main" val="0"/>
              </a:ext>
            </a:extLst>
          </a:blip>
          <a:srcRect r="39258"/>
          <a:stretch/>
        </p:blipFill>
        <p:spPr bwMode="auto">
          <a:xfrm>
            <a:off x="529927" y="3861048"/>
            <a:ext cx="796192" cy="2376000"/>
          </a:xfrm>
          <a:prstGeom prst="rect">
            <a:avLst/>
          </a:prstGeom>
          <a:noFill/>
          <a:ln>
            <a:noFill/>
          </a:ln>
          <a:extLst>
            <a:ext uri="{909E8E84-426E-40DD-AFC4-6F175D3DCCD1}">
              <a14:hiddenFill xmlns:a14="http://schemas.microsoft.com/office/drawing/2010/main">
                <a:solidFill>
                  <a:srgbClr val="FFFFFF"/>
                </a:solidFill>
              </a14:hiddenFill>
            </a:ext>
          </a:extLst>
        </p:spPr>
      </p:pic>
      <p:cxnSp>
        <p:nvCxnSpPr>
          <p:cNvPr id="52240" name="Gerade Verbindung mit Pfeil 25"/>
          <p:cNvCxnSpPr>
            <a:cxnSpLocks noChangeShapeType="1"/>
          </p:cNvCxnSpPr>
          <p:nvPr/>
        </p:nvCxnSpPr>
        <p:spPr bwMode="auto">
          <a:xfrm>
            <a:off x="6684188" y="3195575"/>
            <a:ext cx="562432" cy="0"/>
          </a:xfrm>
          <a:prstGeom prst="straightConnector1">
            <a:avLst/>
          </a:prstGeom>
          <a:noFill/>
          <a:ln w="19050" cap="flat" cmpd="sng" algn="ctr">
            <a:solidFill>
              <a:schemeClr val="accent4"/>
            </a:solidFill>
            <a:prstDash val="sysDot"/>
            <a:headEnd type="none" w="med" len="med"/>
            <a:tailEnd type="triangle" w="med" len="med"/>
          </a:ln>
          <a:effectLst/>
          <a:extLst/>
        </p:spPr>
      </p:cxnSp>
      <p:cxnSp>
        <p:nvCxnSpPr>
          <p:cNvPr id="36" name="PPTShape_2"/>
          <p:cNvCxnSpPr>
            <a:cxnSpLocks noChangeShapeType="1"/>
          </p:cNvCxnSpPr>
          <p:nvPr/>
        </p:nvCxnSpPr>
        <p:spPr bwMode="auto">
          <a:xfrm>
            <a:off x="6684188" y="2805757"/>
            <a:ext cx="562432" cy="0"/>
          </a:xfrm>
          <a:prstGeom prst="straightConnector1">
            <a:avLst/>
          </a:prstGeom>
          <a:noFill/>
          <a:ln w="19050" cap="flat" cmpd="sng" algn="ctr">
            <a:solidFill>
              <a:schemeClr val="accent4"/>
            </a:solidFill>
            <a:prstDash val="sysDot"/>
            <a:headEnd type="none" w="med" len="med"/>
            <a:tailEnd type="triangle" w="med" len="med"/>
          </a:ln>
          <a:effectLst/>
          <a:extLst/>
        </p:spPr>
      </p:cxnSp>
      <p:sp>
        <p:nvSpPr>
          <p:cNvPr id="5" name="Textfeld 4"/>
          <p:cNvSpPr txBox="1"/>
          <p:nvPr/>
        </p:nvSpPr>
        <p:spPr bwMode="gray">
          <a:xfrm>
            <a:off x="1474576" y="4905164"/>
            <a:ext cx="2197323" cy="648072"/>
          </a:xfrm>
          <a:prstGeom prst="rect">
            <a:avLst/>
          </a:prstGeom>
          <a:noFill/>
          <a:ln w="9525">
            <a:noFill/>
            <a:miter lim="800000"/>
            <a:headEnd/>
            <a:tailEnd/>
          </a:ln>
        </p:spPr>
        <p:txBody>
          <a:bodyPr vert="horz" wrap="square" lIns="0" tIns="0" rIns="0" bIns="0" numCol="1" rtlCol="0" anchor="t" anchorCtr="0" compatLnSpc="1">
            <a:prstTxWarp prst="textNoShape">
              <a:avLst/>
            </a:prstTxWarp>
            <a:noAutofit/>
          </a:bodyPr>
          <a:lstStyle/>
          <a:p>
            <a:pPr marR="0" defTabSz="914400" eaLnBrk="1" fontAlgn="auto" latinLnBrk="0" hangingPunct="1">
              <a:lnSpc>
                <a:spcPts val="1700"/>
              </a:lnSpc>
              <a:spcBef>
                <a:spcPts val="1200"/>
              </a:spcBef>
              <a:spcAft>
                <a:spcPts val="1200"/>
              </a:spcAft>
              <a:buClr>
                <a:srgbClr val="002897"/>
              </a:buClr>
              <a:buSzPct val="70000"/>
              <a:tabLst/>
            </a:pPr>
            <a:r>
              <a:rPr kumimoji="0" lang="de-DE" sz="1200" b="0" i="0" u="none" strike="noStrike" kern="0" cap="none" spc="0" normalizeH="0" baseline="0" noProof="0" dirty="0" smtClean="0">
                <a:ln>
                  <a:noFill/>
                </a:ln>
                <a:solidFill>
                  <a:srgbClr val="666666"/>
                </a:solidFill>
                <a:effectLst/>
                <a:uLnTx/>
                <a:uFillTx/>
                <a:latin typeface="Arial" pitchFamily="34" charset="0"/>
              </a:rPr>
              <a:t>The Test gas-</a:t>
            </a:r>
            <a:r>
              <a:rPr kumimoji="0" lang="de-DE" sz="1200" b="0" i="0" u="none" strike="noStrike" kern="0" cap="none" spc="0" normalizeH="0" baseline="0" noProof="0" dirty="0" err="1" smtClean="0">
                <a:ln>
                  <a:noFill/>
                </a:ln>
                <a:solidFill>
                  <a:srgbClr val="666666"/>
                </a:solidFill>
                <a:effectLst/>
                <a:uLnTx/>
                <a:uFillTx/>
                <a:latin typeface="Arial" pitchFamily="34" charset="0"/>
              </a:rPr>
              <a:t>concentration</a:t>
            </a:r>
            <a:r>
              <a:rPr sz="1200" dirty="0" smtClean="0"/>
              <a:t> </a:t>
            </a:r>
            <a:r>
              <a:rPr kumimoji="0" lang="de-DE" sz="1200" b="0" i="0" u="none" strike="noStrike" kern="0" cap="none" spc="0" normalizeH="0" baseline="0" noProof="0" dirty="0" err="1" smtClean="0">
                <a:ln>
                  <a:noFill/>
                </a:ln>
                <a:solidFill>
                  <a:srgbClr val="666666"/>
                </a:solidFill>
                <a:effectLst/>
                <a:uLnTx/>
                <a:uFillTx/>
                <a:latin typeface="Arial" pitchFamily="34" charset="0"/>
              </a:rPr>
              <a:t>is</a:t>
            </a:r>
            <a:r>
              <a:rPr kumimoji="0" lang="de-DE" sz="1200" b="0" i="0" u="none" strike="noStrike" kern="0" cap="none" spc="0" normalizeH="0" baseline="0" noProof="0" dirty="0" smtClean="0">
                <a:ln>
                  <a:noFill/>
                </a:ln>
                <a:solidFill>
                  <a:srgbClr val="666666"/>
                </a:solidFill>
                <a:effectLst/>
                <a:uLnTx/>
                <a:uFillTx/>
                <a:latin typeface="Arial" pitchFamily="34" charset="0"/>
              </a:rPr>
              <a:t/>
            </a:r>
            <a:br>
              <a:rPr kumimoji="0" lang="de-DE" sz="1200" b="0" i="0" u="none" strike="noStrike" kern="0" cap="none" spc="0" normalizeH="0" baseline="0" noProof="0" dirty="0" smtClean="0">
                <a:ln>
                  <a:noFill/>
                </a:ln>
                <a:solidFill>
                  <a:srgbClr val="666666"/>
                </a:solidFill>
                <a:effectLst/>
                <a:uLnTx/>
                <a:uFillTx/>
                <a:latin typeface="Arial" pitchFamily="34" charset="0"/>
              </a:rPr>
            </a:br>
            <a:r>
              <a:rPr kumimoji="0" lang="de-DE" sz="1200" b="0" i="0" u="none" strike="noStrike" kern="0" cap="none" spc="0" normalizeH="0" baseline="0" noProof="0" dirty="0" err="1" smtClean="0">
                <a:ln>
                  <a:noFill/>
                </a:ln>
                <a:solidFill>
                  <a:srgbClr val="666666"/>
                </a:solidFill>
                <a:effectLst/>
                <a:uLnTx/>
                <a:uFillTx/>
                <a:latin typeface="Arial" pitchFamily="34" charset="0"/>
              </a:rPr>
              <a:t>related</a:t>
            </a:r>
            <a:r>
              <a:rPr sz="1200" dirty="0" smtClean="0"/>
              <a:t> </a:t>
            </a:r>
            <a:r>
              <a:rPr kumimoji="0" lang="de-DE" sz="1200" b="0" i="0" u="none" strike="noStrike" kern="0" cap="none" spc="0" normalizeH="0" baseline="0" noProof="0" dirty="0" err="1" smtClean="0">
                <a:ln>
                  <a:noFill/>
                </a:ln>
                <a:solidFill>
                  <a:srgbClr val="666666"/>
                </a:solidFill>
                <a:effectLst/>
                <a:uLnTx/>
                <a:uFillTx/>
                <a:latin typeface="Arial" pitchFamily="34" charset="0"/>
              </a:rPr>
              <a:t>to</a:t>
            </a:r>
            <a:r>
              <a:rPr kumimoji="0" lang="de-DE" sz="1200" b="0" i="0" u="none" strike="noStrike" kern="0" cap="none" spc="0" normalizeH="0" baseline="0" noProof="0" dirty="0" smtClean="0">
                <a:ln>
                  <a:noFill/>
                </a:ln>
                <a:solidFill>
                  <a:srgbClr val="666666"/>
                </a:solidFill>
                <a:effectLst/>
                <a:uLnTx/>
                <a:uFillTx/>
                <a:latin typeface="Arial" pitchFamily="34" charset="0"/>
              </a:rPr>
              <a:t> 0ºC, 1013hPa, dry</a:t>
            </a:r>
          </a:p>
        </p:txBody>
      </p:sp>
      <p:sp>
        <p:nvSpPr>
          <p:cNvPr id="19" name="Rectangle 18"/>
          <p:cNvSpPr/>
          <p:nvPr/>
        </p:nvSpPr>
        <p:spPr bwMode="gray">
          <a:xfrm>
            <a:off x="5155912" y="3857640"/>
            <a:ext cx="3124500" cy="1971660"/>
          </a:xfrm>
          <a:prstGeom prst="rect">
            <a:avLst/>
          </a:prstGeom>
          <a:pattFill prst="ltUpDiag">
            <a:fgClr>
              <a:schemeClr val="bg2"/>
            </a:fgClr>
            <a:bgClr>
              <a:schemeClr val="bg1"/>
            </a:bgClr>
          </a:pattFill>
          <a:ln w="12700" cap="sq" cmpd="sng" algn="ctr">
            <a:solidFill>
              <a:schemeClr val="bg1"/>
            </a:solidFill>
            <a:prstDash val="solid"/>
            <a:miter lim="800000"/>
          </a:ln>
          <a:effectLst>
            <a:outerShdw blurRad="88900" algn="ctr" rotWithShape="0">
              <a:schemeClr val="bg2">
                <a:alpha val="75000"/>
              </a:schemeClr>
            </a:outerShdw>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GB"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sp>
        <p:nvSpPr>
          <p:cNvPr id="75" name="Rectangle 74"/>
          <p:cNvSpPr/>
          <p:nvPr/>
        </p:nvSpPr>
        <p:spPr bwMode="gray">
          <a:xfrm>
            <a:off x="5220072" y="3929062"/>
            <a:ext cx="2988332" cy="1832050"/>
          </a:xfrm>
          <a:prstGeom prst="rect">
            <a:avLst/>
          </a:prstGeom>
          <a:solidFill>
            <a:schemeClr val="bg1"/>
          </a:solidFill>
          <a:ln w="19050" cap="sq" cmpd="sng" algn="ctr">
            <a:noFill/>
            <a:prstDash val="solid"/>
            <a:miter lim="800000"/>
          </a:ln>
          <a:effectLst>
            <a:innerShdw blurRad="50800">
              <a:schemeClr val="bg2"/>
            </a:innerShdw>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GB"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sp>
        <p:nvSpPr>
          <p:cNvPr id="15" name="Freeform 6"/>
          <p:cNvSpPr>
            <a:spLocks/>
          </p:cNvSpPr>
          <p:nvPr/>
        </p:nvSpPr>
        <p:spPr bwMode="auto">
          <a:xfrm>
            <a:off x="5673213" y="5317160"/>
            <a:ext cx="2348244" cy="114348"/>
          </a:xfrm>
          <a:custGeom>
            <a:avLst/>
            <a:gdLst>
              <a:gd name="T0" fmla="*/ 38 w 3961"/>
              <a:gd name="T1" fmla="*/ 84 h 192"/>
              <a:gd name="T2" fmla="*/ 104 w 3961"/>
              <a:gd name="T3" fmla="*/ 86 h 192"/>
              <a:gd name="T4" fmla="*/ 172 w 3961"/>
              <a:gd name="T5" fmla="*/ 60 h 192"/>
              <a:gd name="T6" fmla="*/ 209 w 3961"/>
              <a:gd name="T7" fmla="*/ 93 h 192"/>
              <a:gd name="T8" fmla="*/ 288 w 3961"/>
              <a:gd name="T9" fmla="*/ 41 h 192"/>
              <a:gd name="T10" fmla="*/ 358 w 3961"/>
              <a:gd name="T11" fmla="*/ 69 h 192"/>
              <a:gd name="T12" fmla="*/ 420 w 3961"/>
              <a:gd name="T13" fmla="*/ 73 h 192"/>
              <a:gd name="T14" fmla="*/ 496 w 3961"/>
              <a:gd name="T15" fmla="*/ 61 h 192"/>
              <a:gd name="T16" fmla="*/ 605 w 3961"/>
              <a:gd name="T17" fmla="*/ 69 h 192"/>
              <a:gd name="T18" fmla="*/ 664 w 3961"/>
              <a:gd name="T19" fmla="*/ 113 h 192"/>
              <a:gd name="T20" fmla="*/ 736 w 3961"/>
              <a:gd name="T21" fmla="*/ 57 h 192"/>
              <a:gd name="T22" fmla="*/ 789 w 3961"/>
              <a:gd name="T23" fmla="*/ 92 h 192"/>
              <a:gd name="T24" fmla="*/ 832 w 3961"/>
              <a:gd name="T25" fmla="*/ 55 h 192"/>
              <a:gd name="T26" fmla="*/ 919 w 3961"/>
              <a:gd name="T27" fmla="*/ 105 h 192"/>
              <a:gd name="T28" fmla="*/ 993 w 3961"/>
              <a:gd name="T29" fmla="*/ 106 h 192"/>
              <a:gd name="T30" fmla="*/ 1055 w 3961"/>
              <a:gd name="T31" fmla="*/ 73 h 192"/>
              <a:gd name="T32" fmla="*/ 1129 w 3961"/>
              <a:gd name="T33" fmla="*/ 83 h 192"/>
              <a:gd name="T34" fmla="*/ 1207 w 3961"/>
              <a:gd name="T35" fmla="*/ 92 h 192"/>
              <a:gd name="T36" fmla="*/ 1286 w 3961"/>
              <a:gd name="T37" fmla="*/ 101 h 192"/>
              <a:gd name="T38" fmla="*/ 1369 w 3961"/>
              <a:gd name="T39" fmla="*/ 92 h 192"/>
              <a:gd name="T40" fmla="*/ 1431 w 3961"/>
              <a:gd name="T41" fmla="*/ 104 h 192"/>
              <a:gd name="T42" fmla="*/ 1499 w 3961"/>
              <a:gd name="T43" fmla="*/ 83 h 192"/>
              <a:gd name="T44" fmla="*/ 1558 w 3961"/>
              <a:gd name="T45" fmla="*/ 98 h 192"/>
              <a:gd name="T46" fmla="*/ 1625 w 3961"/>
              <a:gd name="T47" fmla="*/ 89 h 192"/>
              <a:gd name="T48" fmla="*/ 1698 w 3961"/>
              <a:gd name="T49" fmla="*/ 96 h 192"/>
              <a:gd name="T50" fmla="*/ 1852 w 3961"/>
              <a:gd name="T51" fmla="*/ 94 h 192"/>
              <a:gd name="T52" fmla="*/ 1948 w 3961"/>
              <a:gd name="T53" fmla="*/ 113 h 192"/>
              <a:gd name="T54" fmla="*/ 2053 w 3961"/>
              <a:gd name="T55" fmla="*/ 107 h 192"/>
              <a:gd name="T56" fmla="*/ 2210 w 3961"/>
              <a:gd name="T57" fmla="*/ 105 h 192"/>
              <a:gd name="T58" fmla="*/ 2335 w 3961"/>
              <a:gd name="T59" fmla="*/ 116 h 192"/>
              <a:gd name="T60" fmla="*/ 2396 w 3961"/>
              <a:gd name="T61" fmla="*/ 106 h 192"/>
              <a:gd name="T62" fmla="*/ 2473 w 3961"/>
              <a:gd name="T63" fmla="*/ 114 h 192"/>
              <a:gd name="T64" fmla="*/ 2585 w 3961"/>
              <a:gd name="T65" fmla="*/ 119 h 192"/>
              <a:gd name="T66" fmla="*/ 2651 w 3961"/>
              <a:gd name="T67" fmla="*/ 96 h 192"/>
              <a:gd name="T68" fmla="*/ 2706 w 3961"/>
              <a:gd name="T69" fmla="*/ 112 h 192"/>
              <a:gd name="T70" fmla="*/ 2779 w 3961"/>
              <a:gd name="T71" fmla="*/ 89 h 192"/>
              <a:gd name="T72" fmla="*/ 2864 w 3961"/>
              <a:gd name="T73" fmla="*/ 70 h 192"/>
              <a:gd name="T74" fmla="*/ 2933 w 3961"/>
              <a:gd name="T75" fmla="*/ 96 h 192"/>
              <a:gd name="T76" fmla="*/ 3002 w 3961"/>
              <a:gd name="T77" fmla="*/ 71 h 192"/>
              <a:gd name="T78" fmla="*/ 3071 w 3961"/>
              <a:gd name="T79" fmla="*/ 85 h 192"/>
              <a:gd name="T80" fmla="*/ 3106 w 3961"/>
              <a:gd name="T81" fmla="*/ 76 h 192"/>
              <a:gd name="T82" fmla="*/ 3166 w 3961"/>
              <a:gd name="T83" fmla="*/ 116 h 192"/>
              <a:gd name="T84" fmla="*/ 3243 w 3961"/>
              <a:gd name="T85" fmla="*/ 112 h 192"/>
              <a:gd name="T86" fmla="*/ 3322 w 3961"/>
              <a:gd name="T87" fmla="*/ 127 h 192"/>
              <a:gd name="T88" fmla="*/ 3412 w 3961"/>
              <a:gd name="T89" fmla="*/ 125 h 192"/>
              <a:gd name="T90" fmla="*/ 3480 w 3961"/>
              <a:gd name="T91" fmla="*/ 107 h 192"/>
              <a:gd name="T92" fmla="*/ 3585 w 3961"/>
              <a:gd name="T93" fmla="*/ 105 h 192"/>
              <a:gd name="T94" fmla="*/ 3659 w 3961"/>
              <a:gd name="T95" fmla="*/ 114 h 192"/>
              <a:gd name="T96" fmla="*/ 3726 w 3961"/>
              <a:gd name="T97" fmla="*/ 116 h 192"/>
              <a:gd name="T98" fmla="*/ 3777 w 3961"/>
              <a:gd name="T99" fmla="*/ 100 h 192"/>
              <a:gd name="T100" fmla="*/ 3830 w 3961"/>
              <a:gd name="T101" fmla="*/ 96 h 192"/>
              <a:gd name="T102" fmla="*/ 3875 w 3961"/>
              <a:gd name="T103" fmla="*/ 54 h 192"/>
              <a:gd name="T104" fmla="*/ 3920 w 3961"/>
              <a:gd name="T105" fmla="*/ 141 h 192"/>
              <a:gd name="T106" fmla="*/ 3953 w 3961"/>
              <a:gd name="T107" fmla="*/ 10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61" h="192">
                <a:moveTo>
                  <a:pt x="0" y="46"/>
                </a:moveTo>
                <a:cubicBezTo>
                  <a:pt x="17" y="50"/>
                  <a:pt x="17" y="50"/>
                  <a:pt x="17" y="50"/>
                </a:cubicBezTo>
                <a:cubicBezTo>
                  <a:pt x="20" y="67"/>
                  <a:pt x="20" y="67"/>
                  <a:pt x="20" y="67"/>
                </a:cubicBezTo>
                <a:cubicBezTo>
                  <a:pt x="37" y="65"/>
                  <a:pt x="37" y="65"/>
                  <a:pt x="37" y="65"/>
                </a:cubicBezTo>
                <a:cubicBezTo>
                  <a:pt x="38" y="84"/>
                  <a:pt x="38" y="84"/>
                  <a:pt x="38" y="84"/>
                </a:cubicBezTo>
                <a:cubicBezTo>
                  <a:pt x="56" y="79"/>
                  <a:pt x="56" y="79"/>
                  <a:pt x="56" y="79"/>
                </a:cubicBezTo>
                <a:cubicBezTo>
                  <a:pt x="64" y="85"/>
                  <a:pt x="64" y="85"/>
                  <a:pt x="64" y="85"/>
                </a:cubicBezTo>
                <a:cubicBezTo>
                  <a:pt x="71" y="63"/>
                  <a:pt x="71" y="63"/>
                  <a:pt x="71" y="63"/>
                </a:cubicBezTo>
                <a:cubicBezTo>
                  <a:pt x="97" y="63"/>
                  <a:pt x="97" y="63"/>
                  <a:pt x="97" y="63"/>
                </a:cubicBezTo>
                <a:cubicBezTo>
                  <a:pt x="104" y="86"/>
                  <a:pt x="104" y="86"/>
                  <a:pt x="104" y="86"/>
                </a:cubicBezTo>
                <a:cubicBezTo>
                  <a:pt x="115" y="74"/>
                  <a:pt x="115" y="74"/>
                  <a:pt x="115" y="74"/>
                </a:cubicBezTo>
                <a:cubicBezTo>
                  <a:pt x="130" y="98"/>
                  <a:pt x="130" y="98"/>
                  <a:pt x="130" y="98"/>
                </a:cubicBezTo>
                <a:cubicBezTo>
                  <a:pt x="137" y="104"/>
                  <a:pt x="137" y="104"/>
                  <a:pt x="137" y="104"/>
                </a:cubicBezTo>
                <a:cubicBezTo>
                  <a:pt x="148" y="90"/>
                  <a:pt x="148" y="90"/>
                  <a:pt x="148" y="90"/>
                </a:cubicBezTo>
                <a:cubicBezTo>
                  <a:pt x="172" y="60"/>
                  <a:pt x="172" y="60"/>
                  <a:pt x="172" y="60"/>
                </a:cubicBezTo>
                <a:cubicBezTo>
                  <a:pt x="180" y="90"/>
                  <a:pt x="180" y="90"/>
                  <a:pt x="180" y="90"/>
                </a:cubicBezTo>
                <a:cubicBezTo>
                  <a:pt x="193" y="91"/>
                  <a:pt x="193" y="91"/>
                  <a:pt x="193" y="91"/>
                </a:cubicBezTo>
                <a:cubicBezTo>
                  <a:pt x="196" y="102"/>
                  <a:pt x="196" y="102"/>
                  <a:pt x="196" y="102"/>
                </a:cubicBezTo>
                <a:cubicBezTo>
                  <a:pt x="205" y="124"/>
                  <a:pt x="205" y="124"/>
                  <a:pt x="205" y="124"/>
                </a:cubicBezTo>
                <a:cubicBezTo>
                  <a:pt x="209" y="93"/>
                  <a:pt x="209" y="93"/>
                  <a:pt x="209" y="93"/>
                </a:cubicBezTo>
                <a:cubicBezTo>
                  <a:pt x="235" y="74"/>
                  <a:pt x="235" y="74"/>
                  <a:pt x="235" y="74"/>
                </a:cubicBezTo>
                <a:cubicBezTo>
                  <a:pt x="247" y="56"/>
                  <a:pt x="247" y="56"/>
                  <a:pt x="247" y="56"/>
                </a:cubicBezTo>
                <a:cubicBezTo>
                  <a:pt x="269" y="113"/>
                  <a:pt x="269" y="113"/>
                  <a:pt x="269" y="113"/>
                </a:cubicBezTo>
                <a:cubicBezTo>
                  <a:pt x="279" y="80"/>
                  <a:pt x="279" y="80"/>
                  <a:pt x="279" y="80"/>
                </a:cubicBezTo>
                <a:cubicBezTo>
                  <a:pt x="288" y="41"/>
                  <a:pt x="288" y="41"/>
                  <a:pt x="288" y="41"/>
                </a:cubicBezTo>
                <a:cubicBezTo>
                  <a:pt x="301" y="75"/>
                  <a:pt x="301" y="75"/>
                  <a:pt x="301" y="75"/>
                </a:cubicBezTo>
                <a:cubicBezTo>
                  <a:pt x="318" y="86"/>
                  <a:pt x="318" y="86"/>
                  <a:pt x="318" y="86"/>
                </a:cubicBezTo>
                <a:cubicBezTo>
                  <a:pt x="328" y="59"/>
                  <a:pt x="328" y="59"/>
                  <a:pt x="328" y="59"/>
                </a:cubicBezTo>
                <a:cubicBezTo>
                  <a:pt x="344" y="74"/>
                  <a:pt x="344" y="74"/>
                  <a:pt x="344" y="74"/>
                </a:cubicBezTo>
                <a:cubicBezTo>
                  <a:pt x="358" y="69"/>
                  <a:pt x="358" y="69"/>
                  <a:pt x="358" y="69"/>
                </a:cubicBezTo>
                <a:cubicBezTo>
                  <a:pt x="364" y="87"/>
                  <a:pt x="364" y="87"/>
                  <a:pt x="364" y="87"/>
                </a:cubicBezTo>
                <a:cubicBezTo>
                  <a:pt x="373" y="39"/>
                  <a:pt x="373" y="39"/>
                  <a:pt x="373" y="39"/>
                </a:cubicBezTo>
                <a:cubicBezTo>
                  <a:pt x="397" y="65"/>
                  <a:pt x="397" y="65"/>
                  <a:pt x="397" y="65"/>
                </a:cubicBezTo>
                <a:cubicBezTo>
                  <a:pt x="406" y="54"/>
                  <a:pt x="406" y="54"/>
                  <a:pt x="406" y="54"/>
                </a:cubicBezTo>
                <a:cubicBezTo>
                  <a:pt x="420" y="73"/>
                  <a:pt x="420" y="73"/>
                  <a:pt x="420" y="73"/>
                </a:cubicBezTo>
                <a:cubicBezTo>
                  <a:pt x="428" y="18"/>
                  <a:pt x="428" y="18"/>
                  <a:pt x="428" y="18"/>
                </a:cubicBezTo>
                <a:cubicBezTo>
                  <a:pt x="449" y="47"/>
                  <a:pt x="449" y="47"/>
                  <a:pt x="449" y="47"/>
                </a:cubicBezTo>
                <a:cubicBezTo>
                  <a:pt x="462" y="11"/>
                  <a:pt x="462" y="11"/>
                  <a:pt x="462" y="11"/>
                </a:cubicBezTo>
                <a:cubicBezTo>
                  <a:pt x="472" y="93"/>
                  <a:pt x="472" y="93"/>
                  <a:pt x="472" y="93"/>
                </a:cubicBezTo>
                <a:cubicBezTo>
                  <a:pt x="496" y="61"/>
                  <a:pt x="496" y="61"/>
                  <a:pt x="496" y="61"/>
                </a:cubicBezTo>
                <a:cubicBezTo>
                  <a:pt x="521" y="82"/>
                  <a:pt x="521" y="82"/>
                  <a:pt x="521" y="82"/>
                </a:cubicBezTo>
                <a:cubicBezTo>
                  <a:pt x="540" y="0"/>
                  <a:pt x="540" y="0"/>
                  <a:pt x="540" y="0"/>
                </a:cubicBezTo>
                <a:cubicBezTo>
                  <a:pt x="556" y="31"/>
                  <a:pt x="556" y="31"/>
                  <a:pt x="556" y="31"/>
                </a:cubicBezTo>
                <a:cubicBezTo>
                  <a:pt x="591" y="30"/>
                  <a:pt x="591" y="30"/>
                  <a:pt x="591" y="30"/>
                </a:cubicBezTo>
                <a:cubicBezTo>
                  <a:pt x="591" y="30"/>
                  <a:pt x="604" y="56"/>
                  <a:pt x="605" y="69"/>
                </a:cubicBezTo>
                <a:cubicBezTo>
                  <a:pt x="606" y="82"/>
                  <a:pt x="610" y="96"/>
                  <a:pt x="610" y="96"/>
                </a:cubicBezTo>
                <a:cubicBezTo>
                  <a:pt x="623" y="10"/>
                  <a:pt x="623" y="10"/>
                  <a:pt x="623" y="10"/>
                </a:cubicBezTo>
                <a:cubicBezTo>
                  <a:pt x="638" y="94"/>
                  <a:pt x="638" y="94"/>
                  <a:pt x="638" y="94"/>
                </a:cubicBezTo>
                <a:cubicBezTo>
                  <a:pt x="649" y="27"/>
                  <a:pt x="649" y="27"/>
                  <a:pt x="649" y="27"/>
                </a:cubicBezTo>
                <a:cubicBezTo>
                  <a:pt x="664" y="113"/>
                  <a:pt x="664" y="113"/>
                  <a:pt x="664" y="113"/>
                </a:cubicBezTo>
                <a:cubicBezTo>
                  <a:pt x="679" y="46"/>
                  <a:pt x="679" y="46"/>
                  <a:pt x="679" y="46"/>
                </a:cubicBezTo>
                <a:cubicBezTo>
                  <a:pt x="686" y="73"/>
                  <a:pt x="686" y="73"/>
                  <a:pt x="686" y="73"/>
                </a:cubicBezTo>
                <a:cubicBezTo>
                  <a:pt x="699" y="35"/>
                  <a:pt x="699" y="35"/>
                  <a:pt x="699" y="35"/>
                </a:cubicBezTo>
                <a:cubicBezTo>
                  <a:pt x="717" y="79"/>
                  <a:pt x="717" y="79"/>
                  <a:pt x="717" y="79"/>
                </a:cubicBezTo>
                <a:cubicBezTo>
                  <a:pt x="736" y="57"/>
                  <a:pt x="736" y="57"/>
                  <a:pt x="736" y="57"/>
                </a:cubicBezTo>
                <a:cubicBezTo>
                  <a:pt x="741" y="72"/>
                  <a:pt x="741" y="72"/>
                  <a:pt x="741" y="72"/>
                </a:cubicBezTo>
                <a:cubicBezTo>
                  <a:pt x="747" y="60"/>
                  <a:pt x="747" y="60"/>
                  <a:pt x="747" y="60"/>
                </a:cubicBezTo>
                <a:cubicBezTo>
                  <a:pt x="760" y="72"/>
                  <a:pt x="760" y="72"/>
                  <a:pt x="760" y="72"/>
                </a:cubicBezTo>
                <a:cubicBezTo>
                  <a:pt x="770" y="65"/>
                  <a:pt x="770" y="65"/>
                  <a:pt x="770" y="65"/>
                </a:cubicBezTo>
                <a:cubicBezTo>
                  <a:pt x="789" y="92"/>
                  <a:pt x="789" y="92"/>
                  <a:pt x="789" y="92"/>
                </a:cubicBezTo>
                <a:cubicBezTo>
                  <a:pt x="798" y="114"/>
                  <a:pt x="798" y="114"/>
                  <a:pt x="798" y="114"/>
                </a:cubicBezTo>
                <a:cubicBezTo>
                  <a:pt x="799" y="83"/>
                  <a:pt x="799" y="83"/>
                  <a:pt x="799" y="83"/>
                </a:cubicBezTo>
                <a:cubicBezTo>
                  <a:pt x="817" y="93"/>
                  <a:pt x="817" y="93"/>
                  <a:pt x="817" y="93"/>
                </a:cubicBezTo>
                <a:cubicBezTo>
                  <a:pt x="825" y="77"/>
                  <a:pt x="825" y="77"/>
                  <a:pt x="825" y="77"/>
                </a:cubicBezTo>
                <a:cubicBezTo>
                  <a:pt x="832" y="55"/>
                  <a:pt x="832" y="55"/>
                  <a:pt x="832" y="55"/>
                </a:cubicBezTo>
                <a:cubicBezTo>
                  <a:pt x="854" y="92"/>
                  <a:pt x="854" y="92"/>
                  <a:pt x="854" y="92"/>
                </a:cubicBezTo>
                <a:cubicBezTo>
                  <a:pt x="870" y="75"/>
                  <a:pt x="870" y="75"/>
                  <a:pt x="870" y="75"/>
                </a:cubicBezTo>
                <a:cubicBezTo>
                  <a:pt x="887" y="85"/>
                  <a:pt x="887" y="85"/>
                  <a:pt x="887" y="85"/>
                </a:cubicBezTo>
                <a:cubicBezTo>
                  <a:pt x="898" y="68"/>
                  <a:pt x="898" y="68"/>
                  <a:pt x="898" y="68"/>
                </a:cubicBezTo>
                <a:cubicBezTo>
                  <a:pt x="919" y="105"/>
                  <a:pt x="919" y="105"/>
                  <a:pt x="919" y="105"/>
                </a:cubicBezTo>
                <a:cubicBezTo>
                  <a:pt x="932" y="78"/>
                  <a:pt x="932" y="78"/>
                  <a:pt x="932" y="78"/>
                </a:cubicBezTo>
                <a:cubicBezTo>
                  <a:pt x="941" y="100"/>
                  <a:pt x="941" y="100"/>
                  <a:pt x="941" y="100"/>
                </a:cubicBezTo>
                <a:cubicBezTo>
                  <a:pt x="962" y="95"/>
                  <a:pt x="962" y="95"/>
                  <a:pt x="962" y="95"/>
                </a:cubicBezTo>
                <a:cubicBezTo>
                  <a:pt x="975" y="79"/>
                  <a:pt x="975" y="79"/>
                  <a:pt x="975" y="79"/>
                </a:cubicBezTo>
                <a:cubicBezTo>
                  <a:pt x="993" y="106"/>
                  <a:pt x="993" y="106"/>
                  <a:pt x="993" y="106"/>
                </a:cubicBezTo>
                <a:cubicBezTo>
                  <a:pt x="1011" y="71"/>
                  <a:pt x="1011" y="71"/>
                  <a:pt x="1011" y="71"/>
                </a:cubicBezTo>
                <a:cubicBezTo>
                  <a:pt x="1019" y="99"/>
                  <a:pt x="1019" y="99"/>
                  <a:pt x="1019" y="99"/>
                </a:cubicBezTo>
                <a:cubicBezTo>
                  <a:pt x="1036" y="74"/>
                  <a:pt x="1036" y="74"/>
                  <a:pt x="1036" y="74"/>
                </a:cubicBezTo>
                <a:cubicBezTo>
                  <a:pt x="1047" y="90"/>
                  <a:pt x="1047" y="90"/>
                  <a:pt x="1047" y="90"/>
                </a:cubicBezTo>
                <a:cubicBezTo>
                  <a:pt x="1055" y="73"/>
                  <a:pt x="1055" y="73"/>
                  <a:pt x="1055" y="73"/>
                </a:cubicBezTo>
                <a:cubicBezTo>
                  <a:pt x="1066" y="100"/>
                  <a:pt x="1066" y="100"/>
                  <a:pt x="1066" y="100"/>
                </a:cubicBezTo>
                <a:cubicBezTo>
                  <a:pt x="1080" y="96"/>
                  <a:pt x="1080" y="96"/>
                  <a:pt x="1080" y="96"/>
                </a:cubicBezTo>
                <a:cubicBezTo>
                  <a:pt x="1096" y="76"/>
                  <a:pt x="1096" y="76"/>
                  <a:pt x="1096" y="76"/>
                </a:cubicBezTo>
                <a:cubicBezTo>
                  <a:pt x="1117" y="100"/>
                  <a:pt x="1117" y="100"/>
                  <a:pt x="1117" y="100"/>
                </a:cubicBezTo>
                <a:cubicBezTo>
                  <a:pt x="1129" y="83"/>
                  <a:pt x="1129" y="83"/>
                  <a:pt x="1129" y="83"/>
                </a:cubicBezTo>
                <a:cubicBezTo>
                  <a:pt x="1153" y="79"/>
                  <a:pt x="1153" y="79"/>
                  <a:pt x="1153" y="79"/>
                </a:cubicBezTo>
                <a:cubicBezTo>
                  <a:pt x="1165" y="97"/>
                  <a:pt x="1165" y="97"/>
                  <a:pt x="1165" y="97"/>
                </a:cubicBezTo>
                <a:cubicBezTo>
                  <a:pt x="1181" y="98"/>
                  <a:pt x="1181" y="98"/>
                  <a:pt x="1181" y="98"/>
                </a:cubicBezTo>
                <a:cubicBezTo>
                  <a:pt x="1193" y="75"/>
                  <a:pt x="1193" y="75"/>
                  <a:pt x="1193" y="75"/>
                </a:cubicBezTo>
                <a:cubicBezTo>
                  <a:pt x="1207" y="92"/>
                  <a:pt x="1207" y="92"/>
                  <a:pt x="1207" y="92"/>
                </a:cubicBezTo>
                <a:cubicBezTo>
                  <a:pt x="1226" y="100"/>
                  <a:pt x="1226" y="100"/>
                  <a:pt x="1226" y="100"/>
                </a:cubicBezTo>
                <a:cubicBezTo>
                  <a:pt x="1243" y="83"/>
                  <a:pt x="1243" y="83"/>
                  <a:pt x="1243" y="83"/>
                </a:cubicBezTo>
                <a:cubicBezTo>
                  <a:pt x="1267" y="84"/>
                  <a:pt x="1267" y="84"/>
                  <a:pt x="1267" y="84"/>
                </a:cubicBezTo>
                <a:cubicBezTo>
                  <a:pt x="1272" y="101"/>
                  <a:pt x="1272" y="101"/>
                  <a:pt x="1272" y="101"/>
                </a:cubicBezTo>
                <a:cubicBezTo>
                  <a:pt x="1286" y="101"/>
                  <a:pt x="1286" y="101"/>
                  <a:pt x="1286" y="101"/>
                </a:cubicBezTo>
                <a:cubicBezTo>
                  <a:pt x="1300" y="84"/>
                  <a:pt x="1300" y="84"/>
                  <a:pt x="1300" y="84"/>
                </a:cubicBezTo>
                <a:cubicBezTo>
                  <a:pt x="1308" y="103"/>
                  <a:pt x="1308" y="103"/>
                  <a:pt x="1308" y="103"/>
                </a:cubicBezTo>
                <a:cubicBezTo>
                  <a:pt x="1332" y="84"/>
                  <a:pt x="1332" y="84"/>
                  <a:pt x="1332" y="84"/>
                </a:cubicBezTo>
                <a:cubicBezTo>
                  <a:pt x="1344" y="92"/>
                  <a:pt x="1344" y="92"/>
                  <a:pt x="1344" y="92"/>
                </a:cubicBezTo>
                <a:cubicBezTo>
                  <a:pt x="1369" y="92"/>
                  <a:pt x="1369" y="92"/>
                  <a:pt x="1369" y="92"/>
                </a:cubicBezTo>
                <a:cubicBezTo>
                  <a:pt x="1384" y="106"/>
                  <a:pt x="1384" y="106"/>
                  <a:pt x="1384" y="106"/>
                </a:cubicBezTo>
                <a:cubicBezTo>
                  <a:pt x="1395" y="83"/>
                  <a:pt x="1395" y="83"/>
                  <a:pt x="1395" y="83"/>
                </a:cubicBezTo>
                <a:cubicBezTo>
                  <a:pt x="1408" y="106"/>
                  <a:pt x="1408" y="106"/>
                  <a:pt x="1408" y="106"/>
                </a:cubicBezTo>
                <a:cubicBezTo>
                  <a:pt x="1408" y="106"/>
                  <a:pt x="1418" y="93"/>
                  <a:pt x="1419" y="90"/>
                </a:cubicBezTo>
                <a:cubicBezTo>
                  <a:pt x="1420" y="87"/>
                  <a:pt x="1431" y="104"/>
                  <a:pt x="1431" y="104"/>
                </a:cubicBezTo>
                <a:cubicBezTo>
                  <a:pt x="1436" y="88"/>
                  <a:pt x="1436" y="88"/>
                  <a:pt x="1436" y="88"/>
                </a:cubicBezTo>
                <a:cubicBezTo>
                  <a:pt x="1450" y="98"/>
                  <a:pt x="1450" y="98"/>
                  <a:pt x="1450" y="98"/>
                </a:cubicBezTo>
                <a:cubicBezTo>
                  <a:pt x="1466" y="88"/>
                  <a:pt x="1466" y="88"/>
                  <a:pt x="1466" y="88"/>
                </a:cubicBezTo>
                <a:cubicBezTo>
                  <a:pt x="1471" y="94"/>
                  <a:pt x="1471" y="94"/>
                  <a:pt x="1471" y="94"/>
                </a:cubicBezTo>
                <a:cubicBezTo>
                  <a:pt x="1499" y="83"/>
                  <a:pt x="1499" y="83"/>
                  <a:pt x="1499" y="83"/>
                </a:cubicBezTo>
                <a:cubicBezTo>
                  <a:pt x="1518" y="101"/>
                  <a:pt x="1518" y="101"/>
                  <a:pt x="1518" y="101"/>
                </a:cubicBezTo>
                <a:cubicBezTo>
                  <a:pt x="1519" y="78"/>
                  <a:pt x="1519" y="78"/>
                  <a:pt x="1519" y="78"/>
                </a:cubicBezTo>
                <a:cubicBezTo>
                  <a:pt x="1531" y="104"/>
                  <a:pt x="1531" y="104"/>
                  <a:pt x="1531" y="104"/>
                </a:cubicBezTo>
                <a:cubicBezTo>
                  <a:pt x="1544" y="90"/>
                  <a:pt x="1544" y="90"/>
                  <a:pt x="1544" y="90"/>
                </a:cubicBezTo>
                <a:cubicBezTo>
                  <a:pt x="1558" y="98"/>
                  <a:pt x="1558" y="98"/>
                  <a:pt x="1558" y="98"/>
                </a:cubicBezTo>
                <a:cubicBezTo>
                  <a:pt x="1569" y="90"/>
                  <a:pt x="1569" y="90"/>
                  <a:pt x="1569" y="90"/>
                </a:cubicBezTo>
                <a:cubicBezTo>
                  <a:pt x="1599" y="88"/>
                  <a:pt x="1599" y="88"/>
                  <a:pt x="1599" y="88"/>
                </a:cubicBezTo>
                <a:cubicBezTo>
                  <a:pt x="1612" y="104"/>
                  <a:pt x="1612" y="104"/>
                  <a:pt x="1612" y="104"/>
                </a:cubicBezTo>
                <a:cubicBezTo>
                  <a:pt x="1619" y="124"/>
                  <a:pt x="1619" y="124"/>
                  <a:pt x="1619" y="124"/>
                </a:cubicBezTo>
                <a:cubicBezTo>
                  <a:pt x="1625" y="89"/>
                  <a:pt x="1625" y="89"/>
                  <a:pt x="1625" y="89"/>
                </a:cubicBezTo>
                <a:cubicBezTo>
                  <a:pt x="1650" y="107"/>
                  <a:pt x="1650" y="107"/>
                  <a:pt x="1650" y="107"/>
                </a:cubicBezTo>
                <a:cubicBezTo>
                  <a:pt x="1657" y="86"/>
                  <a:pt x="1657" y="86"/>
                  <a:pt x="1657" y="86"/>
                </a:cubicBezTo>
                <a:cubicBezTo>
                  <a:pt x="1660" y="114"/>
                  <a:pt x="1660" y="114"/>
                  <a:pt x="1660" y="114"/>
                </a:cubicBezTo>
                <a:cubicBezTo>
                  <a:pt x="1687" y="110"/>
                  <a:pt x="1687" y="110"/>
                  <a:pt x="1687" y="110"/>
                </a:cubicBezTo>
                <a:cubicBezTo>
                  <a:pt x="1698" y="96"/>
                  <a:pt x="1698" y="96"/>
                  <a:pt x="1698" y="96"/>
                </a:cubicBezTo>
                <a:cubicBezTo>
                  <a:pt x="1734" y="103"/>
                  <a:pt x="1734" y="103"/>
                  <a:pt x="1734" y="103"/>
                </a:cubicBezTo>
                <a:cubicBezTo>
                  <a:pt x="1758" y="94"/>
                  <a:pt x="1758" y="94"/>
                  <a:pt x="1758" y="94"/>
                </a:cubicBezTo>
                <a:cubicBezTo>
                  <a:pt x="1770" y="105"/>
                  <a:pt x="1770" y="105"/>
                  <a:pt x="1770" y="105"/>
                </a:cubicBezTo>
                <a:cubicBezTo>
                  <a:pt x="1844" y="106"/>
                  <a:pt x="1844" y="106"/>
                  <a:pt x="1844" y="106"/>
                </a:cubicBezTo>
                <a:cubicBezTo>
                  <a:pt x="1852" y="94"/>
                  <a:pt x="1852" y="94"/>
                  <a:pt x="1852" y="94"/>
                </a:cubicBezTo>
                <a:cubicBezTo>
                  <a:pt x="1869" y="98"/>
                  <a:pt x="1869" y="98"/>
                  <a:pt x="1869" y="98"/>
                </a:cubicBezTo>
                <a:cubicBezTo>
                  <a:pt x="1888" y="112"/>
                  <a:pt x="1888" y="112"/>
                  <a:pt x="1888" y="112"/>
                </a:cubicBezTo>
                <a:cubicBezTo>
                  <a:pt x="1900" y="106"/>
                  <a:pt x="1900" y="106"/>
                  <a:pt x="1900" y="106"/>
                </a:cubicBezTo>
                <a:cubicBezTo>
                  <a:pt x="1922" y="120"/>
                  <a:pt x="1922" y="120"/>
                  <a:pt x="1922" y="120"/>
                </a:cubicBezTo>
                <a:cubicBezTo>
                  <a:pt x="1948" y="113"/>
                  <a:pt x="1948" y="113"/>
                  <a:pt x="1948" y="113"/>
                </a:cubicBezTo>
                <a:cubicBezTo>
                  <a:pt x="1971" y="116"/>
                  <a:pt x="1971" y="116"/>
                  <a:pt x="1971" y="116"/>
                </a:cubicBezTo>
                <a:cubicBezTo>
                  <a:pt x="1985" y="101"/>
                  <a:pt x="1985" y="101"/>
                  <a:pt x="1985" y="101"/>
                </a:cubicBezTo>
                <a:cubicBezTo>
                  <a:pt x="2017" y="92"/>
                  <a:pt x="2017" y="92"/>
                  <a:pt x="2017" y="92"/>
                </a:cubicBezTo>
                <a:cubicBezTo>
                  <a:pt x="2029" y="122"/>
                  <a:pt x="2029" y="122"/>
                  <a:pt x="2029" y="122"/>
                </a:cubicBezTo>
                <a:cubicBezTo>
                  <a:pt x="2053" y="107"/>
                  <a:pt x="2053" y="107"/>
                  <a:pt x="2053" y="107"/>
                </a:cubicBezTo>
                <a:cubicBezTo>
                  <a:pt x="2078" y="123"/>
                  <a:pt x="2078" y="123"/>
                  <a:pt x="2078" y="123"/>
                </a:cubicBezTo>
                <a:cubicBezTo>
                  <a:pt x="2103" y="114"/>
                  <a:pt x="2103" y="114"/>
                  <a:pt x="2103" y="114"/>
                </a:cubicBezTo>
                <a:cubicBezTo>
                  <a:pt x="2111" y="105"/>
                  <a:pt x="2111" y="105"/>
                  <a:pt x="2111" y="105"/>
                </a:cubicBezTo>
                <a:cubicBezTo>
                  <a:pt x="2178" y="123"/>
                  <a:pt x="2178" y="123"/>
                  <a:pt x="2178" y="123"/>
                </a:cubicBezTo>
                <a:cubicBezTo>
                  <a:pt x="2210" y="105"/>
                  <a:pt x="2210" y="105"/>
                  <a:pt x="2210" y="105"/>
                </a:cubicBezTo>
                <a:cubicBezTo>
                  <a:pt x="2244" y="117"/>
                  <a:pt x="2244" y="117"/>
                  <a:pt x="2244" y="117"/>
                </a:cubicBezTo>
                <a:cubicBezTo>
                  <a:pt x="2267" y="105"/>
                  <a:pt x="2267" y="105"/>
                  <a:pt x="2267" y="105"/>
                </a:cubicBezTo>
                <a:cubicBezTo>
                  <a:pt x="2284" y="121"/>
                  <a:pt x="2284" y="121"/>
                  <a:pt x="2284" y="121"/>
                </a:cubicBezTo>
                <a:cubicBezTo>
                  <a:pt x="2316" y="105"/>
                  <a:pt x="2316" y="105"/>
                  <a:pt x="2316" y="105"/>
                </a:cubicBezTo>
                <a:cubicBezTo>
                  <a:pt x="2335" y="116"/>
                  <a:pt x="2335" y="116"/>
                  <a:pt x="2335" y="116"/>
                </a:cubicBezTo>
                <a:cubicBezTo>
                  <a:pt x="2345" y="112"/>
                  <a:pt x="2345" y="112"/>
                  <a:pt x="2345" y="112"/>
                </a:cubicBezTo>
                <a:cubicBezTo>
                  <a:pt x="2359" y="112"/>
                  <a:pt x="2359" y="112"/>
                  <a:pt x="2359" y="112"/>
                </a:cubicBezTo>
                <a:cubicBezTo>
                  <a:pt x="2371" y="109"/>
                  <a:pt x="2371" y="109"/>
                  <a:pt x="2371" y="109"/>
                </a:cubicBezTo>
                <a:cubicBezTo>
                  <a:pt x="2380" y="120"/>
                  <a:pt x="2380" y="120"/>
                  <a:pt x="2380" y="120"/>
                </a:cubicBezTo>
                <a:cubicBezTo>
                  <a:pt x="2396" y="106"/>
                  <a:pt x="2396" y="106"/>
                  <a:pt x="2396" y="106"/>
                </a:cubicBezTo>
                <a:cubicBezTo>
                  <a:pt x="2413" y="89"/>
                  <a:pt x="2413" y="89"/>
                  <a:pt x="2413" y="89"/>
                </a:cubicBezTo>
                <a:cubicBezTo>
                  <a:pt x="2415" y="106"/>
                  <a:pt x="2415" y="106"/>
                  <a:pt x="2415" y="106"/>
                </a:cubicBezTo>
                <a:cubicBezTo>
                  <a:pt x="2430" y="83"/>
                  <a:pt x="2430" y="83"/>
                  <a:pt x="2430" y="83"/>
                </a:cubicBezTo>
                <a:cubicBezTo>
                  <a:pt x="2451" y="100"/>
                  <a:pt x="2451" y="100"/>
                  <a:pt x="2451" y="100"/>
                </a:cubicBezTo>
                <a:cubicBezTo>
                  <a:pt x="2473" y="114"/>
                  <a:pt x="2473" y="114"/>
                  <a:pt x="2473" y="114"/>
                </a:cubicBezTo>
                <a:cubicBezTo>
                  <a:pt x="2493" y="132"/>
                  <a:pt x="2493" y="132"/>
                  <a:pt x="2493" y="132"/>
                </a:cubicBezTo>
                <a:cubicBezTo>
                  <a:pt x="2532" y="116"/>
                  <a:pt x="2532" y="116"/>
                  <a:pt x="2532" y="116"/>
                </a:cubicBezTo>
                <a:cubicBezTo>
                  <a:pt x="2551" y="129"/>
                  <a:pt x="2551" y="129"/>
                  <a:pt x="2551" y="129"/>
                </a:cubicBezTo>
                <a:cubicBezTo>
                  <a:pt x="2558" y="116"/>
                  <a:pt x="2558" y="116"/>
                  <a:pt x="2558" y="116"/>
                </a:cubicBezTo>
                <a:cubicBezTo>
                  <a:pt x="2585" y="119"/>
                  <a:pt x="2585" y="119"/>
                  <a:pt x="2585" y="119"/>
                </a:cubicBezTo>
                <a:cubicBezTo>
                  <a:pt x="2608" y="113"/>
                  <a:pt x="2608" y="113"/>
                  <a:pt x="2608" y="113"/>
                </a:cubicBezTo>
                <a:cubicBezTo>
                  <a:pt x="2626" y="116"/>
                  <a:pt x="2626" y="116"/>
                  <a:pt x="2626" y="116"/>
                </a:cubicBezTo>
                <a:cubicBezTo>
                  <a:pt x="2637" y="109"/>
                  <a:pt x="2637" y="109"/>
                  <a:pt x="2637" y="109"/>
                </a:cubicBezTo>
                <a:cubicBezTo>
                  <a:pt x="2651" y="125"/>
                  <a:pt x="2651" y="125"/>
                  <a:pt x="2651" y="125"/>
                </a:cubicBezTo>
                <a:cubicBezTo>
                  <a:pt x="2651" y="96"/>
                  <a:pt x="2651" y="96"/>
                  <a:pt x="2651" y="96"/>
                </a:cubicBezTo>
                <a:cubicBezTo>
                  <a:pt x="2663" y="125"/>
                  <a:pt x="2663" y="125"/>
                  <a:pt x="2663" y="125"/>
                </a:cubicBezTo>
                <a:cubicBezTo>
                  <a:pt x="2673" y="108"/>
                  <a:pt x="2673" y="108"/>
                  <a:pt x="2673" y="108"/>
                </a:cubicBezTo>
                <a:cubicBezTo>
                  <a:pt x="2689" y="117"/>
                  <a:pt x="2689" y="117"/>
                  <a:pt x="2689" y="117"/>
                </a:cubicBezTo>
                <a:cubicBezTo>
                  <a:pt x="2698" y="89"/>
                  <a:pt x="2698" y="89"/>
                  <a:pt x="2698" y="89"/>
                </a:cubicBezTo>
                <a:cubicBezTo>
                  <a:pt x="2706" y="112"/>
                  <a:pt x="2706" y="112"/>
                  <a:pt x="2706" y="112"/>
                </a:cubicBezTo>
                <a:cubicBezTo>
                  <a:pt x="2729" y="101"/>
                  <a:pt x="2729" y="101"/>
                  <a:pt x="2729" y="101"/>
                </a:cubicBezTo>
                <a:cubicBezTo>
                  <a:pt x="2745" y="78"/>
                  <a:pt x="2745" y="78"/>
                  <a:pt x="2745" y="78"/>
                </a:cubicBezTo>
                <a:cubicBezTo>
                  <a:pt x="2759" y="100"/>
                  <a:pt x="2759" y="100"/>
                  <a:pt x="2759" y="100"/>
                </a:cubicBezTo>
                <a:cubicBezTo>
                  <a:pt x="2763" y="78"/>
                  <a:pt x="2763" y="78"/>
                  <a:pt x="2763" y="78"/>
                </a:cubicBezTo>
                <a:cubicBezTo>
                  <a:pt x="2779" y="89"/>
                  <a:pt x="2779" y="89"/>
                  <a:pt x="2779" y="89"/>
                </a:cubicBezTo>
                <a:cubicBezTo>
                  <a:pt x="2792" y="68"/>
                  <a:pt x="2792" y="68"/>
                  <a:pt x="2792" y="68"/>
                </a:cubicBezTo>
                <a:cubicBezTo>
                  <a:pt x="2808" y="87"/>
                  <a:pt x="2808" y="87"/>
                  <a:pt x="2808" y="87"/>
                </a:cubicBezTo>
                <a:cubicBezTo>
                  <a:pt x="2833" y="66"/>
                  <a:pt x="2833" y="66"/>
                  <a:pt x="2833" y="66"/>
                </a:cubicBezTo>
                <a:cubicBezTo>
                  <a:pt x="2851" y="79"/>
                  <a:pt x="2851" y="79"/>
                  <a:pt x="2851" y="79"/>
                </a:cubicBezTo>
                <a:cubicBezTo>
                  <a:pt x="2851" y="79"/>
                  <a:pt x="2861" y="69"/>
                  <a:pt x="2864" y="70"/>
                </a:cubicBezTo>
                <a:cubicBezTo>
                  <a:pt x="2867" y="71"/>
                  <a:pt x="2884" y="90"/>
                  <a:pt x="2884" y="90"/>
                </a:cubicBezTo>
                <a:cubicBezTo>
                  <a:pt x="2896" y="56"/>
                  <a:pt x="2896" y="56"/>
                  <a:pt x="2896" y="56"/>
                </a:cubicBezTo>
                <a:cubicBezTo>
                  <a:pt x="2907" y="74"/>
                  <a:pt x="2907" y="74"/>
                  <a:pt x="2907" y="74"/>
                </a:cubicBezTo>
                <a:cubicBezTo>
                  <a:pt x="2917" y="65"/>
                  <a:pt x="2917" y="65"/>
                  <a:pt x="2917" y="65"/>
                </a:cubicBezTo>
                <a:cubicBezTo>
                  <a:pt x="2933" y="96"/>
                  <a:pt x="2933" y="96"/>
                  <a:pt x="2933" y="96"/>
                </a:cubicBezTo>
                <a:cubicBezTo>
                  <a:pt x="2948" y="102"/>
                  <a:pt x="2948" y="102"/>
                  <a:pt x="2948" y="102"/>
                </a:cubicBezTo>
                <a:cubicBezTo>
                  <a:pt x="2966" y="109"/>
                  <a:pt x="2966" y="109"/>
                  <a:pt x="2966" y="109"/>
                </a:cubicBezTo>
                <a:cubicBezTo>
                  <a:pt x="2994" y="83"/>
                  <a:pt x="2994" y="83"/>
                  <a:pt x="2994" y="83"/>
                </a:cubicBezTo>
                <a:cubicBezTo>
                  <a:pt x="2994" y="35"/>
                  <a:pt x="2994" y="35"/>
                  <a:pt x="2994" y="35"/>
                </a:cubicBezTo>
                <a:cubicBezTo>
                  <a:pt x="3002" y="71"/>
                  <a:pt x="3002" y="71"/>
                  <a:pt x="3002" y="71"/>
                </a:cubicBezTo>
                <a:cubicBezTo>
                  <a:pt x="3014" y="33"/>
                  <a:pt x="3014" y="33"/>
                  <a:pt x="3014" y="33"/>
                </a:cubicBezTo>
                <a:cubicBezTo>
                  <a:pt x="3029" y="62"/>
                  <a:pt x="3029" y="62"/>
                  <a:pt x="3029" y="62"/>
                </a:cubicBezTo>
                <a:cubicBezTo>
                  <a:pt x="3052" y="36"/>
                  <a:pt x="3052" y="36"/>
                  <a:pt x="3052" y="36"/>
                </a:cubicBezTo>
                <a:cubicBezTo>
                  <a:pt x="3062" y="68"/>
                  <a:pt x="3062" y="68"/>
                  <a:pt x="3062" y="68"/>
                </a:cubicBezTo>
                <a:cubicBezTo>
                  <a:pt x="3071" y="85"/>
                  <a:pt x="3071" y="85"/>
                  <a:pt x="3071" y="85"/>
                </a:cubicBezTo>
                <a:cubicBezTo>
                  <a:pt x="3084" y="97"/>
                  <a:pt x="3084" y="97"/>
                  <a:pt x="3084" y="97"/>
                </a:cubicBezTo>
                <a:cubicBezTo>
                  <a:pt x="3084" y="97"/>
                  <a:pt x="3086" y="118"/>
                  <a:pt x="3087" y="115"/>
                </a:cubicBezTo>
                <a:cubicBezTo>
                  <a:pt x="3088" y="112"/>
                  <a:pt x="3093" y="69"/>
                  <a:pt x="3093" y="69"/>
                </a:cubicBezTo>
                <a:cubicBezTo>
                  <a:pt x="3102" y="100"/>
                  <a:pt x="3102" y="100"/>
                  <a:pt x="3102" y="100"/>
                </a:cubicBezTo>
                <a:cubicBezTo>
                  <a:pt x="3102" y="100"/>
                  <a:pt x="3103" y="75"/>
                  <a:pt x="3106" y="76"/>
                </a:cubicBezTo>
                <a:cubicBezTo>
                  <a:pt x="3109" y="77"/>
                  <a:pt x="3119" y="110"/>
                  <a:pt x="3119" y="110"/>
                </a:cubicBezTo>
                <a:cubicBezTo>
                  <a:pt x="3138" y="86"/>
                  <a:pt x="3138" y="86"/>
                  <a:pt x="3138" y="86"/>
                </a:cubicBezTo>
                <a:cubicBezTo>
                  <a:pt x="3142" y="112"/>
                  <a:pt x="3142" y="112"/>
                  <a:pt x="3142" y="112"/>
                </a:cubicBezTo>
                <a:cubicBezTo>
                  <a:pt x="3158" y="96"/>
                  <a:pt x="3158" y="96"/>
                  <a:pt x="3158" y="96"/>
                </a:cubicBezTo>
                <a:cubicBezTo>
                  <a:pt x="3166" y="116"/>
                  <a:pt x="3166" y="116"/>
                  <a:pt x="3166" y="116"/>
                </a:cubicBezTo>
                <a:cubicBezTo>
                  <a:pt x="3171" y="91"/>
                  <a:pt x="3171" y="91"/>
                  <a:pt x="3171" y="91"/>
                </a:cubicBezTo>
                <a:cubicBezTo>
                  <a:pt x="3186" y="122"/>
                  <a:pt x="3186" y="122"/>
                  <a:pt x="3186" y="122"/>
                </a:cubicBezTo>
                <a:cubicBezTo>
                  <a:pt x="3203" y="105"/>
                  <a:pt x="3203" y="105"/>
                  <a:pt x="3203" y="105"/>
                </a:cubicBezTo>
                <a:cubicBezTo>
                  <a:pt x="3222" y="127"/>
                  <a:pt x="3222" y="127"/>
                  <a:pt x="3222" y="127"/>
                </a:cubicBezTo>
                <a:cubicBezTo>
                  <a:pt x="3243" y="112"/>
                  <a:pt x="3243" y="112"/>
                  <a:pt x="3243" y="112"/>
                </a:cubicBezTo>
                <a:cubicBezTo>
                  <a:pt x="3253" y="128"/>
                  <a:pt x="3253" y="128"/>
                  <a:pt x="3253" y="128"/>
                </a:cubicBezTo>
                <a:cubicBezTo>
                  <a:pt x="3253" y="128"/>
                  <a:pt x="3275" y="98"/>
                  <a:pt x="3275" y="103"/>
                </a:cubicBezTo>
                <a:cubicBezTo>
                  <a:pt x="3275" y="108"/>
                  <a:pt x="3293" y="129"/>
                  <a:pt x="3293" y="129"/>
                </a:cubicBezTo>
                <a:cubicBezTo>
                  <a:pt x="3307" y="114"/>
                  <a:pt x="3307" y="114"/>
                  <a:pt x="3307" y="114"/>
                </a:cubicBezTo>
                <a:cubicBezTo>
                  <a:pt x="3322" y="127"/>
                  <a:pt x="3322" y="127"/>
                  <a:pt x="3322" y="127"/>
                </a:cubicBezTo>
                <a:cubicBezTo>
                  <a:pt x="3343" y="132"/>
                  <a:pt x="3343" y="132"/>
                  <a:pt x="3343" y="132"/>
                </a:cubicBezTo>
                <a:cubicBezTo>
                  <a:pt x="3353" y="115"/>
                  <a:pt x="3353" y="115"/>
                  <a:pt x="3353" y="115"/>
                </a:cubicBezTo>
                <a:cubicBezTo>
                  <a:pt x="3369" y="130"/>
                  <a:pt x="3369" y="130"/>
                  <a:pt x="3369" y="130"/>
                </a:cubicBezTo>
                <a:cubicBezTo>
                  <a:pt x="3394" y="115"/>
                  <a:pt x="3394" y="115"/>
                  <a:pt x="3394" y="115"/>
                </a:cubicBezTo>
                <a:cubicBezTo>
                  <a:pt x="3412" y="125"/>
                  <a:pt x="3412" y="125"/>
                  <a:pt x="3412" y="125"/>
                </a:cubicBezTo>
                <a:cubicBezTo>
                  <a:pt x="3444" y="120"/>
                  <a:pt x="3444" y="120"/>
                  <a:pt x="3444" y="120"/>
                </a:cubicBezTo>
                <a:cubicBezTo>
                  <a:pt x="3452" y="133"/>
                  <a:pt x="3452" y="133"/>
                  <a:pt x="3452" y="133"/>
                </a:cubicBezTo>
                <a:cubicBezTo>
                  <a:pt x="3457" y="118"/>
                  <a:pt x="3457" y="118"/>
                  <a:pt x="3457" y="118"/>
                </a:cubicBezTo>
                <a:cubicBezTo>
                  <a:pt x="3471" y="130"/>
                  <a:pt x="3471" y="130"/>
                  <a:pt x="3471" y="130"/>
                </a:cubicBezTo>
                <a:cubicBezTo>
                  <a:pt x="3480" y="107"/>
                  <a:pt x="3480" y="107"/>
                  <a:pt x="3480" y="107"/>
                </a:cubicBezTo>
                <a:cubicBezTo>
                  <a:pt x="3497" y="123"/>
                  <a:pt x="3497" y="123"/>
                  <a:pt x="3497" y="123"/>
                </a:cubicBezTo>
                <a:cubicBezTo>
                  <a:pt x="3516" y="119"/>
                  <a:pt x="3516" y="119"/>
                  <a:pt x="3516" y="119"/>
                </a:cubicBezTo>
                <a:cubicBezTo>
                  <a:pt x="3533" y="106"/>
                  <a:pt x="3533" y="106"/>
                  <a:pt x="3533" y="106"/>
                </a:cubicBezTo>
                <a:cubicBezTo>
                  <a:pt x="3559" y="120"/>
                  <a:pt x="3559" y="120"/>
                  <a:pt x="3559" y="120"/>
                </a:cubicBezTo>
                <a:cubicBezTo>
                  <a:pt x="3585" y="105"/>
                  <a:pt x="3585" y="105"/>
                  <a:pt x="3585" y="105"/>
                </a:cubicBezTo>
                <a:cubicBezTo>
                  <a:pt x="3611" y="139"/>
                  <a:pt x="3611" y="139"/>
                  <a:pt x="3611" y="139"/>
                </a:cubicBezTo>
                <a:cubicBezTo>
                  <a:pt x="3626" y="104"/>
                  <a:pt x="3626" y="104"/>
                  <a:pt x="3626" y="104"/>
                </a:cubicBezTo>
                <a:cubicBezTo>
                  <a:pt x="3642" y="124"/>
                  <a:pt x="3642" y="124"/>
                  <a:pt x="3642" y="124"/>
                </a:cubicBezTo>
                <a:cubicBezTo>
                  <a:pt x="3650" y="108"/>
                  <a:pt x="3650" y="108"/>
                  <a:pt x="3650" y="108"/>
                </a:cubicBezTo>
                <a:cubicBezTo>
                  <a:pt x="3659" y="114"/>
                  <a:pt x="3659" y="114"/>
                  <a:pt x="3659" y="114"/>
                </a:cubicBezTo>
                <a:cubicBezTo>
                  <a:pt x="3665" y="105"/>
                  <a:pt x="3665" y="105"/>
                  <a:pt x="3665" y="105"/>
                </a:cubicBezTo>
                <a:cubicBezTo>
                  <a:pt x="3686" y="115"/>
                  <a:pt x="3686" y="115"/>
                  <a:pt x="3686" y="115"/>
                </a:cubicBezTo>
                <a:cubicBezTo>
                  <a:pt x="3705" y="101"/>
                  <a:pt x="3705" y="101"/>
                  <a:pt x="3705" y="101"/>
                </a:cubicBezTo>
                <a:cubicBezTo>
                  <a:pt x="3721" y="101"/>
                  <a:pt x="3721" y="101"/>
                  <a:pt x="3721" y="101"/>
                </a:cubicBezTo>
                <a:cubicBezTo>
                  <a:pt x="3726" y="116"/>
                  <a:pt x="3726" y="116"/>
                  <a:pt x="3726" y="116"/>
                </a:cubicBezTo>
                <a:cubicBezTo>
                  <a:pt x="3732" y="134"/>
                  <a:pt x="3732" y="134"/>
                  <a:pt x="3732" y="134"/>
                </a:cubicBezTo>
                <a:cubicBezTo>
                  <a:pt x="3746" y="98"/>
                  <a:pt x="3746" y="98"/>
                  <a:pt x="3746" y="98"/>
                </a:cubicBezTo>
                <a:cubicBezTo>
                  <a:pt x="3755" y="112"/>
                  <a:pt x="3755" y="112"/>
                  <a:pt x="3755" y="112"/>
                </a:cubicBezTo>
                <a:cubicBezTo>
                  <a:pt x="3771" y="77"/>
                  <a:pt x="3771" y="77"/>
                  <a:pt x="3771" y="77"/>
                </a:cubicBezTo>
                <a:cubicBezTo>
                  <a:pt x="3777" y="100"/>
                  <a:pt x="3777" y="100"/>
                  <a:pt x="3777" y="100"/>
                </a:cubicBezTo>
                <a:cubicBezTo>
                  <a:pt x="3791" y="99"/>
                  <a:pt x="3791" y="99"/>
                  <a:pt x="3791" y="99"/>
                </a:cubicBezTo>
                <a:cubicBezTo>
                  <a:pt x="3798" y="123"/>
                  <a:pt x="3798" y="123"/>
                  <a:pt x="3798" y="123"/>
                </a:cubicBezTo>
                <a:cubicBezTo>
                  <a:pt x="3811" y="116"/>
                  <a:pt x="3811" y="116"/>
                  <a:pt x="3811" y="116"/>
                </a:cubicBezTo>
                <a:cubicBezTo>
                  <a:pt x="3819" y="132"/>
                  <a:pt x="3819" y="132"/>
                  <a:pt x="3819" y="132"/>
                </a:cubicBezTo>
                <a:cubicBezTo>
                  <a:pt x="3830" y="96"/>
                  <a:pt x="3830" y="96"/>
                  <a:pt x="3830" y="96"/>
                </a:cubicBezTo>
                <a:cubicBezTo>
                  <a:pt x="3839" y="53"/>
                  <a:pt x="3839" y="53"/>
                  <a:pt x="3839" y="53"/>
                </a:cubicBezTo>
                <a:cubicBezTo>
                  <a:pt x="3845" y="129"/>
                  <a:pt x="3845" y="129"/>
                  <a:pt x="3845" y="129"/>
                </a:cubicBezTo>
                <a:cubicBezTo>
                  <a:pt x="3857" y="102"/>
                  <a:pt x="3857" y="102"/>
                  <a:pt x="3857" y="102"/>
                </a:cubicBezTo>
                <a:cubicBezTo>
                  <a:pt x="3865" y="76"/>
                  <a:pt x="3865" y="76"/>
                  <a:pt x="3865" y="76"/>
                </a:cubicBezTo>
                <a:cubicBezTo>
                  <a:pt x="3875" y="54"/>
                  <a:pt x="3875" y="54"/>
                  <a:pt x="3875" y="54"/>
                </a:cubicBezTo>
                <a:cubicBezTo>
                  <a:pt x="3887" y="105"/>
                  <a:pt x="3887" y="105"/>
                  <a:pt x="3887" y="105"/>
                </a:cubicBezTo>
                <a:cubicBezTo>
                  <a:pt x="3898" y="103"/>
                  <a:pt x="3898" y="103"/>
                  <a:pt x="3898" y="103"/>
                </a:cubicBezTo>
                <a:cubicBezTo>
                  <a:pt x="3899" y="118"/>
                  <a:pt x="3899" y="118"/>
                  <a:pt x="3899" y="118"/>
                </a:cubicBezTo>
                <a:cubicBezTo>
                  <a:pt x="3904" y="192"/>
                  <a:pt x="3904" y="192"/>
                  <a:pt x="3904" y="192"/>
                </a:cubicBezTo>
                <a:cubicBezTo>
                  <a:pt x="3920" y="141"/>
                  <a:pt x="3920" y="141"/>
                  <a:pt x="3920" y="141"/>
                </a:cubicBezTo>
                <a:cubicBezTo>
                  <a:pt x="3924" y="172"/>
                  <a:pt x="3924" y="172"/>
                  <a:pt x="3924" y="172"/>
                </a:cubicBezTo>
                <a:cubicBezTo>
                  <a:pt x="3933" y="184"/>
                  <a:pt x="3933" y="184"/>
                  <a:pt x="3933" y="184"/>
                </a:cubicBezTo>
                <a:cubicBezTo>
                  <a:pt x="3937" y="96"/>
                  <a:pt x="3937" y="96"/>
                  <a:pt x="3937" y="96"/>
                </a:cubicBezTo>
                <a:cubicBezTo>
                  <a:pt x="3946" y="68"/>
                  <a:pt x="3946" y="68"/>
                  <a:pt x="3946" y="68"/>
                </a:cubicBezTo>
                <a:cubicBezTo>
                  <a:pt x="3953" y="101"/>
                  <a:pt x="3953" y="101"/>
                  <a:pt x="3953" y="101"/>
                </a:cubicBezTo>
                <a:cubicBezTo>
                  <a:pt x="3961" y="148"/>
                  <a:pt x="3961" y="148"/>
                  <a:pt x="3961" y="148"/>
                </a:cubicBezTo>
              </a:path>
            </a:pathLst>
          </a:custGeom>
          <a:noFill/>
          <a:ln w="19050" cap="rnd">
            <a:solidFill>
              <a:schemeClr val="accent4"/>
            </a:solidFill>
            <a:prstDash val="solid"/>
            <a:bevel/>
            <a:headEnd/>
            <a:tailEnd/>
          </a:ln>
          <a:extLst>
            <a:ext uri="{909E8E84-426E-40DD-AFC4-6F175D3DCCD1}">
              <a14:hiddenFill xmlns:a14="http://schemas.microsoft.com/office/drawing/2010/main">
                <a:solidFill>
                  <a:srgbClr val="FFFFFF"/>
                </a:solidFill>
              </a14:hiddenFill>
            </a:ext>
          </a:extLst>
        </p:spPr>
        <p:txBody>
          <a:bodyPr vert="horz" wrap="none" lIns="0" tIns="0" rIns="0" bIns="0" numCol="1" anchor="t" anchorCtr="0" compatLnSpc="1">
            <a:prstTxWarp prst="textNoShape">
              <a:avLst/>
            </a:prstTxWarp>
            <a:noAutofit/>
          </a:bodyPr>
          <a:lstStyle/>
          <a:p>
            <a:endParaRPr lang="en-GB" sz="900"/>
          </a:p>
        </p:txBody>
      </p:sp>
      <p:grpSp>
        <p:nvGrpSpPr>
          <p:cNvPr id="17" name="Group 16"/>
          <p:cNvGrpSpPr/>
          <p:nvPr>
            <p:custDataLst>
              <p:tags r:id="rId7"/>
            </p:custDataLst>
          </p:nvPr>
        </p:nvGrpSpPr>
        <p:grpSpPr>
          <a:xfrm>
            <a:off x="5666140" y="4081044"/>
            <a:ext cx="2384312" cy="1442549"/>
            <a:chOff x="10150475" y="1300815"/>
            <a:chExt cx="3210871" cy="1942631"/>
          </a:xfrm>
        </p:grpSpPr>
        <p:sp>
          <p:nvSpPr>
            <p:cNvPr id="70" name="Freeform 7"/>
            <p:cNvSpPr>
              <a:spLocks/>
            </p:cNvSpPr>
            <p:nvPr/>
          </p:nvSpPr>
          <p:spPr bwMode="auto">
            <a:xfrm>
              <a:off x="10150475" y="1300815"/>
              <a:ext cx="3210871" cy="1942631"/>
            </a:xfrm>
            <a:prstGeom prst="rect">
              <a:avLst/>
            </a:prstGeom>
            <a:solidFill>
              <a:schemeClr val="bg1"/>
            </a:solidFill>
            <a:ln w="19050" cap="rnd">
              <a:noFill/>
              <a:prstDash val="solid"/>
              <a:bevel/>
              <a:headEnd/>
              <a:tailEnd/>
            </a:ln>
          </p:spPr>
          <p:txBody>
            <a:bodyPr vert="horz" wrap="none" lIns="0" tIns="0" rIns="0" bIns="0" numCol="1" anchor="t" anchorCtr="0" compatLnSpc="1">
              <a:prstTxWarp prst="textNoShape">
                <a:avLst/>
              </a:prstTxWarp>
              <a:noAutofit/>
            </a:bodyPr>
            <a:lstStyle/>
            <a:p>
              <a:endParaRPr lang="en-GB" sz="900"/>
            </a:p>
          </p:txBody>
        </p:sp>
        <p:sp>
          <p:nvSpPr>
            <p:cNvPr id="16" name="Freeform 7"/>
            <p:cNvSpPr>
              <a:spLocks/>
            </p:cNvSpPr>
            <p:nvPr/>
          </p:nvSpPr>
          <p:spPr bwMode="auto">
            <a:xfrm>
              <a:off x="10160000" y="1519238"/>
              <a:ext cx="3162300" cy="1600200"/>
            </a:xfrm>
            <a:custGeom>
              <a:avLst/>
              <a:gdLst>
                <a:gd name="T0" fmla="*/ 38 w 3961"/>
                <a:gd name="T1" fmla="*/ 1898 h 2006"/>
                <a:gd name="T2" fmla="*/ 104 w 3961"/>
                <a:gd name="T3" fmla="*/ 1900 h 2006"/>
                <a:gd name="T4" fmla="*/ 172 w 3961"/>
                <a:gd name="T5" fmla="*/ 1874 h 2006"/>
                <a:gd name="T6" fmla="*/ 209 w 3961"/>
                <a:gd name="T7" fmla="*/ 1907 h 2006"/>
                <a:gd name="T8" fmla="*/ 288 w 3961"/>
                <a:gd name="T9" fmla="*/ 1855 h 2006"/>
                <a:gd name="T10" fmla="*/ 358 w 3961"/>
                <a:gd name="T11" fmla="*/ 1883 h 2006"/>
                <a:gd name="T12" fmla="*/ 420 w 3961"/>
                <a:gd name="T13" fmla="*/ 1887 h 2006"/>
                <a:gd name="T14" fmla="*/ 496 w 3961"/>
                <a:gd name="T15" fmla="*/ 1875 h 2006"/>
                <a:gd name="T16" fmla="*/ 605 w 3961"/>
                <a:gd name="T17" fmla="*/ 1883 h 2006"/>
                <a:gd name="T18" fmla="*/ 664 w 3961"/>
                <a:gd name="T19" fmla="*/ 1927 h 2006"/>
                <a:gd name="T20" fmla="*/ 736 w 3961"/>
                <a:gd name="T21" fmla="*/ 1871 h 2006"/>
                <a:gd name="T22" fmla="*/ 789 w 3961"/>
                <a:gd name="T23" fmla="*/ 1906 h 2006"/>
                <a:gd name="T24" fmla="*/ 832 w 3961"/>
                <a:gd name="T25" fmla="*/ 1869 h 2006"/>
                <a:gd name="T26" fmla="*/ 919 w 3961"/>
                <a:gd name="T27" fmla="*/ 1919 h 2006"/>
                <a:gd name="T28" fmla="*/ 993 w 3961"/>
                <a:gd name="T29" fmla="*/ 1920 h 2006"/>
                <a:gd name="T30" fmla="*/ 1055 w 3961"/>
                <a:gd name="T31" fmla="*/ 1887 h 2006"/>
                <a:gd name="T32" fmla="*/ 1129 w 3961"/>
                <a:gd name="T33" fmla="*/ 1897 h 2006"/>
                <a:gd name="T34" fmla="*/ 1207 w 3961"/>
                <a:gd name="T35" fmla="*/ 1906 h 2006"/>
                <a:gd name="T36" fmla="*/ 1286 w 3961"/>
                <a:gd name="T37" fmla="*/ 1915 h 2006"/>
                <a:gd name="T38" fmla="*/ 1369 w 3961"/>
                <a:gd name="T39" fmla="*/ 1906 h 2006"/>
                <a:gd name="T40" fmla="*/ 1431 w 3961"/>
                <a:gd name="T41" fmla="*/ 1918 h 2006"/>
                <a:gd name="T42" fmla="*/ 1499 w 3961"/>
                <a:gd name="T43" fmla="*/ 1897 h 2006"/>
                <a:gd name="T44" fmla="*/ 1558 w 3961"/>
                <a:gd name="T45" fmla="*/ 1912 h 2006"/>
                <a:gd name="T46" fmla="*/ 1625 w 3961"/>
                <a:gd name="T47" fmla="*/ 1903 h 2006"/>
                <a:gd name="T48" fmla="*/ 1698 w 3961"/>
                <a:gd name="T49" fmla="*/ 1910 h 2006"/>
                <a:gd name="T50" fmla="*/ 1852 w 3961"/>
                <a:gd name="T51" fmla="*/ 1908 h 2006"/>
                <a:gd name="T52" fmla="*/ 1948 w 3961"/>
                <a:gd name="T53" fmla="*/ 1927 h 2006"/>
                <a:gd name="T54" fmla="*/ 2053 w 3961"/>
                <a:gd name="T55" fmla="*/ 1921 h 2006"/>
                <a:gd name="T56" fmla="*/ 2182 w 3961"/>
                <a:gd name="T57" fmla="*/ 1907 h 2006"/>
                <a:gd name="T58" fmla="*/ 2274 w 3961"/>
                <a:gd name="T59" fmla="*/ 1725 h 2006"/>
                <a:gd name="T60" fmla="*/ 2299 w 3961"/>
                <a:gd name="T61" fmla="*/ 978 h 2006"/>
                <a:gd name="T62" fmla="*/ 2325 w 3961"/>
                <a:gd name="T63" fmla="*/ 211 h 2006"/>
                <a:gd name="T64" fmla="*/ 2353 w 3961"/>
                <a:gd name="T65" fmla="*/ 341 h 2006"/>
                <a:gd name="T66" fmla="*/ 2378 w 3961"/>
                <a:gd name="T67" fmla="*/ 1075 h 2006"/>
                <a:gd name="T68" fmla="*/ 2407 w 3961"/>
                <a:gd name="T69" fmla="*/ 401 h 2006"/>
                <a:gd name="T70" fmla="*/ 2447 w 3961"/>
                <a:gd name="T71" fmla="*/ 1141 h 2006"/>
                <a:gd name="T72" fmla="*/ 2469 w 3961"/>
                <a:gd name="T73" fmla="*/ 1667 h 2006"/>
                <a:gd name="T74" fmla="*/ 2532 w 3961"/>
                <a:gd name="T75" fmla="*/ 1930 h 2006"/>
                <a:gd name="T76" fmla="*/ 2626 w 3961"/>
                <a:gd name="T77" fmla="*/ 1930 h 2006"/>
                <a:gd name="T78" fmla="*/ 2673 w 3961"/>
                <a:gd name="T79" fmla="*/ 1922 h 2006"/>
                <a:gd name="T80" fmla="*/ 2745 w 3961"/>
                <a:gd name="T81" fmla="*/ 1892 h 2006"/>
                <a:gd name="T82" fmla="*/ 2808 w 3961"/>
                <a:gd name="T83" fmla="*/ 1901 h 2006"/>
                <a:gd name="T84" fmla="*/ 2896 w 3961"/>
                <a:gd name="T85" fmla="*/ 1870 h 2006"/>
                <a:gd name="T86" fmla="*/ 2966 w 3961"/>
                <a:gd name="T87" fmla="*/ 1923 h 2006"/>
                <a:gd name="T88" fmla="*/ 3029 w 3961"/>
                <a:gd name="T89" fmla="*/ 1876 h 2006"/>
                <a:gd name="T90" fmla="*/ 3087 w 3961"/>
                <a:gd name="T91" fmla="*/ 1929 h 2006"/>
                <a:gd name="T92" fmla="*/ 3138 w 3961"/>
                <a:gd name="T93" fmla="*/ 1900 h 2006"/>
                <a:gd name="T94" fmla="*/ 3186 w 3961"/>
                <a:gd name="T95" fmla="*/ 1936 h 2006"/>
                <a:gd name="T96" fmla="*/ 3275 w 3961"/>
                <a:gd name="T97" fmla="*/ 1917 h 2006"/>
                <a:gd name="T98" fmla="*/ 3353 w 3961"/>
                <a:gd name="T99" fmla="*/ 1929 h 2006"/>
                <a:gd name="T100" fmla="*/ 3452 w 3961"/>
                <a:gd name="T101" fmla="*/ 1947 h 2006"/>
                <a:gd name="T102" fmla="*/ 3516 w 3961"/>
                <a:gd name="T103" fmla="*/ 1933 h 2006"/>
                <a:gd name="T104" fmla="*/ 3626 w 3961"/>
                <a:gd name="T105" fmla="*/ 1918 h 2006"/>
                <a:gd name="T106" fmla="*/ 3686 w 3961"/>
                <a:gd name="T107" fmla="*/ 1929 h 2006"/>
                <a:gd name="T108" fmla="*/ 3746 w 3961"/>
                <a:gd name="T109" fmla="*/ 1912 h 2006"/>
                <a:gd name="T110" fmla="*/ 3798 w 3961"/>
                <a:gd name="T111" fmla="*/ 1937 h 2006"/>
                <a:gd name="T112" fmla="*/ 3845 w 3961"/>
                <a:gd name="T113" fmla="*/ 1943 h 2006"/>
                <a:gd name="T114" fmla="*/ 3898 w 3961"/>
                <a:gd name="T115" fmla="*/ 1917 h 2006"/>
                <a:gd name="T116" fmla="*/ 3933 w 3961"/>
                <a:gd name="T117" fmla="*/ 1998 h 20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961" h="2006">
                  <a:moveTo>
                    <a:pt x="0" y="1860"/>
                  </a:moveTo>
                  <a:cubicBezTo>
                    <a:pt x="17" y="1864"/>
                    <a:pt x="17" y="1864"/>
                    <a:pt x="17" y="1864"/>
                  </a:cubicBezTo>
                  <a:cubicBezTo>
                    <a:pt x="20" y="1881"/>
                    <a:pt x="20" y="1881"/>
                    <a:pt x="20" y="1881"/>
                  </a:cubicBezTo>
                  <a:cubicBezTo>
                    <a:pt x="37" y="1879"/>
                    <a:pt x="37" y="1879"/>
                    <a:pt x="37" y="1879"/>
                  </a:cubicBezTo>
                  <a:cubicBezTo>
                    <a:pt x="38" y="1898"/>
                    <a:pt x="38" y="1898"/>
                    <a:pt x="38" y="1898"/>
                  </a:cubicBezTo>
                  <a:cubicBezTo>
                    <a:pt x="56" y="1893"/>
                    <a:pt x="56" y="1893"/>
                    <a:pt x="56" y="1893"/>
                  </a:cubicBezTo>
                  <a:cubicBezTo>
                    <a:pt x="64" y="1899"/>
                    <a:pt x="64" y="1899"/>
                    <a:pt x="64" y="1899"/>
                  </a:cubicBezTo>
                  <a:cubicBezTo>
                    <a:pt x="71" y="1877"/>
                    <a:pt x="71" y="1877"/>
                    <a:pt x="71" y="1877"/>
                  </a:cubicBezTo>
                  <a:cubicBezTo>
                    <a:pt x="97" y="1877"/>
                    <a:pt x="97" y="1877"/>
                    <a:pt x="97" y="1877"/>
                  </a:cubicBezTo>
                  <a:cubicBezTo>
                    <a:pt x="104" y="1900"/>
                    <a:pt x="104" y="1900"/>
                    <a:pt x="104" y="1900"/>
                  </a:cubicBezTo>
                  <a:cubicBezTo>
                    <a:pt x="115" y="1888"/>
                    <a:pt x="115" y="1888"/>
                    <a:pt x="115" y="1888"/>
                  </a:cubicBezTo>
                  <a:cubicBezTo>
                    <a:pt x="130" y="1912"/>
                    <a:pt x="130" y="1912"/>
                    <a:pt x="130" y="1912"/>
                  </a:cubicBezTo>
                  <a:cubicBezTo>
                    <a:pt x="137" y="1918"/>
                    <a:pt x="137" y="1918"/>
                    <a:pt x="137" y="1918"/>
                  </a:cubicBezTo>
                  <a:cubicBezTo>
                    <a:pt x="148" y="1904"/>
                    <a:pt x="148" y="1904"/>
                    <a:pt x="148" y="1904"/>
                  </a:cubicBezTo>
                  <a:cubicBezTo>
                    <a:pt x="172" y="1874"/>
                    <a:pt x="172" y="1874"/>
                    <a:pt x="172" y="1874"/>
                  </a:cubicBezTo>
                  <a:cubicBezTo>
                    <a:pt x="180" y="1904"/>
                    <a:pt x="180" y="1904"/>
                    <a:pt x="180" y="1904"/>
                  </a:cubicBezTo>
                  <a:cubicBezTo>
                    <a:pt x="193" y="1905"/>
                    <a:pt x="193" y="1905"/>
                    <a:pt x="193" y="1905"/>
                  </a:cubicBezTo>
                  <a:cubicBezTo>
                    <a:pt x="196" y="1916"/>
                    <a:pt x="196" y="1916"/>
                    <a:pt x="196" y="1916"/>
                  </a:cubicBezTo>
                  <a:cubicBezTo>
                    <a:pt x="205" y="1938"/>
                    <a:pt x="205" y="1938"/>
                    <a:pt x="205" y="1938"/>
                  </a:cubicBezTo>
                  <a:cubicBezTo>
                    <a:pt x="209" y="1907"/>
                    <a:pt x="209" y="1907"/>
                    <a:pt x="209" y="1907"/>
                  </a:cubicBezTo>
                  <a:cubicBezTo>
                    <a:pt x="235" y="1888"/>
                    <a:pt x="235" y="1888"/>
                    <a:pt x="235" y="1888"/>
                  </a:cubicBezTo>
                  <a:cubicBezTo>
                    <a:pt x="247" y="1870"/>
                    <a:pt x="247" y="1870"/>
                    <a:pt x="247" y="1870"/>
                  </a:cubicBezTo>
                  <a:cubicBezTo>
                    <a:pt x="269" y="1927"/>
                    <a:pt x="269" y="1927"/>
                    <a:pt x="269" y="1927"/>
                  </a:cubicBezTo>
                  <a:cubicBezTo>
                    <a:pt x="279" y="1894"/>
                    <a:pt x="279" y="1894"/>
                    <a:pt x="279" y="1894"/>
                  </a:cubicBezTo>
                  <a:cubicBezTo>
                    <a:pt x="288" y="1855"/>
                    <a:pt x="288" y="1855"/>
                    <a:pt x="288" y="1855"/>
                  </a:cubicBezTo>
                  <a:cubicBezTo>
                    <a:pt x="301" y="1889"/>
                    <a:pt x="301" y="1889"/>
                    <a:pt x="301" y="1889"/>
                  </a:cubicBezTo>
                  <a:cubicBezTo>
                    <a:pt x="318" y="1900"/>
                    <a:pt x="318" y="1900"/>
                    <a:pt x="318" y="1900"/>
                  </a:cubicBezTo>
                  <a:cubicBezTo>
                    <a:pt x="328" y="1873"/>
                    <a:pt x="328" y="1873"/>
                    <a:pt x="328" y="1873"/>
                  </a:cubicBezTo>
                  <a:cubicBezTo>
                    <a:pt x="344" y="1888"/>
                    <a:pt x="344" y="1888"/>
                    <a:pt x="344" y="1888"/>
                  </a:cubicBezTo>
                  <a:cubicBezTo>
                    <a:pt x="358" y="1883"/>
                    <a:pt x="358" y="1883"/>
                    <a:pt x="358" y="1883"/>
                  </a:cubicBezTo>
                  <a:cubicBezTo>
                    <a:pt x="364" y="1901"/>
                    <a:pt x="364" y="1901"/>
                    <a:pt x="364" y="1901"/>
                  </a:cubicBezTo>
                  <a:cubicBezTo>
                    <a:pt x="373" y="1853"/>
                    <a:pt x="373" y="1853"/>
                    <a:pt x="373" y="1853"/>
                  </a:cubicBezTo>
                  <a:cubicBezTo>
                    <a:pt x="397" y="1879"/>
                    <a:pt x="397" y="1879"/>
                    <a:pt x="397" y="1879"/>
                  </a:cubicBezTo>
                  <a:cubicBezTo>
                    <a:pt x="406" y="1868"/>
                    <a:pt x="406" y="1868"/>
                    <a:pt x="406" y="1868"/>
                  </a:cubicBezTo>
                  <a:cubicBezTo>
                    <a:pt x="420" y="1887"/>
                    <a:pt x="420" y="1887"/>
                    <a:pt x="420" y="1887"/>
                  </a:cubicBezTo>
                  <a:cubicBezTo>
                    <a:pt x="428" y="1832"/>
                    <a:pt x="428" y="1832"/>
                    <a:pt x="428" y="1832"/>
                  </a:cubicBezTo>
                  <a:cubicBezTo>
                    <a:pt x="449" y="1861"/>
                    <a:pt x="449" y="1861"/>
                    <a:pt x="449" y="1861"/>
                  </a:cubicBezTo>
                  <a:cubicBezTo>
                    <a:pt x="462" y="1825"/>
                    <a:pt x="462" y="1825"/>
                    <a:pt x="462" y="1825"/>
                  </a:cubicBezTo>
                  <a:cubicBezTo>
                    <a:pt x="472" y="1907"/>
                    <a:pt x="472" y="1907"/>
                    <a:pt x="472" y="1907"/>
                  </a:cubicBezTo>
                  <a:cubicBezTo>
                    <a:pt x="496" y="1875"/>
                    <a:pt x="496" y="1875"/>
                    <a:pt x="496" y="1875"/>
                  </a:cubicBezTo>
                  <a:cubicBezTo>
                    <a:pt x="521" y="1896"/>
                    <a:pt x="521" y="1896"/>
                    <a:pt x="521" y="1896"/>
                  </a:cubicBezTo>
                  <a:cubicBezTo>
                    <a:pt x="540" y="1814"/>
                    <a:pt x="540" y="1814"/>
                    <a:pt x="540" y="1814"/>
                  </a:cubicBezTo>
                  <a:cubicBezTo>
                    <a:pt x="556" y="1845"/>
                    <a:pt x="556" y="1845"/>
                    <a:pt x="556" y="1845"/>
                  </a:cubicBezTo>
                  <a:cubicBezTo>
                    <a:pt x="591" y="1844"/>
                    <a:pt x="591" y="1844"/>
                    <a:pt x="591" y="1844"/>
                  </a:cubicBezTo>
                  <a:cubicBezTo>
                    <a:pt x="591" y="1844"/>
                    <a:pt x="604" y="1870"/>
                    <a:pt x="605" y="1883"/>
                  </a:cubicBezTo>
                  <a:cubicBezTo>
                    <a:pt x="606" y="1896"/>
                    <a:pt x="610" y="1910"/>
                    <a:pt x="610" y="1910"/>
                  </a:cubicBezTo>
                  <a:cubicBezTo>
                    <a:pt x="623" y="1824"/>
                    <a:pt x="623" y="1824"/>
                    <a:pt x="623" y="1824"/>
                  </a:cubicBezTo>
                  <a:cubicBezTo>
                    <a:pt x="638" y="1908"/>
                    <a:pt x="638" y="1908"/>
                    <a:pt x="638" y="1908"/>
                  </a:cubicBezTo>
                  <a:cubicBezTo>
                    <a:pt x="649" y="1841"/>
                    <a:pt x="649" y="1841"/>
                    <a:pt x="649" y="1841"/>
                  </a:cubicBezTo>
                  <a:cubicBezTo>
                    <a:pt x="664" y="1927"/>
                    <a:pt x="664" y="1927"/>
                    <a:pt x="664" y="1927"/>
                  </a:cubicBezTo>
                  <a:cubicBezTo>
                    <a:pt x="679" y="1860"/>
                    <a:pt x="679" y="1860"/>
                    <a:pt x="679" y="1860"/>
                  </a:cubicBezTo>
                  <a:cubicBezTo>
                    <a:pt x="686" y="1887"/>
                    <a:pt x="686" y="1887"/>
                    <a:pt x="686" y="1887"/>
                  </a:cubicBezTo>
                  <a:cubicBezTo>
                    <a:pt x="699" y="1849"/>
                    <a:pt x="699" y="1849"/>
                    <a:pt x="699" y="1849"/>
                  </a:cubicBezTo>
                  <a:cubicBezTo>
                    <a:pt x="717" y="1893"/>
                    <a:pt x="717" y="1893"/>
                    <a:pt x="717" y="1893"/>
                  </a:cubicBezTo>
                  <a:cubicBezTo>
                    <a:pt x="736" y="1871"/>
                    <a:pt x="736" y="1871"/>
                    <a:pt x="736" y="1871"/>
                  </a:cubicBezTo>
                  <a:cubicBezTo>
                    <a:pt x="741" y="1886"/>
                    <a:pt x="741" y="1886"/>
                    <a:pt x="741" y="1886"/>
                  </a:cubicBezTo>
                  <a:cubicBezTo>
                    <a:pt x="747" y="1874"/>
                    <a:pt x="747" y="1874"/>
                    <a:pt x="747" y="1874"/>
                  </a:cubicBezTo>
                  <a:cubicBezTo>
                    <a:pt x="760" y="1886"/>
                    <a:pt x="760" y="1886"/>
                    <a:pt x="760" y="1886"/>
                  </a:cubicBezTo>
                  <a:cubicBezTo>
                    <a:pt x="770" y="1879"/>
                    <a:pt x="770" y="1879"/>
                    <a:pt x="770" y="1879"/>
                  </a:cubicBezTo>
                  <a:cubicBezTo>
                    <a:pt x="789" y="1906"/>
                    <a:pt x="789" y="1906"/>
                    <a:pt x="789" y="1906"/>
                  </a:cubicBezTo>
                  <a:cubicBezTo>
                    <a:pt x="798" y="1928"/>
                    <a:pt x="798" y="1928"/>
                    <a:pt x="798" y="1928"/>
                  </a:cubicBezTo>
                  <a:cubicBezTo>
                    <a:pt x="799" y="1897"/>
                    <a:pt x="799" y="1897"/>
                    <a:pt x="799" y="1897"/>
                  </a:cubicBezTo>
                  <a:cubicBezTo>
                    <a:pt x="817" y="1907"/>
                    <a:pt x="817" y="1907"/>
                    <a:pt x="817" y="1907"/>
                  </a:cubicBezTo>
                  <a:cubicBezTo>
                    <a:pt x="825" y="1891"/>
                    <a:pt x="825" y="1891"/>
                    <a:pt x="825" y="1891"/>
                  </a:cubicBezTo>
                  <a:cubicBezTo>
                    <a:pt x="832" y="1869"/>
                    <a:pt x="832" y="1869"/>
                    <a:pt x="832" y="1869"/>
                  </a:cubicBezTo>
                  <a:cubicBezTo>
                    <a:pt x="854" y="1906"/>
                    <a:pt x="854" y="1906"/>
                    <a:pt x="854" y="1906"/>
                  </a:cubicBezTo>
                  <a:cubicBezTo>
                    <a:pt x="870" y="1889"/>
                    <a:pt x="870" y="1889"/>
                    <a:pt x="870" y="1889"/>
                  </a:cubicBezTo>
                  <a:cubicBezTo>
                    <a:pt x="887" y="1899"/>
                    <a:pt x="887" y="1899"/>
                    <a:pt x="887" y="1899"/>
                  </a:cubicBezTo>
                  <a:cubicBezTo>
                    <a:pt x="898" y="1882"/>
                    <a:pt x="898" y="1882"/>
                    <a:pt x="898" y="1882"/>
                  </a:cubicBezTo>
                  <a:cubicBezTo>
                    <a:pt x="919" y="1919"/>
                    <a:pt x="919" y="1919"/>
                    <a:pt x="919" y="1919"/>
                  </a:cubicBezTo>
                  <a:cubicBezTo>
                    <a:pt x="932" y="1892"/>
                    <a:pt x="932" y="1892"/>
                    <a:pt x="932" y="1892"/>
                  </a:cubicBezTo>
                  <a:cubicBezTo>
                    <a:pt x="941" y="1914"/>
                    <a:pt x="941" y="1914"/>
                    <a:pt x="941" y="1914"/>
                  </a:cubicBezTo>
                  <a:cubicBezTo>
                    <a:pt x="962" y="1909"/>
                    <a:pt x="962" y="1909"/>
                    <a:pt x="962" y="1909"/>
                  </a:cubicBezTo>
                  <a:cubicBezTo>
                    <a:pt x="975" y="1893"/>
                    <a:pt x="975" y="1893"/>
                    <a:pt x="975" y="1893"/>
                  </a:cubicBezTo>
                  <a:cubicBezTo>
                    <a:pt x="993" y="1920"/>
                    <a:pt x="993" y="1920"/>
                    <a:pt x="993" y="1920"/>
                  </a:cubicBezTo>
                  <a:cubicBezTo>
                    <a:pt x="1011" y="1885"/>
                    <a:pt x="1011" y="1885"/>
                    <a:pt x="1011" y="1885"/>
                  </a:cubicBezTo>
                  <a:cubicBezTo>
                    <a:pt x="1019" y="1913"/>
                    <a:pt x="1019" y="1913"/>
                    <a:pt x="1019" y="1913"/>
                  </a:cubicBezTo>
                  <a:cubicBezTo>
                    <a:pt x="1036" y="1888"/>
                    <a:pt x="1036" y="1888"/>
                    <a:pt x="1036" y="1888"/>
                  </a:cubicBezTo>
                  <a:cubicBezTo>
                    <a:pt x="1047" y="1904"/>
                    <a:pt x="1047" y="1904"/>
                    <a:pt x="1047" y="1904"/>
                  </a:cubicBezTo>
                  <a:cubicBezTo>
                    <a:pt x="1055" y="1887"/>
                    <a:pt x="1055" y="1887"/>
                    <a:pt x="1055" y="1887"/>
                  </a:cubicBezTo>
                  <a:cubicBezTo>
                    <a:pt x="1066" y="1914"/>
                    <a:pt x="1066" y="1914"/>
                    <a:pt x="1066" y="1914"/>
                  </a:cubicBezTo>
                  <a:cubicBezTo>
                    <a:pt x="1080" y="1910"/>
                    <a:pt x="1080" y="1910"/>
                    <a:pt x="1080" y="1910"/>
                  </a:cubicBezTo>
                  <a:cubicBezTo>
                    <a:pt x="1096" y="1890"/>
                    <a:pt x="1096" y="1890"/>
                    <a:pt x="1096" y="1890"/>
                  </a:cubicBezTo>
                  <a:cubicBezTo>
                    <a:pt x="1117" y="1914"/>
                    <a:pt x="1117" y="1914"/>
                    <a:pt x="1117" y="1914"/>
                  </a:cubicBezTo>
                  <a:cubicBezTo>
                    <a:pt x="1129" y="1897"/>
                    <a:pt x="1129" y="1897"/>
                    <a:pt x="1129" y="1897"/>
                  </a:cubicBezTo>
                  <a:cubicBezTo>
                    <a:pt x="1153" y="1893"/>
                    <a:pt x="1153" y="1893"/>
                    <a:pt x="1153" y="1893"/>
                  </a:cubicBezTo>
                  <a:cubicBezTo>
                    <a:pt x="1165" y="1911"/>
                    <a:pt x="1165" y="1911"/>
                    <a:pt x="1165" y="1911"/>
                  </a:cubicBezTo>
                  <a:cubicBezTo>
                    <a:pt x="1181" y="1912"/>
                    <a:pt x="1181" y="1912"/>
                    <a:pt x="1181" y="1912"/>
                  </a:cubicBezTo>
                  <a:cubicBezTo>
                    <a:pt x="1193" y="1889"/>
                    <a:pt x="1193" y="1889"/>
                    <a:pt x="1193" y="1889"/>
                  </a:cubicBezTo>
                  <a:cubicBezTo>
                    <a:pt x="1207" y="1906"/>
                    <a:pt x="1207" y="1906"/>
                    <a:pt x="1207" y="1906"/>
                  </a:cubicBezTo>
                  <a:cubicBezTo>
                    <a:pt x="1226" y="1914"/>
                    <a:pt x="1226" y="1914"/>
                    <a:pt x="1226" y="1914"/>
                  </a:cubicBezTo>
                  <a:cubicBezTo>
                    <a:pt x="1243" y="1897"/>
                    <a:pt x="1243" y="1897"/>
                    <a:pt x="1243" y="1897"/>
                  </a:cubicBezTo>
                  <a:cubicBezTo>
                    <a:pt x="1267" y="1898"/>
                    <a:pt x="1267" y="1898"/>
                    <a:pt x="1267" y="1898"/>
                  </a:cubicBezTo>
                  <a:cubicBezTo>
                    <a:pt x="1272" y="1915"/>
                    <a:pt x="1272" y="1915"/>
                    <a:pt x="1272" y="1915"/>
                  </a:cubicBezTo>
                  <a:cubicBezTo>
                    <a:pt x="1286" y="1915"/>
                    <a:pt x="1286" y="1915"/>
                    <a:pt x="1286" y="1915"/>
                  </a:cubicBezTo>
                  <a:cubicBezTo>
                    <a:pt x="1300" y="1898"/>
                    <a:pt x="1300" y="1898"/>
                    <a:pt x="1300" y="1898"/>
                  </a:cubicBezTo>
                  <a:cubicBezTo>
                    <a:pt x="1308" y="1917"/>
                    <a:pt x="1308" y="1917"/>
                    <a:pt x="1308" y="1917"/>
                  </a:cubicBezTo>
                  <a:cubicBezTo>
                    <a:pt x="1332" y="1898"/>
                    <a:pt x="1332" y="1898"/>
                    <a:pt x="1332" y="1898"/>
                  </a:cubicBezTo>
                  <a:cubicBezTo>
                    <a:pt x="1344" y="1906"/>
                    <a:pt x="1344" y="1906"/>
                    <a:pt x="1344" y="1906"/>
                  </a:cubicBezTo>
                  <a:cubicBezTo>
                    <a:pt x="1369" y="1906"/>
                    <a:pt x="1369" y="1906"/>
                    <a:pt x="1369" y="1906"/>
                  </a:cubicBezTo>
                  <a:cubicBezTo>
                    <a:pt x="1384" y="1920"/>
                    <a:pt x="1384" y="1920"/>
                    <a:pt x="1384" y="1920"/>
                  </a:cubicBezTo>
                  <a:cubicBezTo>
                    <a:pt x="1395" y="1897"/>
                    <a:pt x="1395" y="1897"/>
                    <a:pt x="1395" y="1897"/>
                  </a:cubicBezTo>
                  <a:cubicBezTo>
                    <a:pt x="1408" y="1920"/>
                    <a:pt x="1408" y="1920"/>
                    <a:pt x="1408" y="1920"/>
                  </a:cubicBezTo>
                  <a:cubicBezTo>
                    <a:pt x="1408" y="1920"/>
                    <a:pt x="1418" y="1907"/>
                    <a:pt x="1419" y="1904"/>
                  </a:cubicBezTo>
                  <a:cubicBezTo>
                    <a:pt x="1420" y="1901"/>
                    <a:pt x="1431" y="1918"/>
                    <a:pt x="1431" y="1918"/>
                  </a:cubicBezTo>
                  <a:cubicBezTo>
                    <a:pt x="1436" y="1902"/>
                    <a:pt x="1436" y="1902"/>
                    <a:pt x="1436" y="1902"/>
                  </a:cubicBezTo>
                  <a:cubicBezTo>
                    <a:pt x="1450" y="1912"/>
                    <a:pt x="1450" y="1912"/>
                    <a:pt x="1450" y="1912"/>
                  </a:cubicBezTo>
                  <a:cubicBezTo>
                    <a:pt x="1466" y="1902"/>
                    <a:pt x="1466" y="1902"/>
                    <a:pt x="1466" y="1902"/>
                  </a:cubicBezTo>
                  <a:cubicBezTo>
                    <a:pt x="1471" y="1908"/>
                    <a:pt x="1471" y="1908"/>
                    <a:pt x="1471" y="1908"/>
                  </a:cubicBezTo>
                  <a:cubicBezTo>
                    <a:pt x="1499" y="1897"/>
                    <a:pt x="1499" y="1897"/>
                    <a:pt x="1499" y="1897"/>
                  </a:cubicBezTo>
                  <a:cubicBezTo>
                    <a:pt x="1518" y="1915"/>
                    <a:pt x="1518" y="1915"/>
                    <a:pt x="1518" y="1915"/>
                  </a:cubicBezTo>
                  <a:cubicBezTo>
                    <a:pt x="1519" y="1892"/>
                    <a:pt x="1519" y="1892"/>
                    <a:pt x="1519" y="1892"/>
                  </a:cubicBezTo>
                  <a:cubicBezTo>
                    <a:pt x="1531" y="1918"/>
                    <a:pt x="1531" y="1918"/>
                    <a:pt x="1531" y="1918"/>
                  </a:cubicBezTo>
                  <a:cubicBezTo>
                    <a:pt x="1544" y="1904"/>
                    <a:pt x="1544" y="1904"/>
                    <a:pt x="1544" y="1904"/>
                  </a:cubicBezTo>
                  <a:cubicBezTo>
                    <a:pt x="1558" y="1912"/>
                    <a:pt x="1558" y="1912"/>
                    <a:pt x="1558" y="1912"/>
                  </a:cubicBezTo>
                  <a:cubicBezTo>
                    <a:pt x="1569" y="1904"/>
                    <a:pt x="1569" y="1904"/>
                    <a:pt x="1569" y="1904"/>
                  </a:cubicBezTo>
                  <a:cubicBezTo>
                    <a:pt x="1599" y="1902"/>
                    <a:pt x="1599" y="1902"/>
                    <a:pt x="1599" y="1902"/>
                  </a:cubicBezTo>
                  <a:cubicBezTo>
                    <a:pt x="1612" y="1918"/>
                    <a:pt x="1612" y="1918"/>
                    <a:pt x="1612" y="1918"/>
                  </a:cubicBezTo>
                  <a:cubicBezTo>
                    <a:pt x="1619" y="1938"/>
                    <a:pt x="1619" y="1938"/>
                    <a:pt x="1619" y="1938"/>
                  </a:cubicBezTo>
                  <a:cubicBezTo>
                    <a:pt x="1625" y="1903"/>
                    <a:pt x="1625" y="1903"/>
                    <a:pt x="1625" y="1903"/>
                  </a:cubicBezTo>
                  <a:cubicBezTo>
                    <a:pt x="1650" y="1921"/>
                    <a:pt x="1650" y="1921"/>
                    <a:pt x="1650" y="1921"/>
                  </a:cubicBezTo>
                  <a:cubicBezTo>
                    <a:pt x="1657" y="1900"/>
                    <a:pt x="1657" y="1900"/>
                    <a:pt x="1657" y="1900"/>
                  </a:cubicBezTo>
                  <a:cubicBezTo>
                    <a:pt x="1660" y="1928"/>
                    <a:pt x="1660" y="1928"/>
                    <a:pt x="1660" y="1928"/>
                  </a:cubicBezTo>
                  <a:cubicBezTo>
                    <a:pt x="1687" y="1924"/>
                    <a:pt x="1687" y="1924"/>
                    <a:pt x="1687" y="1924"/>
                  </a:cubicBezTo>
                  <a:cubicBezTo>
                    <a:pt x="1698" y="1910"/>
                    <a:pt x="1698" y="1910"/>
                    <a:pt x="1698" y="1910"/>
                  </a:cubicBezTo>
                  <a:cubicBezTo>
                    <a:pt x="1734" y="1917"/>
                    <a:pt x="1734" y="1917"/>
                    <a:pt x="1734" y="1917"/>
                  </a:cubicBezTo>
                  <a:cubicBezTo>
                    <a:pt x="1758" y="1908"/>
                    <a:pt x="1758" y="1908"/>
                    <a:pt x="1758" y="1908"/>
                  </a:cubicBezTo>
                  <a:cubicBezTo>
                    <a:pt x="1770" y="1919"/>
                    <a:pt x="1770" y="1919"/>
                    <a:pt x="1770" y="1919"/>
                  </a:cubicBezTo>
                  <a:cubicBezTo>
                    <a:pt x="1844" y="1920"/>
                    <a:pt x="1844" y="1920"/>
                    <a:pt x="1844" y="1920"/>
                  </a:cubicBezTo>
                  <a:cubicBezTo>
                    <a:pt x="1852" y="1908"/>
                    <a:pt x="1852" y="1908"/>
                    <a:pt x="1852" y="1908"/>
                  </a:cubicBezTo>
                  <a:cubicBezTo>
                    <a:pt x="1869" y="1912"/>
                    <a:pt x="1869" y="1912"/>
                    <a:pt x="1869" y="1912"/>
                  </a:cubicBezTo>
                  <a:cubicBezTo>
                    <a:pt x="1888" y="1926"/>
                    <a:pt x="1888" y="1926"/>
                    <a:pt x="1888" y="1926"/>
                  </a:cubicBezTo>
                  <a:cubicBezTo>
                    <a:pt x="1900" y="1920"/>
                    <a:pt x="1900" y="1920"/>
                    <a:pt x="1900" y="1920"/>
                  </a:cubicBezTo>
                  <a:cubicBezTo>
                    <a:pt x="1922" y="1934"/>
                    <a:pt x="1922" y="1934"/>
                    <a:pt x="1922" y="1934"/>
                  </a:cubicBezTo>
                  <a:cubicBezTo>
                    <a:pt x="1948" y="1927"/>
                    <a:pt x="1948" y="1927"/>
                    <a:pt x="1948" y="1927"/>
                  </a:cubicBezTo>
                  <a:cubicBezTo>
                    <a:pt x="1971" y="1930"/>
                    <a:pt x="1971" y="1930"/>
                    <a:pt x="1971" y="1930"/>
                  </a:cubicBezTo>
                  <a:cubicBezTo>
                    <a:pt x="1985" y="1915"/>
                    <a:pt x="1985" y="1915"/>
                    <a:pt x="1985" y="1915"/>
                  </a:cubicBezTo>
                  <a:cubicBezTo>
                    <a:pt x="2017" y="1906"/>
                    <a:pt x="2017" y="1906"/>
                    <a:pt x="2017" y="1906"/>
                  </a:cubicBezTo>
                  <a:cubicBezTo>
                    <a:pt x="2029" y="1936"/>
                    <a:pt x="2029" y="1936"/>
                    <a:pt x="2029" y="1936"/>
                  </a:cubicBezTo>
                  <a:cubicBezTo>
                    <a:pt x="2053" y="1921"/>
                    <a:pt x="2053" y="1921"/>
                    <a:pt x="2053" y="1921"/>
                  </a:cubicBezTo>
                  <a:cubicBezTo>
                    <a:pt x="2078" y="1937"/>
                    <a:pt x="2078" y="1937"/>
                    <a:pt x="2078" y="1937"/>
                  </a:cubicBezTo>
                  <a:cubicBezTo>
                    <a:pt x="2103" y="1928"/>
                    <a:pt x="2103" y="1928"/>
                    <a:pt x="2103" y="1928"/>
                  </a:cubicBezTo>
                  <a:cubicBezTo>
                    <a:pt x="2111" y="1919"/>
                    <a:pt x="2111" y="1919"/>
                    <a:pt x="2111" y="1919"/>
                  </a:cubicBezTo>
                  <a:cubicBezTo>
                    <a:pt x="2150" y="1893"/>
                    <a:pt x="2150" y="1893"/>
                    <a:pt x="2150" y="1893"/>
                  </a:cubicBezTo>
                  <a:cubicBezTo>
                    <a:pt x="2182" y="1907"/>
                    <a:pt x="2182" y="1907"/>
                    <a:pt x="2182" y="1907"/>
                  </a:cubicBezTo>
                  <a:cubicBezTo>
                    <a:pt x="2216" y="1899"/>
                    <a:pt x="2216" y="1899"/>
                    <a:pt x="2216" y="1899"/>
                  </a:cubicBezTo>
                  <a:cubicBezTo>
                    <a:pt x="2239" y="1887"/>
                    <a:pt x="2239" y="1887"/>
                    <a:pt x="2239" y="1887"/>
                  </a:cubicBezTo>
                  <a:cubicBezTo>
                    <a:pt x="2256" y="1891"/>
                    <a:pt x="2256" y="1891"/>
                    <a:pt x="2256" y="1891"/>
                  </a:cubicBezTo>
                  <a:cubicBezTo>
                    <a:pt x="2264" y="1817"/>
                    <a:pt x="2264" y="1817"/>
                    <a:pt x="2264" y="1817"/>
                  </a:cubicBezTo>
                  <a:cubicBezTo>
                    <a:pt x="2274" y="1725"/>
                    <a:pt x="2274" y="1725"/>
                    <a:pt x="2274" y="1725"/>
                  </a:cubicBezTo>
                  <a:cubicBezTo>
                    <a:pt x="2279" y="1537"/>
                    <a:pt x="2279" y="1537"/>
                    <a:pt x="2279" y="1537"/>
                  </a:cubicBezTo>
                  <a:cubicBezTo>
                    <a:pt x="2291" y="1419"/>
                    <a:pt x="2291" y="1419"/>
                    <a:pt x="2291" y="1419"/>
                  </a:cubicBezTo>
                  <a:cubicBezTo>
                    <a:pt x="2302" y="1405"/>
                    <a:pt x="2302" y="1405"/>
                    <a:pt x="2302" y="1405"/>
                  </a:cubicBezTo>
                  <a:cubicBezTo>
                    <a:pt x="2288" y="1255"/>
                    <a:pt x="2288" y="1255"/>
                    <a:pt x="2288" y="1255"/>
                  </a:cubicBezTo>
                  <a:cubicBezTo>
                    <a:pt x="2299" y="978"/>
                    <a:pt x="2299" y="978"/>
                    <a:pt x="2299" y="978"/>
                  </a:cubicBezTo>
                  <a:cubicBezTo>
                    <a:pt x="2303" y="771"/>
                    <a:pt x="2303" y="771"/>
                    <a:pt x="2303" y="771"/>
                  </a:cubicBezTo>
                  <a:cubicBezTo>
                    <a:pt x="2308" y="630"/>
                    <a:pt x="2308" y="630"/>
                    <a:pt x="2308" y="630"/>
                  </a:cubicBezTo>
                  <a:cubicBezTo>
                    <a:pt x="2319" y="465"/>
                    <a:pt x="2319" y="465"/>
                    <a:pt x="2319" y="465"/>
                  </a:cubicBezTo>
                  <a:cubicBezTo>
                    <a:pt x="2325" y="337"/>
                    <a:pt x="2325" y="337"/>
                    <a:pt x="2325" y="337"/>
                  </a:cubicBezTo>
                  <a:cubicBezTo>
                    <a:pt x="2325" y="211"/>
                    <a:pt x="2325" y="211"/>
                    <a:pt x="2325" y="211"/>
                  </a:cubicBezTo>
                  <a:cubicBezTo>
                    <a:pt x="2328" y="147"/>
                    <a:pt x="2328" y="147"/>
                    <a:pt x="2328" y="147"/>
                  </a:cubicBezTo>
                  <a:cubicBezTo>
                    <a:pt x="2335" y="0"/>
                    <a:pt x="2335" y="0"/>
                    <a:pt x="2335" y="0"/>
                  </a:cubicBezTo>
                  <a:cubicBezTo>
                    <a:pt x="2346" y="134"/>
                    <a:pt x="2346" y="134"/>
                    <a:pt x="2346" y="134"/>
                  </a:cubicBezTo>
                  <a:cubicBezTo>
                    <a:pt x="2351" y="198"/>
                    <a:pt x="2351" y="198"/>
                    <a:pt x="2351" y="198"/>
                  </a:cubicBezTo>
                  <a:cubicBezTo>
                    <a:pt x="2353" y="341"/>
                    <a:pt x="2353" y="341"/>
                    <a:pt x="2353" y="341"/>
                  </a:cubicBezTo>
                  <a:cubicBezTo>
                    <a:pt x="2358" y="639"/>
                    <a:pt x="2358" y="639"/>
                    <a:pt x="2358" y="639"/>
                  </a:cubicBezTo>
                  <a:cubicBezTo>
                    <a:pt x="2361" y="845"/>
                    <a:pt x="2361" y="845"/>
                    <a:pt x="2361" y="845"/>
                  </a:cubicBezTo>
                  <a:cubicBezTo>
                    <a:pt x="2362" y="925"/>
                    <a:pt x="2362" y="925"/>
                    <a:pt x="2362" y="925"/>
                  </a:cubicBezTo>
                  <a:cubicBezTo>
                    <a:pt x="2371" y="1562"/>
                    <a:pt x="2371" y="1562"/>
                    <a:pt x="2371" y="1562"/>
                  </a:cubicBezTo>
                  <a:cubicBezTo>
                    <a:pt x="2378" y="1075"/>
                    <a:pt x="2378" y="1075"/>
                    <a:pt x="2378" y="1075"/>
                  </a:cubicBezTo>
                  <a:cubicBezTo>
                    <a:pt x="2381" y="881"/>
                    <a:pt x="2381" y="881"/>
                    <a:pt x="2381" y="881"/>
                  </a:cubicBezTo>
                  <a:cubicBezTo>
                    <a:pt x="2384" y="631"/>
                    <a:pt x="2384" y="631"/>
                    <a:pt x="2384" y="631"/>
                  </a:cubicBezTo>
                  <a:cubicBezTo>
                    <a:pt x="2385" y="466"/>
                    <a:pt x="2385" y="466"/>
                    <a:pt x="2385" y="466"/>
                  </a:cubicBezTo>
                  <a:cubicBezTo>
                    <a:pt x="2399" y="485"/>
                    <a:pt x="2399" y="485"/>
                    <a:pt x="2399" y="485"/>
                  </a:cubicBezTo>
                  <a:cubicBezTo>
                    <a:pt x="2407" y="401"/>
                    <a:pt x="2407" y="401"/>
                    <a:pt x="2407" y="401"/>
                  </a:cubicBezTo>
                  <a:cubicBezTo>
                    <a:pt x="2414" y="564"/>
                    <a:pt x="2414" y="564"/>
                    <a:pt x="2414" y="564"/>
                  </a:cubicBezTo>
                  <a:cubicBezTo>
                    <a:pt x="2431" y="693"/>
                    <a:pt x="2431" y="693"/>
                    <a:pt x="2431" y="693"/>
                  </a:cubicBezTo>
                  <a:cubicBezTo>
                    <a:pt x="2430" y="825"/>
                    <a:pt x="2430" y="825"/>
                    <a:pt x="2430" y="825"/>
                  </a:cubicBezTo>
                  <a:cubicBezTo>
                    <a:pt x="2430" y="965"/>
                    <a:pt x="2430" y="965"/>
                    <a:pt x="2430" y="965"/>
                  </a:cubicBezTo>
                  <a:cubicBezTo>
                    <a:pt x="2447" y="1141"/>
                    <a:pt x="2447" y="1141"/>
                    <a:pt x="2447" y="1141"/>
                  </a:cubicBezTo>
                  <a:cubicBezTo>
                    <a:pt x="2457" y="1323"/>
                    <a:pt x="2457" y="1323"/>
                    <a:pt x="2457" y="1323"/>
                  </a:cubicBezTo>
                  <a:cubicBezTo>
                    <a:pt x="2451" y="1450"/>
                    <a:pt x="2451" y="1450"/>
                    <a:pt x="2451" y="1450"/>
                  </a:cubicBezTo>
                  <a:cubicBezTo>
                    <a:pt x="2455" y="1515"/>
                    <a:pt x="2455" y="1515"/>
                    <a:pt x="2455" y="1515"/>
                  </a:cubicBezTo>
                  <a:cubicBezTo>
                    <a:pt x="2466" y="1586"/>
                    <a:pt x="2466" y="1586"/>
                    <a:pt x="2466" y="1586"/>
                  </a:cubicBezTo>
                  <a:cubicBezTo>
                    <a:pt x="2469" y="1667"/>
                    <a:pt x="2469" y="1667"/>
                    <a:pt x="2469" y="1667"/>
                  </a:cubicBezTo>
                  <a:cubicBezTo>
                    <a:pt x="2475" y="1726"/>
                    <a:pt x="2475" y="1726"/>
                    <a:pt x="2475" y="1726"/>
                  </a:cubicBezTo>
                  <a:cubicBezTo>
                    <a:pt x="2483" y="1806"/>
                    <a:pt x="2483" y="1806"/>
                    <a:pt x="2483" y="1806"/>
                  </a:cubicBezTo>
                  <a:cubicBezTo>
                    <a:pt x="2495" y="1883"/>
                    <a:pt x="2495" y="1883"/>
                    <a:pt x="2495" y="1883"/>
                  </a:cubicBezTo>
                  <a:cubicBezTo>
                    <a:pt x="2507" y="1945"/>
                    <a:pt x="2507" y="1945"/>
                    <a:pt x="2507" y="1945"/>
                  </a:cubicBezTo>
                  <a:cubicBezTo>
                    <a:pt x="2532" y="1930"/>
                    <a:pt x="2532" y="1930"/>
                    <a:pt x="2532" y="1930"/>
                  </a:cubicBezTo>
                  <a:cubicBezTo>
                    <a:pt x="2551" y="1943"/>
                    <a:pt x="2551" y="1943"/>
                    <a:pt x="2551" y="1943"/>
                  </a:cubicBezTo>
                  <a:cubicBezTo>
                    <a:pt x="2558" y="1930"/>
                    <a:pt x="2558" y="1930"/>
                    <a:pt x="2558" y="1930"/>
                  </a:cubicBezTo>
                  <a:cubicBezTo>
                    <a:pt x="2585" y="1933"/>
                    <a:pt x="2585" y="1933"/>
                    <a:pt x="2585" y="1933"/>
                  </a:cubicBezTo>
                  <a:cubicBezTo>
                    <a:pt x="2608" y="1927"/>
                    <a:pt x="2608" y="1927"/>
                    <a:pt x="2608" y="1927"/>
                  </a:cubicBezTo>
                  <a:cubicBezTo>
                    <a:pt x="2626" y="1930"/>
                    <a:pt x="2626" y="1930"/>
                    <a:pt x="2626" y="1930"/>
                  </a:cubicBezTo>
                  <a:cubicBezTo>
                    <a:pt x="2637" y="1923"/>
                    <a:pt x="2637" y="1923"/>
                    <a:pt x="2637" y="1923"/>
                  </a:cubicBezTo>
                  <a:cubicBezTo>
                    <a:pt x="2651" y="1939"/>
                    <a:pt x="2651" y="1939"/>
                    <a:pt x="2651" y="1939"/>
                  </a:cubicBezTo>
                  <a:cubicBezTo>
                    <a:pt x="2651" y="1910"/>
                    <a:pt x="2651" y="1910"/>
                    <a:pt x="2651" y="1910"/>
                  </a:cubicBezTo>
                  <a:cubicBezTo>
                    <a:pt x="2663" y="1939"/>
                    <a:pt x="2663" y="1939"/>
                    <a:pt x="2663" y="1939"/>
                  </a:cubicBezTo>
                  <a:cubicBezTo>
                    <a:pt x="2673" y="1922"/>
                    <a:pt x="2673" y="1922"/>
                    <a:pt x="2673" y="1922"/>
                  </a:cubicBezTo>
                  <a:cubicBezTo>
                    <a:pt x="2689" y="1931"/>
                    <a:pt x="2689" y="1931"/>
                    <a:pt x="2689" y="1931"/>
                  </a:cubicBezTo>
                  <a:cubicBezTo>
                    <a:pt x="2698" y="1903"/>
                    <a:pt x="2698" y="1903"/>
                    <a:pt x="2698" y="1903"/>
                  </a:cubicBezTo>
                  <a:cubicBezTo>
                    <a:pt x="2706" y="1926"/>
                    <a:pt x="2706" y="1926"/>
                    <a:pt x="2706" y="1926"/>
                  </a:cubicBezTo>
                  <a:cubicBezTo>
                    <a:pt x="2729" y="1915"/>
                    <a:pt x="2729" y="1915"/>
                    <a:pt x="2729" y="1915"/>
                  </a:cubicBezTo>
                  <a:cubicBezTo>
                    <a:pt x="2745" y="1892"/>
                    <a:pt x="2745" y="1892"/>
                    <a:pt x="2745" y="1892"/>
                  </a:cubicBezTo>
                  <a:cubicBezTo>
                    <a:pt x="2759" y="1914"/>
                    <a:pt x="2759" y="1914"/>
                    <a:pt x="2759" y="1914"/>
                  </a:cubicBezTo>
                  <a:cubicBezTo>
                    <a:pt x="2763" y="1892"/>
                    <a:pt x="2763" y="1892"/>
                    <a:pt x="2763" y="1892"/>
                  </a:cubicBezTo>
                  <a:cubicBezTo>
                    <a:pt x="2779" y="1903"/>
                    <a:pt x="2779" y="1903"/>
                    <a:pt x="2779" y="1903"/>
                  </a:cubicBezTo>
                  <a:cubicBezTo>
                    <a:pt x="2792" y="1882"/>
                    <a:pt x="2792" y="1882"/>
                    <a:pt x="2792" y="1882"/>
                  </a:cubicBezTo>
                  <a:cubicBezTo>
                    <a:pt x="2808" y="1901"/>
                    <a:pt x="2808" y="1901"/>
                    <a:pt x="2808" y="1901"/>
                  </a:cubicBezTo>
                  <a:cubicBezTo>
                    <a:pt x="2833" y="1880"/>
                    <a:pt x="2833" y="1880"/>
                    <a:pt x="2833" y="1880"/>
                  </a:cubicBezTo>
                  <a:cubicBezTo>
                    <a:pt x="2851" y="1893"/>
                    <a:pt x="2851" y="1893"/>
                    <a:pt x="2851" y="1893"/>
                  </a:cubicBezTo>
                  <a:cubicBezTo>
                    <a:pt x="2851" y="1893"/>
                    <a:pt x="2861" y="1883"/>
                    <a:pt x="2864" y="1884"/>
                  </a:cubicBezTo>
                  <a:cubicBezTo>
                    <a:pt x="2867" y="1885"/>
                    <a:pt x="2884" y="1904"/>
                    <a:pt x="2884" y="1904"/>
                  </a:cubicBezTo>
                  <a:cubicBezTo>
                    <a:pt x="2896" y="1870"/>
                    <a:pt x="2896" y="1870"/>
                    <a:pt x="2896" y="1870"/>
                  </a:cubicBezTo>
                  <a:cubicBezTo>
                    <a:pt x="2907" y="1888"/>
                    <a:pt x="2907" y="1888"/>
                    <a:pt x="2907" y="1888"/>
                  </a:cubicBezTo>
                  <a:cubicBezTo>
                    <a:pt x="2917" y="1879"/>
                    <a:pt x="2917" y="1879"/>
                    <a:pt x="2917" y="1879"/>
                  </a:cubicBezTo>
                  <a:cubicBezTo>
                    <a:pt x="2933" y="1910"/>
                    <a:pt x="2933" y="1910"/>
                    <a:pt x="2933" y="1910"/>
                  </a:cubicBezTo>
                  <a:cubicBezTo>
                    <a:pt x="2948" y="1916"/>
                    <a:pt x="2948" y="1916"/>
                    <a:pt x="2948" y="1916"/>
                  </a:cubicBezTo>
                  <a:cubicBezTo>
                    <a:pt x="2966" y="1923"/>
                    <a:pt x="2966" y="1923"/>
                    <a:pt x="2966" y="1923"/>
                  </a:cubicBezTo>
                  <a:cubicBezTo>
                    <a:pt x="2994" y="1897"/>
                    <a:pt x="2994" y="1897"/>
                    <a:pt x="2994" y="1897"/>
                  </a:cubicBezTo>
                  <a:cubicBezTo>
                    <a:pt x="2994" y="1849"/>
                    <a:pt x="2994" y="1849"/>
                    <a:pt x="2994" y="1849"/>
                  </a:cubicBezTo>
                  <a:cubicBezTo>
                    <a:pt x="3002" y="1885"/>
                    <a:pt x="3002" y="1885"/>
                    <a:pt x="3002" y="1885"/>
                  </a:cubicBezTo>
                  <a:cubicBezTo>
                    <a:pt x="3014" y="1847"/>
                    <a:pt x="3014" y="1847"/>
                    <a:pt x="3014" y="1847"/>
                  </a:cubicBezTo>
                  <a:cubicBezTo>
                    <a:pt x="3029" y="1876"/>
                    <a:pt x="3029" y="1876"/>
                    <a:pt x="3029" y="1876"/>
                  </a:cubicBezTo>
                  <a:cubicBezTo>
                    <a:pt x="3052" y="1850"/>
                    <a:pt x="3052" y="1850"/>
                    <a:pt x="3052" y="1850"/>
                  </a:cubicBezTo>
                  <a:cubicBezTo>
                    <a:pt x="3062" y="1882"/>
                    <a:pt x="3062" y="1882"/>
                    <a:pt x="3062" y="1882"/>
                  </a:cubicBezTo>
                  <a:cubicBezTo>
                    <a:pt x="3071" y="1899"/>
                    <a:pt x="3071" y="1899"/>
                    <a:pt x="3071" y="1899"/>
                  </a:cubicBezTo>
                  <a:cubicBezTo>
                    <a:pt x="3084" y="1911"/>
                    <a:pt x="3084" y="1911"/>
                    <a:pt x="3084" y="1911"/>
                  </a:cubicBezTo>
                  <a:cubicBezTo>
                    <a:pt x="3084" y="1911"/>
                    <a:pt x="3086" y="1932"/>
                    <a:pt x="3087" y="1929"/>
                  </a:cubicBezTo>
                  <a:cubicBezTo>
                    <a:pt x="3088" y="1926"/>
                    <a:pt x="3093" y="1883"/>
                    <a:pt x="3093" y="1883"/>
                  </a:cubicBezTo>
                  <a:cubicBezTo>
                    <a:pt x="3102" y="1914"/>
                    <a:pt x="3102" y="1914"/>
                    <a:pt x="3102" y="1914"/>
                  </a:cubicBezTo>
                  <a:cubicBezTo>
                    <a:pt x="3102" y="1914"/>
                    <a:pt x="3103" y="1889"/>
                    <a:pt x="3106" y="1890"/>
                  </a:cubicBezTo>
                  <a:cubicBezTo>
                    <a:pt x="3109" y="1891"/>
                    <a:pt x="3119" y="1924"/>
                    <a:pt x="3119" y="1924"/>
                  </a:cubicBezTo>
                  <a:cubicBezTo>
                    <a:pt x="3138" y="1900"/>
                    <a:pt x="3138" y="1900"/>
                    <a:pt x="3138" y="1900"/>
                  </a:cubicBezTo>
                  <a:cubicBezTo>
                    <a:pt x="3142" y="1926"/>
                    <a:pt x="3142" y="1926"/>
                    <a:pt x="3142" y="1926"/>
                  </a:cubicBezTo>
                  <a:cubicBezTo>
                    <a:pt x="3158" y="1910"/>
                    <a:pt x="3158" y="1910"/>
                    <a:pt x="3158" y="1910"/>
                  </a:cubicBezTo>
                  <a:cubicBezTo>
                    <a:pt x="3166" y="1930"/>
                    <a:pt x="3166" y="1930"/>
                    <a:pt x="3166" y="1930"/>
                  </a:cubicBezTo>
                  <a:cubicBezTo>
                    <a:pt x="3171" y="1905"/>
                    <a:pt x="3171" y="1905"/>
                    <a:pt x="3171" y="1905"/>
                  </a:cubicBezTo>
                  <a:cubicBezTo>
                    <a:pt x="3186" y="1936"/>
                    <a:pt x="3186" y="1936"/>
                    <a:pt x="3186" y="1936"/>
                  </a:cubicBezTo>
                  <a:cubicBezTo>
                    <a:pt x="3203" y="1919"/>
                    <a:pt x="3203" y="1919"/>
                    <a:pt x="3203" y="1919"/>
                  </a:cubicBezTo>
                  <a:cubicBezTo>
                    <a:pt x="3222" y="1941"/>
                    <a:pt x="3222" y="1941"/>
                    <a:pt x="3222" y="1941"/>
                  </a:cubicBezTo>
                  <a:cubicBezTo>
                    <a:pt x="3243" y="1926"/>
                    <a:pt x="3243" y="1926"/>
                    <a:pt x="3243" y="1926"/>
                  </a:cubicBezTo>
                  <a:cubicBezTo>
                    <a:pt x="3253" y="1942"/>
                    <a:pt x="3253" y="1942"/>
                    <a:pt x="3253" y="1942"/>
                  </a:cubicBezTo>
                  <a:cubicBezTo>
                    <a:pt x="3253" y="1942"/>
                    <a:pt x="3275" y="1912"/>
                    <a:pt x="3275" y="1917"/>
                  </a:cubicBezTo>
                  <a:cubicBezTo>
                    <a:pt x="3275" y="1922"/>
                    <a:pt x="3293" y="1943"/>
                    <a:pt x="3293" y="1943"/>
                  </a:cubicBezTo>
                  <a:cubicBezTo>
                    <a:pt x="3307" y="1928"/>
                    <a:pt x="3307" y="1928"/>
                    <a:pt x="3307" y="1928"/>
                  </a:cubicBezTo>
                  <a:cubicBezTo>
                    <a:pt x="3322" y="1941"/>
                    <a:pt x="3322" y="1941"/>
                    <a:pt x="3322" y="1941"/>
                  </a:cubicBezTo>
                  <a:cubicBezTo>
                    <a:pt x="3343" y="1946"/>
                    <a:pt x="3343" y="1946"/>
                    <a:pt x="3343" y="1946"/>
                  </a:cubicBezTo>
                  <a:cubicBezTo>
                    <a:pt x="3353" y="1929"/>
                    <a:pt x="3353" y="1929"/>
                    <a:pt x="3353" y="1929"/>
                  </a:cubicBezTo>
                  <a:cubicBezTo>
                    <a:pt x="3369" y="1944"/>
                    <a:pt x="3369" y="1944"/>
                    <a:pt x="3369" y="1944"/>
                  </a:cubicBezTo>
                  <a:cubicBezTo>
                    <a:pt x="3394" y="1929"/>
                    <a:pt x="3394" y="1929"/>
                    <a:pt x="3394" y="1929"/>
                  </a:cubicBezTo>
                  <a:cubicBezTo>
                    <a:pt x="3412" y="1939"/>
                    <a:pt x="3412" y="1939"/>
                    <a:pt x="3412" y="1939"/>
                  </a:cubicBezTo>
                  <a:cubicBezTo>
                    <a:pt x="3444" y="1934"/>
                    <a:pt x="3444" y="1934"/>
                    <a:pt x="3444" y="1934"/>
                  </a:cubicBezTo>
                  <a:cubicBezTo>
                    <a:pt x="3452" y="1947"/>
                    <a:pt x="3452" y="1947"/>
                    <a:pt x="3452" y="1947"/>
                  </a:cubicBezTo>
                  <a:cubicBezTo>
                    <a:pt x="3457" y="1932"/>
                    <a:pt x="3457" y="1932"/>
                    <a:pt x="3457" y="1932"/>
                  </a:cubicBezTo>
                  <a:cubicBezTo>
                    <a:pt x="3471" y="1944"/>
                    <a:pt x="3471" y="1944"/>
                    <a:pt x="3471" y="1944"/>
                  </a:cubicBezTo>
                  <a:cubicBezTo>
                    <a:pt x="3480" y="1921"/>
                    <a:pt x="3480" y="1921"/>
                    <a:pt x="3480" y="1921"/>
                  </a:cubicBezTo>
                  <a:cubicBezTo>
                    <a:pt x="3497" y="1937"/>
                    <a:pt x="3497" y="1937"/>
                    <a:pt x="3497" y="1937"/>
                  </a:cubicBezTo>
                  <a:cubicBezTo>
                    <a:pt x="3516" y="1933"/>
                    <a:pt x="3516" y="1933"/>
                    <a:pt x="3516" y="1933"/>
                  </a:cubicBezTo>
                  <a:cubicBezTo>
                    <a:pt x="3533" y="1920"/>
                    <a:pt x="3533" y="1920"/>
                    <a:pt x="3533" y="1920"/>
                  </a:cubicBezTo>
                  <a:cubicBezTo>
                    <a:pt x="3559" y="1934"/>
                    <a:pt x="3559" y="1934"/>
                    <a:pt x="3559" y="1934"/>
                  </a:cubicBezTo>
                  <a:cubicBezTo>
                    <a:pt x="3585" y="1919"/>
                    <a:pt x="3585" y="1919"/>
                    <a:pt x="3585" y="1919"/>
                  </a:cubicBezTo>
                  <a:cubicBezTo>
                    <a:pt x="3611" y="1953"/>
                    <a:pt x="3611" y="1953"/>
                    <a:pt x="3611" y="1953"/>
                  </a:cubicBezTo>
                  <a:cubicBezTo>
                    <a:pt x="3626" y="1918"/>
                    <a:pt x="3626" y="1918"/>
                    <a:pt x="3626" y="1918"/>
                  </a:cubicBezTo>
                  <a:cubicBezTo>
                    <a:pt x="3642" y="1938"/>
                    <a:pt x="3642" y="1938"/>
                    <a:pt x="3642" y="1938"/>
                  </a:cubicBezTo>
                  <a:cubicBezTo>
                    <a:pt x="3650" y="1922"/>
                    <a:pt x="3650" y="1922"/>
                    <a:pt x="3650" y="1922"/>
                  </a:cubicBezTo>
                  <a:cubicBezTo>
                    <a:pt x="3659" y="1928"/>
                    <a:pt x="3659" y="1928"/>
                    <a:pt x="3659" y="1928"/>
                  </a:cubicBezTo>
                  <a:cubicBezTo>
                    <a:pt x="3665" y="1919"/>
                    <a:pt x="3665" y="1919"/>
                    <a:pt x="3665" y="1919"/>
                  </a:cubicBezTo>
                  <a:cubicBezTo>
                    <a:pt x="3686" y="1929"/>
                    <a:pt x="3686" y="1929"/>
                    <a:pt x="3686" y="1929"/>
                  </a:cubicBezTo>
                  <a:cubicBezTo>
                    <a:pt x="3705" y="1915"/>
                    <a:pt x="3705" y="1915"/>
                    <a:pt x="3705" y="1915"/>
                  </a:cubicBezTo>
                  <a:cubicBezTo>
                    <a:pt x="3721" y="1915"/>
                    <a:pt x="3721" y="1915"/>
                    <a:pt x="3721" y="1915"/>
                  </a:cubicBezTo>
                  <a:cubicBezTo>
                    <a:pt x="3726" y="1930"/>
                    <a:pt x="3726" y="1930"/>
                    <a:pt x="3726" y="1930"/>
                  </a:cubicBezTo>
                  <a:cubicBezTo>
                    <a:pt x="3732" y="1948"/>
                    <a:pt x="3732" y="1948"/>
                    <a:pt x="3732" y="1948"/>
                  </a:cubicBezTo>
                  <a:cubicBezTo>
                    <a:pt x="3746" y="1912"/>
                    <a:pt x="3746" y="1912"/>
                    <a:pt x="3746" y="1912"/>
                  </a:cubicBezTo>
                  <a:cubicBezTo>
                    <a:pt x="3755" y="1926"/>
                    <a:pt x="3755" y="1926"/>
                    <a:pt x="3755" y="1926"/>
                  </a:cubicBezTo>
                  <a:cubicBezTo>
                    <a:pt x="3771" y="1891"/>
                    <a:pt x="3771" y="1891"/>
                    <a:pt x="3771" y="1891"/>
                  </a:cubicBezTo>
                  <a:cubicBezTo>
                    <a:pt x="3777" y="1914"/>
                    <a:pt x="3777" y="1914"/>
                    <a:pt x="3777" y="1914"/>
                  </a:cubicBezTo>
                  <a:cubicBezTo>
                    <a:pt x="3791" y="1913"/>
                    <a:pt x="3791" y="1913"/>
                    <a:pt x="3791" y="1913"/>
                  </a:cubicBezTo>
                  <a:cubicBezTo>
                    <a:pt x="3798" y="1937"/>
                    <a:pt x="3798" y="1937"/>
                    <a:pt x="3798" y="1937"/>
                  </a:cubicBezTo>
                  <a:cubicBezTo>
                    <a:pt x="3811" y="1930"/>
                    <a:pt x="3811" y="1930"/>
                    <a:pt x="3811" y="1930"/>
                  </a:cubicBezTo>
                  <a:cubicBezTo>
                    <a:pt x="3819" y="1946"/>
                    <a:pt x="3819" y="1946"/>
                    <a:pt x="3819" y="1946"/>
                  </a:cubicBezTo>
                  <a:cubicBezTo>
                    <a:pt x="3830" y="1910"/>
                    <a:pt x="3830" y="1910"/>
                    <a:pt x="3830" y="1910"/>
                  </a:cubicBezTo>
                  <a:cubicBezTo>
                    <a:pt x="3839" y="1867"/>
                    <a:pt x="3839" y="1867"/>
                    <a:pt x="3839" y="1867"/>
                  </a:cubicBezTo>
                  <a:cubicBezTo>
                    <a:pt x="3845" y="1943"/>
                    <a:pt x="3845" y="1943"/>
                    <a:pt x="3845" y="1943"/>
                  </a:cubicBezTo>
                  <a:cubicBezTo>
                    <a:pt x="3857" y="1916"/>
                    <a:pt x="3857" y="1916"/>
                    <a:pt x="3857" y="1916"/>
                  </a:cubicBezTo>
                  <a:cubicBezTo>
                    <a:pt x="3865" y="1890"/>
                    <a:pt x="3865" y="1890"/>
                    <a:pt x="3865" y="1890"/>
                  </a:cubicBezTo>
                  <a:cubicBezTo>
                    <a:pt x="3875" y="1868"/>
                    <a:pt x="3875" y="1868"/>
                    <a:pt x="3875" y="1868"/>
                  </a:cubicBezTo>
                  <a:cubicBezTo>
                    <a:pt x="3887" y="1919"/>
                    <a:pt x="3887" y="1919"/>
                    <a:pt x="3887" y="1919"/>
                  </a:cubicBezTo>
                  <a:cubicBezTo>
                    <a:pt x="3898" y="1917"/>
                    <a:pt x="3898" y="1917"/>
                    <a:pt x="3898" y="1917"/>
                  </a:cubicBezTo>
                  <a:cubicBezTo>
                    <a:pt x="3899" y="1932"/>
                    <a:pt x="3899" y="1932"/>
                    <a:pt x="3899" y="1932"/>
                  </a:cubicBezTo>
                  <a:cubicBezTo>
                    <a:pt x="3904" y="2006"/>
                    <a:pt x="3904" y="2006"/>
                    <a:pt x="3904" y="2006"/>
                  </a:cubicBezTo>
                  <a:cubicBezTo>
                    <a:pt x="3920" y="1955"/>
                    <a:pt x="3920" y="1955"/>
                    <a:pt x="3920" y="1955"/>
                  </a:cubicBezTo>
                  <a:cubicBezTo>
                    <a:pt x="3924" y="1986"/>
                    <a:pt x="3924" y="1986"/>
                    <a:pt x="3924" y="1986"/>
                  </a:cubicBezTo>
                  <a:cubicBezTo>
                    <a:pt x="3933" y="1998"/>
                    <a:pt x="3933" y="1998"/>
                    <a:pt x="3933" y="1998"/>
                  </a:cubicBezTo>
                  <a:cubicBezTo>
                    <a:pt x="3937" y="1910"/>
                    <a:pt x="3937" y="1910"/>
                    <a:pt x="3937" y="1910"/>
                  </a:cubicBezTo>
                  <a:cubicBezTo>
                    <a:pt x="3946" y="1882"/>
                    <a:pt x="3946" y="1882"/>
                    <a:pt x="3946" y="1882"/>
                  </a:cubicBezTo>
                  <a:cubicBezTo>
                    <a:pt x="3953" y="1915"/>
                    <a:pt x="3953" y="1915"/>
                    <a:pt x="3953" y="1915"/>
                  </a:cubicBezTo>
                  <a:cubicBezTo>
                    <a:pt x="3961" y="1962"/>
                    <a:pt x="3961" y="1962"/>
                    <a:pt x="3961" y="1962"/>
                  </a:cubicBezTo>
                </a:path>
              </a:pathLst>
            </a:custGeom>
            <a:noFill/>
            <a:ln w="19050" cap="rnd">
              <a:solidFill>
                <a:schemeClr val="accent1"/>
              </a:solidFill>
              <a:prstDash val="solid"/>
              <a:bevel/>
              <a:headEnd/>
              <a:tailEnd/>
            </a:ln>
          </p:spPr>
          <p:txBody>
            <a:bodyPr vert="horz" wrap="none" lIns="0" tIns="0" rIns="0" bIns="0" numCol="1" anchor="t" anchorCtr="0" compatLnSpc="1">
              <a:prstTxWarp prst="textNoShape">
                <a:avLst/>
              </a:prstTxWarp>
              <a:noAutofit/>
            </a:bodyPr>
            <a:lstStyle/>
            <a:p>
              <a:endParaRPr lang="en-GB" sz="900"/>
            </a:p>
          </p:txBody>
        </p:sp>
      </p:grpSp>
      <p:sp>
        <p:nvSpPr>
          <p:cNvPr id="7" name="PPTShape_3"/>
          <p:cNvSpPr/>
          <p:nvPr/>
        </p:nvSpPr>
        <p:spPr bwMode="gray">
          <a:xfrm>
            <a:off x="5666173" y="4074089"/>
            <a:ext cx="0" cy="1471468"/>
          </a:xfrm>
          <a:custGeom>
            <a:avLst/>
            <a:gdLst>
              <a:gd name="connsiteX0" fmla="*/ 0 w 0"/>
              <a:gd name="connsiteY0" fmla="*/ 0 h 7852229"/>
              <a:gd name="connsiteX1" fmla="*/ 0 w 0"/>
              <a:gd name="connsiteY1" fmla="*/ 7852229 h 7852229"/>
            </a:gdLst>
            <a:ahLst/>
            <a:cxnLst>
              <a:cxn ang="0">
                <a:pos x="connsiteX0" y="connsiteY0"/>
              </a:cxn>
              <a:cxn ang="0">
                <a:pos x="connsiteX1" y="connsiteY1"/>
              </a:cxn>
            </a:cxnLst>
            <a:rect l="l" t="t" r="r" b="b"/>
            <a:pathLst>
              <a:path h="7852229">
                <a:moveTo>
                  <a:pt x="0" y="0"/>
                </a:moveTo>
                <a:lnTo>
                  <a:pt x="0" y="7852229"/>
                </a:lnTo>
              </a:path>
            </a:pathLst>
          </a:custGeom>
          <a:noFill/>
          <a:ln w="12700" cap="flat" cmpd="sng" algn="ctr">
            <a:solidFill>
              <a:srgbClr val="000000"/>
            </a:solidFill>
            <a:prstDash val="solid"/>
          </a:ln>
          <a:effectLst/>
        </p:spPr>
        <p:txBody>
          <a:bodyPr wrap="none" lIns="0" tIns="0" rIns="0" bIns="0" rtlCol="0" anchor="ctr"/>
          <a:lstStyle/>
          <a:p>
            <a:pPr algn="ctr"/>
            <a:endParaRPr lang="en-GB" sz="900"/>
          </a:p>
        </p:txBody>
      </p:sp>
      <p:sp>
        <p:nvSpPr>
          <p:cNvPr id="31" name="Freeform 30"/>
          <p:cNvSpPr/>
          <p:nvPr/>
        </p:nvSpPr>
        <p:spPr bwMode="gray">
          <a:xfrm rot="16200000" flipH="1">
            <a:off x="6849952" y="4316020"/>
            <a:ext cx="0" cy="2415145"/>
          </a:xfrm>
          <a:custGeom>
            <a:avLst/>
            <a:gdLst>
              <a:gd name="connsiteX0" fmla="*/ 0 w 0"/>
              <a:gd name="connsiteY0" fmla="*/ 0 h 7852229"/>
              <a:gd name="connsiteX1" fmla="*/ 0 w 0"/>
              <a:gd name="connsiteY1" fmla="*/ 7852229 h 7852229"/>
            </a:gdLst>
            <a:ahLst/>
            <a:cxnLst>
              <a:cxn ang="0">
                <a:pos x="connsiteX0" y="connsiteY0"/>
              </a:cxn>
              <a:cxn ang="0">
                <a:pos x="connsiteX1" y="connsiteY1"/>
              </a:cxn>
            </a:cxnLst>
            <a:rect l="l" t="t" r="r" b="b"/>
            <a:pathLst>
              <a:path h="7852229">
                <a:moveTo>
                  <a:pt x="0" y="0"/>
                </a:moveTo>
                <a:lnTo>
                  <a:pt x="0" y="7852229"/>
                </a:lnTo>
              </a:path>
            </a:pathLst>
          </a:custGeom>
          <a:noFill/>
          <a:ln w="12700" cap="flat" cmpd="sng" algn="ctr">
            <a:solidFill>
              <a:srgbClr val="000000"/>
            </a:solidFill>
            <a:prstDash val="solid"/>
          </a:ln>
          <a:effectLst/>
        </p:spPr>
        <p:txBody>
          <a:bodyPr wrap="none" lIns="0" tIns="0" rIns="0" bIns="0" rtlCol="0" anchor="ctr"/>
          <a:lstStyle/>
          <a:p>
            <a:pPr algn="ctr"/>
            <a:endParaRPr lang="en-GB" sz="900"/>
          </a:p>
        </p:txBody>
      </p:sp>
      <p:sp>
        <p:nvSpPr>
          <p:cNvPr id="33" name="PPTShape_4"/>
          <p:cNvSpPr txBox="1">
            <a:spLocks noChangeArrowheads="1"/>
          </p:cNvSpPr>
          <p:nvPr/>
        </p:nvSpPr>
        <p:spPr bwMode="auto">
          <a:xfrm>
            <a:off x="5315525" y="5275442"/>
            <a:ext cx="288541"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0">
            <a:sp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algn="r" eaLnBrk="1" hangingPunct="1">
              <a:buFont typeface="Wingdings" pitchFamily="2" charset="2"/>
              <a:buNone/>
            </a:pPr>
            <a:r>
              <a:rPr lang="de-DE" altLang="en-US" sz="900" dirty="0" smtClean="0"/>
              <a:t>0,000</a:t>
            </a:r>
            <a:endParaRPr lang="en-US" altLang="en-US" sz="900" dirty="0"/>
          </a:p>
        </p:txBody>
      </p:sp>
      <p:sp>
        <p:nvSpPr>
          <p:cNvPr id="35" name="PPTShape_5"/>
          <p:cNvSpPr txBox="1">
            <a:spLocks noChangeArrowheads="1"/>
          </p:cNvSpPr>
          <p:nvPr/>
        </p:nvSpPr>
        <p:spPr bwMode="auto">
          <a:xfrm>
            <a:off x="5315525" y="5094923"/>
            <a:ext cx="288541"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0">
            <a:sp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algn="r" eaLnBrk="1" hangingPunct="1">
              <a:buFont typeface="Wingdings" pitchFamily="2" charset="2"/>
              <a:buNone/>
            </a:pPr>
            <a:r>
              <a:rPr lang="de-DE" altLang="en-US" sz="900" dirty="0" smtClean="0"/>
              <a:t>0,010</a:t>
            </a:r>
            <a:endParaRPr lang="en-US" altLang="en-US" sz="900" dirty="0"/>
          </a:p>
        </p:txBody>
      </p:sp>
      <p:sp>
        <p:nvSpPr>
          <p:cNvPr id="37" name="PPTShape_6"/>
          <p:cNvSpPr txBox="1">
            <a:spLocks noChangeArrowheads="1"/>
          </p:cNvSpPr>
          <p:nvPr/>
        </p:nvSpPr>
        <p:spPr bwMode="auto">
          <a:xfrm>
            <a:off x="5315525" y="4914401"/>
            <a:ext cx="288541"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0">
            <a:sp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algn="r" eaLnBrk="1" hangingPunct="1">
              <a:buFont typeface="Wingdings" pitchFamily="2" charset="2"/>
              <a:buNone/>
            </a:pPr>
            <a:r>
              <a:rPr lang="de-DE" altLang="en-US" sz="900" dirty="0" smtClean="0"/>
              <a:t>0,020</a:t>
            </a:r>
            <a:endParaRPr lang="en-US" altLang="en-US" sz="900" dirty="0"/>
          </a:p>
        </p:txBody>
      </p:sp>
      <p:sp>
        <p:nvSpPr>
          <p:cNvPr id="38" name="PPTShape_7"/>
          <p:cNvSpPr txBox="1">
            <a:spLocks noChangeArrowheads="1"/>
          </p:cNvSpPr>
          <p:nvPr/>
        </p:nvSpPr>
        <p:spPr bwMode="auto">
          <a:xfrm>
            <a:off x="5315525" y="4733880"/>
            <a:ext cx="288541"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0">
            <a:sp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algn="r" eaLnBrk="1" hangingPunct="1">
              <a:buFont typeface="Wingdings" pitchFamily="2" charset="2"/>
              <a:buNone/>
            </a:pPr>
            <a:r>
              <a:rPr lang="de-DE" altLang="en-US" sz="900" dirty="0" smtClean="0"/>
              <a:t>0,030</a:t>
            </a:r>
            <a:endParaRPr lang="en-US" altLang="en-US" sz="900" dirty="0"/>
          </a:p>
        </p:txBody>
      </p:sp>
      <p:sp>
        <p:nvSpPr>
          <p:cNvPr id="39" name="PPTShape_8"/>
          <p:cNvSpPr txBox="1">
            <a:spLocks noChangeArrowheads="1"/>
          </p:cNvSpPr>
          <p:nvPr/>
        </p:nvSpPr>
        <p:spPr bwMode="auto">
          <a:xfrm>
            <a:off x="5315525" y="4553358"/>
            <a:ext cx="288541"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0">
            <a:sp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algn="r" eaLnBrk="1" hangingPunct="1">
              <a:buFont typeface="Wingdings" pitchFamily="2" charset="2"/>
              <a:buNone/>
            </a:pPr>
            <a:r>
              <a:rPr lang="de-DE" altLang="en-US" sz="900" dirty="0" smtClean="0"/>
              <a:t>0,040</a:t>
            </a:r>
            <a:endParaRPr lang="en-US" altLang="en-US" sz="900" dirty="0"/>
          </a:p>
        </p:txBody>
      </p:sp>
      <p:sp>
        <p:nvSpPr>
          <p:cNvPr id="40" name="PPTShape_9"/>
          <p:cNvSpPr txBox="1">
            <a:spLocks noChangeArrowheads="1"/>
          </p:cNvSpPr>
          <p:nvPr/>
        </p:nvSpPr>
        <p:spPr bwMode="auto">
          <a:xfrm>
            <a:off x="5315525" y="4372836"/>
            <a:ext cx="288541"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0">
            <a:sp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algn="r" eaLnBrk="1" hangingPunct="1">
              <a:buFont typeface="Wingdings" pitchFamily="2" charset="2"/>
              <a:buNone/>
            </a:pPr>
            <a:r>
              <a:rPr lang="de-DE" altLang="en-US" sz="900" dirty="0" smtClean="0"/>
              <a:t>0,050</a:t>
            </a:r>
            <a:endParaRPr lang="en-US" altLang="en-US" sz="900" dirty="0"/>
          </a:p>
        </p:txBody>
      </p:sp>
      <p:sp>
        <p:nvSpPr>
          <p:cNvPr id="41" name="PPTShape_10"/>
          <p:cNvSpPr txBox="1">
            <a:spLocks noChangeArrowheads="1"/>
          </p:cNvSpPr>
          <p:nvPr/>
        </p:nvSpPr>
        <p:spPr bwMode="auto">
          <a:xfrm>
            <a:off x="5315525" y="4192315"/>
            <a:ext cx="288541"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0">
            <a:sp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algn="r" eaLnBrk="1" hangingPunct="1">
              <a:buFont typeface="Wingdings" pitchFamily="2" charset="2"/>
              <a:buNone/>
            </a:pPr>
            <a:r>
              <a:rPr lang="de-DE" altLang="en-US" sz="900" dirty="0" smtClean="0"/>
              <a:t>0,060</a:t>
            </a:r>
            <a:endParaRPr lang="en-US" altLang="en-US" sz="900" dirty="0"/>
          </a:p>
        </p:txBody>
      </p:sp>
      <p:sp>
        <p:nvSpPr>
          <p:cNvPr id="42" name="PPTShape_11"/>
          <p:cNvSpPr txBox="1">
            <a:spLocks noChangeArrowheads="1"/>
          </p:cNvSpPr>
          <p:nvPr/>
        </p:nvSpPr>
        <p:spPr bwMode="auto">
          <a:xfrm>
            <a:off x="5315525" y="4011794"/>
            <a:ext cx="288541"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0">
            <a:sp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algn="r" eaLnBrk="1" hangingPunct="1">
              <a:buFont typeface="Wingdings" pitchFamily="2" charset="2"/>
              <a:buNone/>
            </a:pPr>
            <a:r>
              <a:rPr lang="de-DE" altLang="en-US" sz="900" dirty="0" smtClean="0"/>
              <a:t>0,070</a:t>
            </a:r>
            <a:endParaRPr lang="en-US" altLang="en-US" sz="900" dirty="0"/>
          </a:p>
        </p:txBody>
      </p:sp>
      <p:sp>
        <p:nvSpPr>
          <p:cNvPr id="44" name="PPTShape_12"/>
          <p:cNvSpPr txBox="1">
            <a:spLocks noChangeArrowheads="1"/>
          </p:cNvSpPr>
          <p:nvPr/>
        </p:nvSpPr>
        <p:spPr bwMode="auto">
          <a:xfrm>
            <a:off x="5718257" y="5548949"/>
            <a:ext cx="25648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eaLnBrk="1" hangingPunct="1">
              <a:buFont typeface="Wingdings" pitchFamily="2" charset="2"/>
              <a:buNone/>
            </a:pPr>
            <a:r>
              <a:rPr lang="de-DE" altLang="en-US" sz="900" dirty="0" smtClean="0"/>
              <a:t>4000</a:t>
            </a:r>
            <a:endParaRPr lang="en-US" altLang="en-US" sz="900" dirty="0"/>
          </a:p>
        </p:txBody>
      </p:sp>
      <p:sp>
        <p:nvSpPr>
          <p:cNvPr id="45" name="PPTShape_13"/>
          <p:cNvSpPr txBox="1">
            <a:spLocks noChangeArrowheads="1"/>
          </p:cNvSpPr>
          <p:nvPr/>
        </p:nvSpPr>
        <p:spPr bwMode="auto">
          <a:xfrm>
            <a:off x="6051353" y="5548949"/>
            <a:ext cx="25648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eaLnBrk="1" hangingPunct="1">
              <a:buFont typeface="Wingdings" pitchFamily="2" charset="2"/>
              <a:buNone/>
            </a:pPr>
            <a:r>
              <a:rPr lang="de-DE" altLang="en-US" sz="900" dirty="0" smtClean="0"/>
              <a:t>3500</a:t>
            </a:r>
            <a:endParaRPr lang="en-US" altLang="en-US" sz="900" dirty="0"/>
          </a:p>
        </p:txBody>
      </p:sp>
      <p:sp>
        <p:nvSpPr>
          <p:cNvPr id="50" name="PPTShape_14"/>
          <p:cNvSpPr txBox="1">
            <a:spLocks noChangeArrowheads="1"/>
          </p:cNvSpPr>
          <p:nvPr/>
        </p:nvSpPr>
        <p:spPr bwMode="auto">
          <a:xfrm>
            <a:off x="6384448" y="5548949"/>
            <a:ext cx="25648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eaLnBrk="1" hangingPunct="1">
              <a:buFont typeface="Wingdings" pitchFamily="2" charset="2"/>
              <a:buNone/>
            </a:pPr>
            <a:r>
              <a:rPr lang="de-DE" altLang="en-US" sz="900" dirty="0" smtClean="0"/>
              <a:t>3000</a:t>
            </a:r>
            <a:endParaRPr lang="en-US" altLang="en-US" sz="900" dirty="0"/>
          </a:p>
        </p:txBody>
      </p:sp>
      <p:sp>
        <p:nvSpPr>
          <p:cNvPr id="51" name="PPTShape_15"/>
          <p:cNvSpPr txBox="1">
            <a:spLocks noChangeArrowheads="1"/>
          </p:cNvSpPr>
          <p:nvPr/>
        </p:nvSpPr>
        <p:spPr bwMode="auto">
          <a:xfrm>
            <a:off x="6717543" y="5548949"/>
            <a:ext cx="25648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eaLnBrk="1" hangingPunct="1">
              <a:buFont typeface="Wingdings" pitchFamily="2" charset="2"/>
              <a:buNone/>
            </a:pPr>
            <a:r>
              <a:rPr lang="de-DE" altLang="en-US" sz="900" dirty="0"/>
              <a:t>2500</a:t>
            </a:r>
            <a:endParaRPr lang="en-US" altLang="en-US" sz="900" dirty="0"/>
          </a:p>
        </p:txBody>
      </p:sp>
      <p:sp>
        <p:nvSpPr>
          <p:cNvPr id="52" name="PPTShape_16"/>
          <p:cNvSpPr txBox="1">
            <a:spLocks noChangeArrowheads="1"/>
          </p:cNvSpPr>
          <p:nvPr/>
        </p:nvSpPr>
        <p:spPr bwMode="auto">
          <a:xfrm>
            <a:off x="7050638" y="5548949"/>
            <a:ext cx="25648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eaLnBrk="1" hangingPunct="1">
              <a:buFont typeface="Wingdings" pitchFamily="2" charset="2"/>
              <a:buNone/>
            </a:pPr>
            <a:r>
              <a:rPr lang="de-DE" altLang="en-US" sz="900" dirty="0" smtClean="0"/>
              <a:t>2000</a:t>
            </a:r>
            <a:endParaRPr lang="en-US" altLang="en-US" sz="900" dirty="0"/>
          </a:p>
        </p:txBody>
      </p:sp>
      <p:sp>
        <p:nvSpPr>
          <p:cNvPr id="53" name="PPTShape_17"/>
          <p:cNvSpPr txBox="1">
            <a:spLocks noChangeArrowheads="1"/>
          </p:cNvSpPr>
          <p:nvPr/>
        </p:nvSpPr>
        <p:spPr bwMode="auto">
          <a:xfrm>
            <a:off x="7383734" y="5548949"/>
            <a:ext cx="25648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eaLnBrk="1" hangingPunct="1">
              <a:buFont typeface="Wingdings" pitchFamily="2" charset="2"/>
              <a:buNone/>
            </a:pPr>
            <a:r>
              <a:rPr lang="de-DE" altLang="en-US" sz="900" dirty="0" smtClean="0"/>
              <a:t>1500</a:t>
            </a:r>
            <a:endParaRPr lang="en-US" altLang="en-US" sz="900" dirty="0"/>
          </a:p>
        </p:txBody>
      </p:sp>
      <p:sp>
        <p:nvSpPr>
          <p:cNvPr id="55" name="PPTShape_18"/>
          <p:cNvSpPr txBox="1">
            <a:spLocks noChangeArrowheads="1"/>
          </p:cNvSpPr>
          <p:nvPr/>
        </p:nvSpPr>
        <p:spPr bwMode="auto">
          <a:xfrm>
            <a:off x="7716829" y="5548949"/>
            <a:ext cx="25648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eaLnBrk="1" hangingPunct="1">
              <a:buFont typeface="Wingdings" pitchFamily="2" charset="2"/>
              <a:buNone/>
            </a:pPr>
            <a:r>
              <a:rPr lang="de-DE" altLang="en-US" sz="900" dirty="0"/>
              <a:t>1000</a:t>
            </a:r>
            <a:endParaRPr lang="en-US" altLang="en-US" sz="900" dirty="0"/>
          </a:p>
        </p:txBody>
      </p:sp>
      <p:grpSp>
        <p:nvGrpSpPr>
          <p:cNvPr id="10" name="Group 9"/>
          <p:cNvGrpSpPr/>
          <p:nvPr>
            <p:custDataLst>
              <p:tags r:id="rId8"/>
            </p:custDataLst>
          </p:nvPr>
        </p:nvGrpSpPr>
        <p:grpSpPr>
          <a:xfrm>
            <a:off x="5823829" y="5525937"/>
            <a:ext cx="1995013" cy="26733"/>
            <a:chOff x="11639931" y="-4615543"/>
            <a:chExt cx="10646037" cy="7852229"/>
          </a:xfrm>
        </p:grpSpPr>
        <p:sp>
          <p:nvSpPr>
            <p:cNvPr id="46" name="Freeform 45"/>
            <p:cNvSpPr/>
            <p:nvPr/>
          </p:nvSpPr>
          <p:spPr bwMode="gray">
            <a:xfrm>
              <a:off x="11639931" y="-4615543"/>
              <a:ext cx="0" cy="7852229"/>
            </a:xfrm>
            <a:custGeom>
              <a:avLst/>
              <a:gdLst>
                <a:gd name="connsiteX0" fmla="*/ 0 w 0"/>
                <a:gd name="connsiteY0" fmla="*/ 0 h 7852229"/>
                <a:gd name="connsiteX1" fmla="*/ 0 w 0"/>
                <a:gd name="connsiteY1" fmla="*/ 7852229 h 7852229"/>
              </a:gdLst>
              <a:ahLst/>
              <a:cxnLst>
                <a:cxn ang="0">
                  <a:pos x="connsiteX0" y="connsiteY0"/>
                </a:cxn>
                <a:cxn ang="0">
                  <a:pos x="connsiteX1" y="connsiteY1"/>
                </a:cxn>
              </a:cxnLst>
              <a:rect l="l" t="t" r="r" b="b"/>
              <a:pathLst>
                <a:path h="7852229">
                  <a:moveTo>
                    <a:pt x="0" y="0"/>
                  </a:moveTo>
                  <a:lnTo>
                    <a:pt x="0" y="7852229"/>
                  </a:lnTo>
                </a:path>
              </a:pathLst>
            </a:custGeom>
            <a:noFill/>
            <a:ln w="12700" cap="flat" cmpd="sng" algn="ctr">
              <a:solidFill>
                <a:srgbClr val="000000"/>
              </a:solidFill>
              <a:prstDash val="solid"/>
            </a:ln>
            <a:effectLst/>
          </p:spPr>
          <p:txBody>
            <a:bodyPr wrap="none" lIns="0" tIns="0" rIns="0" bIns="0" rtlCol="0" anchor="ctr"/>
            <a:lstStyle/>
            <a:p>
              <a:pPr algn="ctr"/>
              <a:endParaRPr lang="en-GB" sz="900"/>
            </a:p>
          </p:txBody>
        </p:sp>
        <p:sp>
          <p:nvSpPr>
            <p:cNvPr id="47" name="Freeform 46"/>
            <p:cNvSpPr/>
            <p:nvPr/>
          </p:nvSpPr>
          <p:spPr bwMode="gray">
            <a:xfrm>
              <a:off x="13414270" y="-4615543"/>
              <a:ext cx="0" cy="7852229"/>
            </a:xfrm>
            <a:custGeom>
              <a:avLst/>
              <a:gdLst>
                <a:gd name="connsiteX0" fmla="*/ 0 w 0"/>
                <a:gd name="connsiteY0" fmla="*/ 0 h 7852229"/>
                <a:gd name="connsiteX1" fmla="*/ 0 w 0"/>
                <a:gd name="connsiteY1" fmla="*/ 7852229 h 7852229"/>
              </a:gdLst>
              <a:ahLst/>
              <a:cxnLst>
                <a:cxn ang="0">
                  <a:pos x="connsiteX0" y="connsiteY0"/>
                </a:cxn>
                <a:cxn ang="0">
                  <a:pos x="connsiteX1" y="connsiteY1"/>
                </a:cxn>
              </a:cxnLst>
              <a:rect l="l" t="t" r="r" b="b"/>
              <a:pathLst>
                <a:path h="7852229">
                  <a:moveTo>
                    <a:pt x="0" y="0"/>
                  </a:moveTo>
                  <a:lnTo>
                    <a:pt x="0" y="7852229"/>
                  </a:lnTo>
                </a:path>
              </a:pathLst>
            </a:custGeom>
            <a:noFill/>
            <a:ln w="12700" cap="flat" cmpd="sng" algn="ctr">
              <a:solidFill>
                <a:srgbClr val="000000"/>
              </a:solidFill>
              <a:prstDash val="solid"/>
            </a:ln>
            <a:effectLst/>
          </p:spPr>
          <p:txBody>
            <a:bodyPr wrap="none" lIns="0" tIns="0" rIns="0" bIns="0" rtlCol="0" anchor="ctr"/>
            <a:lstStyle/>
            <a:p>
              <a:pPr algn="ctr"/>
              <a:endParaRPr lang="en-GB" sz="900"/>
            </a:p>
          </p:txBody>
        </p:sp>
        <p:sp>
          <p:nvSpPr>
            <p:cNvPr id="48" name="Freeform 47"/>
            <p:cNvSpPr/>
            <p:nvPr/>
          </p:nvSpPr>
          <p:spPr bwMode="gray">
            <a:xfrm>
              <a:off x="15188609" y="-4615543"/>
              <a:ext cx="0" cy="7852229"/>
            </a:xfrm>
            <a:custGeom>
              <a:avLst/>
              <a:gdLst>
                <a:gd name="connsiteX0" fmla="*/ 0 w 0"/>
                <a:gd name="connsiteY0" fmla="*/ 0 h 7852229"/>
                <a:gd name="connsiteX1" fmla="*/ 0 w 0"/>
                <a:gd name="connsiteY1" fmla="*/ 7852229 h 7852229"/>
              </a:gdLst>
              <a:ahLst/>
              <a:cxnLst>
                <a:cxn ang="0">
                  <a:pos x="connsiteX0" y="connsiteY0"/>
                </a:cxn>
                <a:cxn ang="0">
                  <a:pos x="connsiteX1" y="connsiteY1"/>
                </a:cxn>
              </a:cxnLst>
              <a:rect l="l" t="t" r="r" b="b"/>
              <a:pathLst>
                <a:path h="7852229">
                  <a:moveTo>
                    <a:pt x="0" y="0"/>
                  </a:moveTo>
                  <a:lnTo>
                    <a:pt x="0" y="7852229"/>
                  </a:lnTo>
                </a:path>
              </a:pathLst>
            </a:custGeom>
            <a:noFill/>
            <a:ln w="12700" cap="flat" cmpd="sng" algn="ctr">
              <a:solidFill>
                <a:srgbClr val="000000"/>
              </a:solidFill>
              <a:prstDash val="solid"/>
            </a:ln>
            <a:effectLst/>
          </p:spPr>
          <p:txBody>
            <a:bodyPr wrap="none" lIns="0" tIns="0" rIns="0" bIns="0" rtlCol="0" anchor="ctr"/>
            <a:lstStyle/>
            <a:p>
              <a:pPr algn="ctr"/>
              <a:endParaRPr lang="en-GB" sz="900"/>
            </a:p>
          </p:txBody>
        </p:sp>
        <p:sp>
          <p:nvSpPr>
            <p:cNvPr id="49" name="Freeform 48"/>
            <p:cNvSpPr/>
            <p:nvPr/>
          </p:nvSpPr>
          <p:spPr bwMode="gray">
            <a:xfrm>
              <a:off x="16962948" y="-4615543"/>
              <a:ext cx="0" cy="7852229"/>
            </a:xfrm>
            <a:custGeom>
              <a:avLst/>
              <a:gdLst>
                <a:gd name="connsiteX0" fmla="*/ 0 w 0"/>
                <a:gd name="connsiteY0" fmla="*/ 0 h 7852229"/>
                <a:gd name="connsiteX1" fmla="*/ 0 w 0"/>
                <a:gd name="connsiteY1" fmla="*/ 7852229 h 7852229"/>
              </a:gdLst>
              <a:ahLst/>
              <a:cxnLst>
                <a:cxn ang="0">
                  <a:pos x="connsiteX0" y="connsiteY0"/>
                </a:cxn>
                <a:cxn ang="0">
                  <a:pos x="connsiteX1" y="connsiteY1"/>
                </a:cxn>
              </a:cxnLst>
              <a:rect l="l" t="t" r="r" b="b"/>
              <a:pathLst>
                <a:path h="7852229">
                  <a:moveTo>
                    <a:pt x="0" y="0"/>
                  </a:moveTo>
                  <a:lnTo>
                    <a:pt x="0" y="7852229"/>
                  </a:lnTo>
                </a:path>
              </a:pathLst>
            </a:custGeom>
            <a:noFill/>
            <a:ln w="12700" cap="flat" cmpd="sng" algn="ctr">
              <a:solidFill>
                <a:srgbClr val="000000"/>
              </a:solidFill>
              <a:prstDash val="solid"/>
            </a:ln>
            <a:effectLst/>
          </p:spPr>
          <p:txBody>
            <a:bodyPr wrap="none" lIns="0" tIns="0" rIns="0" bIns="0" rtlCol="0" anchor="ctr"/>
            <a:lstStyle/>
            <a:p>
              <a:pPr algn="ctr"/>
              <a:endParaRPr lang="en-GB" sz="900"/>
            </a:p>
          </p:txBody>
        </p:sp>
        <p:sp>
          <p:nvSpPr>
            <p:cNvPr id="54" name="Freeform 53"/>
            <p:cNvSpPr/>
            <p:nvPr/>
          </p:nvSpPr>
          <p:spPr bwMode="gray">
            <a:xfrm>
              <a:off x="18737288" y="-4615543"/>
              <a:ext cx="0" cy="7852229"/>
            </a:xfrm>
            <a:custGeom>
              <a:avLst/>
              <a:gdLst>
                <a:gd name="connsiteX0" fmla="*/ 0 w 0"/>
                <a:gd name="connsiteY0" fmla="*/ 0 h 7852229"/>
                <a:gd name="connsiteX1" fmla="*/ 0 w 0"/>
                <a:gd name="connsiteY1" fmla="*/ 7852229 h 7852229"/>
              </a:gdLst>
              <a:ahLst/>
              <a:cxnLst>
                <a:cxn ang="0">
                  <a:pos x="connsiteX0" y="connsiteY0"/>
                </a:cxn>
                <a:cxn ang="0">
                  <a:pos x="connsiteX1" y="connsiteY1"/>
                </a:cxn>
              </a:cxnLst>
              <a:rect l="l" t="t" r="r" b="b"/>
              <a:pathLst>
                <a:path h="7852229">
                  <a:moveTo>
                    <a:pt x="0" y="0"/>
                  </a:moveTo>
                  <a:lnTo>
                    <a:pt x="0" y="7852229"/>
                  </a:lnTo>
                </a:path>
              </a:pathLst>
            </a:custGeom>
            <a:noFill/>
            <a:ln w="12700" cap="flat" cmpd="sng" algn="ctr">
              <a:solidFill>
                <a:srgbClr val="000000"/>
              </a:solidFill>
              <a:prstDash val="solid"/>
            </a:ln>
            <a:effectLst/>
          </p:spPr>
          <p:txBody>
            <a:bodyPr wrap="none" lIns="0" tIns="0" rIns="0" bIns="0" rtlCol="0" anchor="ctr"/>
            <a:lstStyle/>
            <a:p>
              <a:pPr algn="ctr"/>
              <a:endParaRPr lang="en-GB" sz="900"/>
            </a:p>
          </p:txBody>
        </p:sp>
        <p:sp>
          <p:nvSpPr>
            <p:cNvPr id="56" name="Freeform 55"/>
            <p:cNvSpPr/>
            <p:nvPr/>
          </p:nvSpPr>
          <p:spPr bwMode="gray">
            <a:xfrm>
              <a:off x="20511627" y="-4615543"/>
              <a:ext cx="0" cy="7852229"/>
            </a:xfrm>
            <a:custGeom>
              <a:avLst/>
              <a:gdLst>
                <a:gd name="connsiteX0" fmla="*/ 0 w 0"/>
                <a:gd name="connsiteY0" fmla="*/ 0 h 7852229"/>
                <a:gd name="connsiteX1" fmla="*/ 0 w 0"/>
                <a:gd name="connsiteY1" fmla="*/ 7852229 h 7852229"/>
              </a:gdLst>
              <a:ahLst/>
              <a:cxnLst>
                <a:cxn ang="0">
                  <a:pos x="connsiteX0" y="connsiteY0"/>
                </a:cxn>
                <a:cxn ang="0">
                  <a:pos x="connsiteX1" y="connsiteY1"/>
                </a:cxn>
              </a:cxnLst>
              <a:rect l="l" t="t" r="r" b="b"/>
              <a:pathLst>
                <a:path h="7852229">
                  <a:moveTo>
                    <a:pt x="0" y="0"/>
                  </a:moveTo>
                  <a:lnTo>
                    <a:pt x="0" y="7852229"/>
                  </a:lnTo>
                </a:path>
              </a:pathLst>
            </a:custGeom>
            <a:noFill/>
            <a:ln w="12700" cap="flat" cmpd="sng" algn="ctr">
              <a:solidFill>
                <a:srgbClr val="000000"/>
              </a:solidFill>
              <a:prstDash val="solid"/>
            </a:ln>
            <a:effectLst/>
          </p:spPr>
          <p:txBody>
            <a:bodyPr wrap="none" lIns="0" tIns="0" rIns="0" bIns="0" rtlCol="0" anchor="ctr"/>
            <a:lstStyle/>
            <a:p>
              <a:pPr algn="ctr"/>
              <a:endParaRPr lang="en-GB" sz="900"/>
            </a:p>
          </p:txBody>
        </p:sp>
        <p:sp>
          <p:nvSpPr>
            <p:cNvPr id="57" name="Freeform 56"/>
            <p:cNvSpPr/>
            <p:nvPr/>
          </p:nvSpPr>
          <p:spPr bwMode="gray">
            <a:xfrm>
              <a:off x="22285968" y="-4615543"/>
              <a:ext cx="0" cy="7852229"/>
            </a:xfrm>
            <a:custGeom>
              <a:avLst/>
              <a:gdLst>
                <a:gd name="connsiteX0" fmla="*/ 0 w 0"/>
                <a:gd name="connsiteY0" fmla="*/ 0 h 7852229"/>
                <a:gd name="connsiteX1" fmla="*/ 0 w 0"/>
                <a:gd name="connsiteY1" fmla="*/ 7852229 h 7852229"/>
              </a:gdLst>
              <a:ahLst/>
              <a:cxnLst>
                <a:cxn ang="0">
                  <a:pos x="connsiteX0" y="connsiteY0"/>
                </a:cxn>
                <a:cxn ang="0">
                  <a:pos x="connsiteX1" y="connsiteY1"/>
                </a:cxn>
              </a:cxnLst>
              <a:rect l="l" t="t" r="r" b="b"/>
              <a:pathLst>
                <a:path h="7852229">
                  <a:moveTo>
                    <a:pt x="0" y="0"/>
                  </a:moveTo>
                  <a:lnTo>
                    <a:pt x="0" y="7852229"/>
                  </a:lnTo>
                </a:path>
              </a:pathLst>
            </a:custGeom>
            <a:noFill/>
            <a:ln w="12700" cap="flat" cmpd="sng" algn="ctr">
              <a:solidFill>
                <a:srgbClr val="000000"/>
              </a:solidFill>
              <a:prstDash val="solid"/>
            </a:ln>
            <a:effectLst/>
          </p:spPr>
          <p:txBody>
            <a:bodyPr wrap="none" lIns="0" tIns="0" rIns="0" bIns="0" rtlCol="0" anchor="ctr"/>
            <a:lstStyle/>
            <a:p>
              <a:pPr algn="ctr"/>
              <a:endParaRPr lang="en-GB" sz="900"/>
            </a:p>
          </p:txBody>
        </p:sp>
      </p:grpSp>
      <p:sp>
        <p:nvSpPr>
          <p:cNvPr id="59" name="Freeform 58"/>
          <p:cNvSpPr/>
          <p:nvPr/>
        </p:nvSpPr>
        <p:spPr bwMode="gray">
          <a:xfrm rot="16200000">
            <a:off x="5651045" y="5329908"/>
            <a:ext cx="0" cy="26733"/>
          </a:xfrm>
          <a:custGeom>
            <a:avLst/>
            <a:gdLst>
              <a:gd name="connsiteX0" fmla="*/ 0 w 0"/>
              <a:gd name="connsiteY0" fmla="*/ 0 h 7852229"/>
              <a:gd name="connsiteX1" fmla="*/ 0 w 0"/>
              <a:gd name="connsiteY1" fmla="*/ 7852229 h 7852229"/>
            </a:gdLst>
            <a:ahLst/>
            <a:cxnLst>
              <a:cxn ang="0">
                <a:pos x="connsiteX0" y="connsiteY0"/>
              </a:cxn>
              <a:cxn ang="0">
                <a:pos x="connsiteX1" y="connsiteY1"/>
              </a:cxn>
            </a:cxnLst>
            <a:rect l="l" t="t" r="r" b="b"/>
            <a:pathLst>
              <a:path h="7852229">
                <a:moveTo>
                  <a:pt x="0" y="0"/>
                </a:moveTo>
                <a:lnTo>
                  <a:pt x="0" y="7852229"/>
                </a:lnTo>
              </a:path>
            </a:pathLst>
          </a:custGeom>
          <a:noFill/>
          <a:ln w="12700" cap="flat" cmpd="sng" algn="ctr">
            <a:solidFill>
              <a:srgbClr val="000000"/>
            </a:solidFill>
            <a:prstDash val="solid"/>
          </a:ln>
          <a:effectLst/>
        </p:spPr>
        <p:txBody>
          <a:bodyPr wrap="none" lIns="0" tIns="0" rIns="0" bIns="0" rtlCol="0" anchor="ctr"/>
          <a:lstStyle/>
          <a:p>
            <a:pPr algn="ctr"/>
            <a:endParaRPr lang="en-GB" sz="900"/>
          </a:p>
        </p:txBody>
      </p:sp>
      <p:sp>
        <p:nvSpPr>
          <p:cNvPr id="60" name="Freeform 59"/>
          <p:cNvSpPr/>
          <p:nvPr/>
        </p:nvSpPr>
        <p:spPr bwMode="gray">
          <a:xfrm rot="16200000">
            <a:off x="5651045" y="5149589"/>
            <a:ext cx="0" cy="26733"/>
          </a:xfrm>
          <a:custGeom>
            <a:avLst/>
            <a:gdLst>
              <a:gd name="connsiteX0" fmla="*/ 0 w 0"/>
              <a:gd name="connsiteY0" fmla="*/ 0 h 7852229"/>
              <a:gd name="connsiteX1" fmla="*/ 0 w 0"/>
              <a:gd name="connsiteY1" fmla="*/ 7852229 h 7852229"/>
            </a:gdLst>
            <a:ahLst/>
            <a:cxnLst>
              <a:cxn ang="0">
                <a:pos x="connsiteX0" y="connsiteY0"/>
              </a:cxn>
              <a:cxn ang="0">
                <a:pos x="connsiteX1" y="connsiteY1"/>
              </a:cxn>
            </a:cxnLst>
            <a:rect l="l" t="t" r="r" b="b"/>
            <a:pathLst>
              <a:path h="7852229">
                <a:moveTo>
                  <a:pt x="0" y="0"/>
                </a:moveTo>
                <a:lnTo>
                  <a:pt x="0" y="7852229"/>
                </a:lnTo>
              </a:path>
            </a:pathLst>
          </a:custGeom>
          <a:noFill/>
          <a:ln w="12700" cap="flat" cmpd="sng" algn="ctr">
            <a:solidFill>
              <a:srgbClr val="000000"/>
            </a:solidFill>
            <a:prstDash val="solid"/>
          </a:ln>
          <a:effectLst/>
        </p:spPr>
        <p:txBody>
          <a:bodyPr wrap="none" lIns="0" tIns="0" rIns="0" bIns="0" rtlCol="0" anchor="ctr"/>
          <a:lstStyle/>
          <a:p>
            <a:pPr algn="ctr"/>
            <a:endParaRPr lang="en-GB" sz="900"/>
          </a:p>
        </p:txBody>
      </p:sp>
      <p:sp>
        <p:nvSpPr>
          <p:cNvPr id="61" name="Freeform 60"/>
          <p:cNvSpPr/>
          <p:nvPr/>
        </p:nvSpPr>
        <p:spPr bwMode="gray">
          <a:xfrm rot="16200000">
            <a:off x="5651045" y="4969270"/>
            <a:ext cx="0" cy="26733"/>
          </a:xfrm>
          <a:custGeom>
            <a:avLst/>
            <a:gdLst>
              <a:gd name="connsiteX0" fmla="*/ 0 w 0"/>
              <a:gd name="connsiteY0" fmla="*/ 0 h 7852229"/>
              <a:gd name="connsiteX1" fmla="*/ 0 w 0"/>
              <a:gd name="connsiteY1" fmla="*/ 7852229 h 7852229"/>
            </a:gdLst>
            <a:ahLst/>
            <a:cxnLst>
              <a:cxn ang="0">
                <a:pos x="connsiteX0" y="connsiteY0"/>
              </a:cxn>
              <a:cxn ang="0">
                <a:pos x="connsiteX1" y="connsiteY1"/>
              </a:cxn>
            </a:cxnLst>
            <a:rect l="l" t="t" r="r" b="b"/>
            <a:pathLst>
              <a:path h="7852229">
                <a:moveTo>
                  <a:pt x="0" y="0"/>
                </a:moveTo>
                <a:lnTo>
                  <a:pt x="0" y="7852229"/>
                </a:lnTo>
              </a:path>
            </a:pathLst>
          </a:custGeom>
          <a:noFill/>
          <a:ln w="12700" cap="flat" cmpd="sng" algn="ctr">
            <a:solidFill>
              <a:srgbClr val="000000"/>
            </a:solidFill>
            <a:prstDash val="solid"/>
          </a:ln>
          <a:effectLst/>
        </p:spPr>
        <p:txBody>
          <a:bodyPr wrap="none" lIns="0" tIns="0" rIns="0" bIns="0" rtlCol="0" anchor="ctr"/>
          <a:lstStyle/>
          <a:p>
            <a:pPr algn="ctr"/>
            <a:endParaRPr lang="en-GB" sz="900"/>
          </a:p>
        </p:txBody>
      </p:sp>
      <p:sp>
        <p:nvSpPr>
          <p:cNvPr id="62" name="Freeform 61"/>
          <p:cNvSpPr/>
          <p:nvPr/>
        </p:nvSpPr>
        <p:spPr bwMode="gray">
          <a:xfrm rot="16200000">
            <a:off x="5651045" y="4608633"/>
            <a:ext cx="0" cy="26733"/>
          </a:xfrm>
          <a:custGeom>
            <a:avLst/>
            <a:gdLst>
              <a:gd name="connsiteX0" fmla="*/ 0 w 0"/>
              <a:gd name="connsiteY0" fmla="*/ 0 h 7852229"/>
              <a:gd name="connsiteX1" fmla="*/ 0 w 0"/>
              <a:gd name="connsiteY1" fmla="*/ 7852229 h 7852229"/>
            </a:gdLst>
            <a:ahLst/>
            <a:cxnLst>
              <a:cxn ang="0">
                <a:pos x="connsiteX0" y="connsiteY0"/>
              </a:cxn>
              <a:cxn ang="0">
                <a:pos x="connsiteX1" y="connsiteY1"/>
              </a:cxn>
            </a:cxnLst>
            <a:rect l="l" t="t" r="r" b="b"/>
            <a:pathLst>
              <a:path h="7852229">
                <a:moveTo>
                  <a:pt x="0" y="0"/>
                </a:moveTo>
                <a:lnTo>
                  <a:pt x="0" y="7852229"/>
                </a:lnTo>
              </a:path>
            </a:pathLst>
          </a:custGeom>
          <a:noFill/>
          <a:ln w="12700" cap="flat" cmpd="sng" algn="ctr">
            <a:solidFill>
              <a:srgbClr val="000000"/>
            </a:solidFill>
            <a:prstDash val="solid"/>
          </a:ln>
          <a:effectLst/>
        </p:spPr>
        <p:txBody>
          <a:bodyPr wrap="none" lIns="0" tIns="0" rIns="0" bIns="0" rtlCol="0" anchor="ctr"/>
          <a:lstStyle/>
          <a:p>
            <a:pPr algn="ctr"/>
            <a:endParaRPr lang="en-GB" sz="900"/>
          </a:p>
        </p:txBody>
      </p:sp>
      <p:sp>
        <p:nvSpPr>
          <p:cNvPr id="63" name="Freeform 62"/>
          <p:cNvSpPr/>
          <p:nvPr/>
        </p:nvSpPr>
        <p:spPr bwMode="gray">
          <a:xfrm rot="16200000">
            <a:off x="5651045" y="4428314"/>
            <a:ext cx="0" cy="26733"/>
          </a:xfrm>
          <a:custGeom>
            <a:avLst/>
            <a:gdLst>
              <a:gd name="connsiteX0" fmla="*/ 0 w 0"/>
              <a:gd name="connsiteY0" fmla="*/ 0 h 7852229"/>
              <a:gd name="connsiteX1" fmla="*/ 0 w 0"/>
              <a:gd name="connsiteY1" fmla="*/ 7852229 h 7852229"/>
            </a:gdLst>
            <a:ahLst/>
            <a:cxnLst>
              <a:cxn ang="0">
                <a:pos x="connsiteX0" y="connsiteY0"/>
              </a:cxn>
              <a:cxn ang="0">
                <a:pos x="connsiteX1" y="connsiteY1"/>
              </a:cxn>
            </a:cxnLst>
            <a:rect l="l" t="t" r="r" b="b"/>
            <a:pathLst>
              <a:path h="7852229">
                <a:moveTo>
                  <a:pt x="0" y="0"/>
                </a:moveTo>
                <a:lnTo>
                  <a:pt x="0" y="7852229"/>
                </a:lnTo>
              </a:path>
            </a:pathLst>
          </a:custGeom>
          <a:noFill/>
          <a:ln w="12700" cap="flat" cmpd="sng" algn="ctr">
            <a:solidFill>
              <a:srgbClr val="000000"/>
            </a:solidFill>
            <a:prstDash val="solid"/>
          </a:ln>
          <a:effectLst/>
        </p:spPr>
        <p:txBody>
          <a:bodyPr wrap="none" lIns="0" tIns="0" rIns="0" bIns="0" rtlCol="0" anchor="ctr"/>
          <a:lstStyle/>
          <a:p>
            <a:pPr algn="ctr"/>
            <a:endParaRPr lang="en-GB" sz="900"/>
          </a:p>
        </p:txBody>
      </p:sp>
      <p:sp>
        <p:nvSpPr>
          <p:cNvPr id="64" name="Freeform 63"/>
          <p:cNvSpPr/>
          <p:nvPr/>
        </p:nvSpPr>
        <p:spPr bwMode="gray">
          <a:xfrm rot="16200000">
            <a:off x="5651045" y="4247995"/>
            <a:ext cx="0" cy="26733"/>
          </a:xfrm>
          <a:custGeom>
            <a:avLst/>
            <a:gdLst>
              <a:gd name="connsiteX0" fmla="*/ 0 w 0"/>
              <a:gd name="connsiteY0" fmla="*/ 0 h 7852229"/>
              <a:gd name="connsiteX1" fmla="*/ 0 w 0"/>
              <a:gd name="connsiteY1" fmla="*/ 7852229 h 7852229"/>
            </a:gdLst>
            <a:ahLst/>
            <a:cxnLst>
              <a:cxn ang="0">
                <a:pos x="connsiteX0" y="connsiteY0"/>
              </a:cxn>
              <a:cxn ang="0">
                <a:pos x="connsiteX1" y="connsiteY1"/>
              </a:cxn>
            </a:cxnLst>
            <a:rect l="l" t="t" r="r" b="b"/>
            <a:pathLst>
              <a:path h="7852229">
                <a:moveTo>
                  <a:pt x="0" y="0"/>
                </a:moveTo>
                <a:lnTo>
                  <a:pt x="0" y="7852229"/>
                </a:lnTo>
              </a:path>
            </a:pathLst>
          </a:custGeom>
          <a:noFill/>
          <a:ln w="12700" cap="flat" cmpd="sng" algn="ctr">
            <a:solidFill>
              <a:srgbClr val="000000"/>
            </a:solidFill>
            <a:prstDash val="solid"/>
          </a:ln>
          <a:effectLst/>
        </p:spPr>
        <p:txBody>
          <a:bodyPr wrap="none" lIns="0" tIns="0" rIns="0" bIns="0" rtlCol="0" anchor="ctr"/>
          <a:lstStyle/>
          <a:p>
            <a:pPr algn="ctr"/>
            <a:endParaRPr lang="en-GB" sz="900"/>
          </a:p>
        </p:txBody>
      </p:sp>
      <p:sp>
        <p:nvSpPr>
          <p:cNvPr id="65" name="Freeform 64"/>
          <p:cNvSpPr/>
          <p:nvPr/>
        </p:nvSpPr>
        <p:spPr bwMode="gray">
          <a:xfrm rot="16200000">
            <a:off x="5651045" y="4067677"/>
            <a:ext cx="0" cy="26733"/>
          </a:xfrm>
          <a:custGeom>
            <a:avLst/>
            <a:gdLst>
              <a:gd name="connsiteX0" fmla="*/ 0 w 0"/>
              <a:gd name="connsiteY0" fmla="*/ 0 h 7852229"/>
              <a:gd name="connsiteX1" fmla="*/ 0 w 0"/>
              <a:gd name="connsiteY1" fmla="*/ 7852229 h 7852229"/>
            </a:gdLst>
            <a:ahLst/>
            <a:cxnLst>
              <a:cxn ang="0">
                <a:pos x="connsiteX0" y="connsiteY0"/>
              </a:cxn>
              <a:cxn ang="0">
                <a:pos x="connsiteX1" y="connsiteY1"/>
              </a:cxn>
            </a:cxnLst>
            <a:rect l="l" t="t" r="r" b="b"/>
            <a:pathLst>
              <a:path h="7852229">
                <a:moveTo>
                  <a:pt x="0" y="0"/>
                </a:moveTo>
                <a:lnTo>
                  <a:pt x="0" y="7852229"/>
                </a:lnTo>
              </a:path>
            </a:pathLst>
          </a:custGeom>
          <a:noFill/>
          <a:ln w="12700" cap="flat" cmpd="sng" algn="ctr">
            <a:solidFill>
              <a:srgbClr val="000000"/>
            </a:solidFill>
            <a:prstDash val="solid"/>
          </a:ln>
          <a:effectLst/>
        </p:spPr>
        <p:txBody>
          <a:bodyPr wrap="none" lIns="0" tIns="0" rIns="0" bIns="0" rtlCol="0" anchor="ctr"/>
          <a:lstStyle/>
          <a:p>
            <a:pPr algn="ctr"/>
            <a:endParaRPr lang="en-GB" sz="900"/>
          </a:p>
        </p:txBody>
      </p:sp>
      <p:sp>
        <p:nvSpPr>
          <p:cNvPr id="66" name="Freeform 65"/>
          <p:cNvSpPr/>
          <p:nvPr/>
        </p:nvSpPr>
        <p:spPr bwMode="gray">
          <a:xfrm rot="16200000">
            <a:off x="5651045" y="4788951"/>
            <a:ext cx="0" cy="26733"/>
          </a:xfrm>
          <a:custGeom>
            <a:avLst/>
            <a:gdLst>
              <a:gd name="connsiteX0" fmla="*/ 0 w 0"/>
              <a:gd name="connsiteY0" fmla="*/ 0 h 7852229"/>
              <a:gd name="connsiteX1" fmla="*/ 0 w 0"/>
              <a:gd name="connsiteY1" fmla="*/ 7852229 h 7852229"/>
            </a:gdLst>
            <a:ahLst/>
            <a:cxnLst>
              <a:cxn ang="0">
                <a:pos x="connsiteX0" y="connsiteY0"/>
              </a:cxn>
              <a:cxn ang="0">
                <a:pos x="connsiteX1" y="connsiteY1"/>
              </a:cxn>
            </a:cxnLst>
            <a:rect l="l" t="t" r="r" b="b"/>
            <a:pathLst>
              <a:path h="7852229">
                <a:moveTo>
                  <a:pt x="0" y="0"/>
                </a:moveTo>
                <a:lnTo>
                  <a:pt x="0" y="7852229"/>
                </a:lnTo>
              </a:path>
            </a:pathLst>
          </a:custGeom>
          <a:noFill/>
          <a:ln w="12700" cap="flat" cmpd="sng" algn="ctr">
            <a:solidFill>
              <a:srgbClr val="000000"/>
            </a:solidFill>
            <a:prstDash val="solid"/>
          </a:ln>
          <a:effectLst/>
        </p:spPr>
        <p:txBody>
          <a:bodyPr wrap="none" lIns="0" tIns="0" rIns="0" bIns="0" rtlCol="0" anchor="ctr"/>
          <a:lstStyle/>
          <a:p>
            <a:pPr algn="ctr"/>
            <a:endParaRPr lang="en-GB" sz="900"/>
          </a:p>
        </p:txBody>
      </p:sp>
      <p:sp>
        <p:nvSpPr>
          <p:cNvPr id="73" name="AutoShape 10">
            <a:hlinkClick r:id="rId12" highlightClick="1"/>
          </p:cNvPr>
          <p:cNvSpPr>
            <a:spLocks noChangeArrowheads="1"/>
          </p:cNvSpPr>
          <p:nvPr/>
        </p:nvSpPr>
        <p:spPr bwMode="gray">
          <a:xfrm>
            <a:off x="8496300" y="15875"/>
            <a:ext cx="431800" cy="185738"/>
          </a:xfrm>
          <a:prstGeom prst="actionButtonBlank">
            <a:avLst/>
          </a:prstGeom>
          <a:solidFill>
            <a:srgbClr val="EAEAEA"/>
          </a:solidFill>
          <a:ln w="9525">
            <a:noFill/>
            <a:miter lim="800000"/>
            <a:headEnd/>
            <a:tailEnd/>
          </a:ln>
          <a:effectLst/>
        </p:spPr>
        <p:txBody>
          <a:bodyPr wrap="none" anchor="ctr"/>
          <a:lstStyle/>
          <a:p>
            <a:pPr algn="ctr" eaLnBrk="0" hangingPunct="0">
              <a:spcBef>
                <a:spcPct val="40000"/>
              </a:spcBef>
              <a:buClr>
                <a:schemeClr val="accent1"/>
              </a:buClr>
              <a:buSzPct val="80000"/>
              <a:buFont typeface="Wingdings" pitchFamily="2" charset="2"/>
              <a:buNone/>
            </a:pPr>
            <a:r>
              <a:rPr kumimoji="1" lang="en-US" sz="1200" noProof="1">
                <a:solidFill>
                  <a:schemeClr val="accent1"/>
                </a:solidFill>
              </a:rPr>
              <a:t>Help</a:t>
            </a:r>
          </a:p>
        </p:txBody>
      </p:sp>
      <p:sp>
        <p:nvSpPr>
          <p:cNvPr id="6" name="Ellipse 5"/>
          <p:cNvSpPr/>
          <p:nvPr/>
        </p:nvSpPr>
        <p:spPr bwMode="gray">
          <a:xfrm>
            <a:off x="9305925" y="2857500"/>
            <a:ext cx="152400" cy="152400"/>
          </a:xfrm>
          <a:prstGeom prst="ellipse">
            <a:avLst/>
          </a:prstGeom>
          <a:solidFill>
            <a:srgbClr val="005ADE"/>
          </a:solidFill>
          <a:ln w="9525" cap="flat" cmpd="sng" algn="ctr">
            <a:solidFill>
              <a:srgbClr val="005ADE"/>
            </a:solid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de-DE"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713534854"/>
      </p:ext>
    </p:extLst>
  </p:cSld>
  <p:clrMapOvr>
    <a:masterClrMapping/>
  </p:clrMapOvr>
  <mc:AlternateContent xmlns:mc="http://schemas.openxmlformats.org/markup-compatibility/2006" xmlns:p14="http://schemas.microsoft.com/office/powerpoint/2010/main">
    <mc:Choice Requires="p14">
      <p:transition spd="med" p14:dur="700" advTm="57304">
        <p:fade/>
      </p:transition>
    </mc:Choice>
    <mc:Fallback xmlns="">
      <p:transition spd="med" advTm="5730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fade">
                                      <p:cBhvr>
                                        <p:cTn id="7" dur="500"/>
                                        <p:tgtEl>
                                          <p:spTgt spid="72"/>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100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2234"/>
                                        </p:tgtEl>
                                        <p:attrNameLst>
                                          <p:attrName>style.visibility</p:attrName>
                                        </p:attrNameLst>
                                      </p:cBhvr>
                                      <p:to>
                                        <p:strVal val="visible"/>
                                      </p:to>
                                    </p:set>
                                    <p:animEffect transition="in" filter="fade">
                                      <p:cBhvr>
                                        <p:cTn id="17" dur="500"/>
                                        <p:tgtEl>
                                          <p:spTgt spid="522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2229"/>
                                        </p:tgtEl>
                                        <p:attrNameLst>
                                          <p:attrName>style.visibility</p:attrName>
                                        </p:attrNameLst>
                                      </p:cBhvr>
                                      <p:to>
                                        <p:strVal val="visible"/>
                                      </p:to>
                                    </p:set>
                                    <p:animEffect transition="in" filter="wipe(left)">
                                      <p:cBhvr>
                                        <p:cTn id="27" dur="500"/>
                                        <p:tgtEl>
                                          <p:spTgt spid="52229"/>
                                        </p:tgtEl>
                                      </p:cBhvr>
                                    </p:animEffec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52230"/>
                                        </p:tgtEl>
                                        <p:attrNameLst>
                                          <p:attrName>style.visibility</p:attrName>
                                        </p:attrNameLst>
                                      </p:cBhvr>
                                      <p:to>
                                        <p:strVal val="visible"/>
                                      </p:to>
                                    </p:set>
                                    <p:animEffect transition="in" filter="fade">
                                      <p:cBhvr>
                                        <p:cTn id="31" dur="500"/>
                                        <p:tgtEl>
                                          <p:spTgt spid="5223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wipe(left)">
                                      <p:cBhvr>
                                        <p:cTn id="36" dur="500"/>
                                        <p:tgtEl>
                                          <p:spTgt spid="36"/>
                                        </p:tgtEl>
                                      </p:cBhvr>
                                    </p:animEffect>
                                  </p:childTnLst>
                                </p:cTn>
                              </p:par>
                            </p:childTnLst>
                          </p:cTn>
                        </p:par>
                        <p:par>
                          <p:cTn id="37" fill="hold">
                            <p:stCondLst>
                              <p:cond delay="500"/>
                            </p:stCondLst>
                            <p:childTnLst>
                              <p:par>
                                <p:cTn id="38" presetID="10" presetClass="entr" presetSubtype="0" fill="hold" grpId="0" nodeType="afterEffect">
                                  <p:stCondLst>
                                    <p:cond delay="0"/>
                                  </p:stCondLst>
                                  <p:childTnLst>
                                    <p:set>
                                      <p:cBhvr>
                                        <p:cTn id="39" dur="1" fill="hold">
                                          <p:stCondLst>
                                            <p:cond delay="0"/>
                                          </p:stCondLst>
                                        </p:cTn>
                                        <p:tgtEl>
                                          <p:spTgt spid="52237"/>
                                        </p:tgtEl>
                                        <p:attrNameLst>
                                          <p:attrName>style.visibility</p:attrName>
                                        </p:attrNameLst>
                                      </p:cBhvr>
                                      <p:to>
                                        <p:strVal val="visible"/>
                                      </p:to>
                                    </p:set>
                                    <p:animEffect transition="in" filter="fade">
                                      <p:cBhvr>
                                        <p:cTn id="40" dur="500"/>
                                        <p:tgtEl>
                                          <p:spTgt spid="5223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5"/>
                                        </p:tgtEl>
                                        <p:attrNameLst>
                                          <p:attrName>style.visibility</p:attrName>
                                        </p:attrNameLst>
                                      </p:cBhvr>
                                      <p:to>
                                        <p:strVal val="visible"/>
                                      </p:to>
                                    </p:set>
                                    <p:animEffect transition="in" filter="fade">
                                      <p:cBhvr>
                                        <p:cTn id="46" dur="500"/>
                                        <p:tgtEl>
                                          <p:spTgt spid="7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fade">
                                      <p:cBhvr>
                                        <p:cTn id="52" dur="500"/>
                                        <p:tgtEl>
                                          <p:spTgt spid="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500"/>
                                        <p:tgtEl>
                                          <p:spTgt spid="3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500"/>
                                        <p:tgtEl>
                                          <p:spTgt spid="3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fade">
                                      <p:cBhvr>
                                        <p:cTn id="61" dur="500"/>
                                        <p:tgtEl>
                                          <p:spTgt spid="3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fade">
                                      <p:cBhvr>
                                        <p:cTn id="64" dur="500"/>
                                        <p:tgtEl>
                                          <p:spTgt spid="3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fade">
                                      <p:cBhvr>
                                        <p:cTn id="67" dur="500"/>
                                        <p:tgtEl>
                                          <p:spTgt spid="3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9"/>
                                        </p:tgtEl>
                                        <p:attrNameLst>
                                          <p:attrName>style.visibility</p:attrName>
                                        </p:attrNameLst>
                                      </p:cBhvr>
                                      <p:to>
                                        <p:strVal val="visible"/>
                                      </p:to>
                                    </p:set>
                                    <p:animEffect transition="in" filter="fade">
                                      <p:cBhvr>
                                        <p:cTn id="70" dur="500"/>
                                        <p:tgtEl>
                                          <p:spTgt spid="3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animEffect transition="in" filter="fade">
                                      <p:cBhvr>
                                        <p:cTn id="73" dur="500"/>
                                        <p:tgtEl>
                                          <p:spTgt spid="4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1"/>
                                        </p:tgtEl>
                                        <p:attrNameLst>
                                          <p:attrName>style.visibility</p:attrName>
                                        </p:attrNameLst>
                                      </p:cBhvr>
                                      <p:to>
                                        <p:strVal val="visible"/>
                                      </p:to>
                                    </p:set>
                                    <p:animEffect transition="in" filter="fade">
                                      <p:cBhvr>
                                        <p:cTn id="76" dur="500"/>
                                        <p:tgtEl>
                                          <p:spTgt spid="4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2"/>
                                        </p:tgtEl>
                                        <p:attrNameLst>
                                          <p:attrName>style.visibility</p:attrName>
                                        </p:attrNameLst>
                                      </p:cBhvr>
                                      <p:to>
                                        <p:strVal val="visible"/>
                                      </p:to>
                                    </p:set>
                                    <p:animEffect transition="in" filter="fade">
                                      <p:cBhvr>
                                        <p:cTn id="79" dur="500"/>
                                        <p:tgtEl>
                                          <p:spTgt spid="42"/>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4"/>
                                        </p:tgtEl>
                                        <p:attrNameLst>
                                          <p:attrName>style.visibility</p:attrName>
                                        </p:attrNameLst>
                                      </p:cBhvr>
                                      <p:to>
                                        <p:strVal val="visible"/>
                                      </p:to>
                                    </p:set>
                                    <p:animEffect transition="in" filter="fade">
                                      <p:cBhvr>
                                        <p:cTn id="82" dur="500"/>
                                        <p:tgtEl>
                                          <p:spTgt spid="44"/>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5"/>
                                        </p:tgtEl>
                                        <p:attrNameLst>
                                          <p:attrName>style.visibility</p:attrName>
                                        </p:attrNameLst>
                                      </p:cBhvr>
                                      <p:to>
                                        <p:strVal val="visible"/>
                                      </p:to>
                                    </p:set>
                                    <p:animEffect transition="in" filter="fade">
                                      <p:cBhvr>
                                        <p:cTn id="85" dur="500"/>
                                        <p:tgtEl>
                                          <p:spTgt spid="45"/>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0"/>
                                        </p:tgtEl>
                                        <p:attrNameLst>
                                          <p:attrName>style.visibility</p:attrName>
                                        </p:attrNameLst>
                                      </p:cBhvr>
                                      <p:to>
                                        <p:strVal val="visible"/>
                                      </p:to>
                                    </p:set>
                                    <p:animEffect transition="in" filter="fade">
                                      <p:cBhvr>
                                        <p:cTn id="88" dur="500"/>
                                        <p:tgtEl>
                                          <p:spTgt spid="5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fade">
                                      <p:cBhvr>
                                        <p:cTn id="91" dur="500"/>
                                        <p:tgtEl>
                                          <p:spTgt spid="5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2"/>
                                        </p:tgtEl>
                                        <p:attrNameLst>
                                          <p:attrName>style.visibility</p:attrName>
                                        </p:attrNameLst>
                                      </p:cBhvr>
                                      <p:to>
                                        <p:strVal val="visible"/>
                                      </p:to>
                                    </p:set>
                                    <p:animEffect transition="in" filter="fade">
                                      <p:cBhvr>
                                        <p:cTn id="94" dur="500"/>
                                        <p:tgtEl>
                                          <p:spTgt spid="5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3"/>
                                        </p:tgtEl>
                                        <p:attrNameLst>
                                          <p:attrName>style.visibility</p:attrName>
                                        </p:attrNameLst>
                                      </p:cBhvr>
                                      <p:to>
                                        <p:strVal val="visible"/>
                                      </p:to>
                                    </p:set>
                                    <p:animEffect transition="in" filter="fade">
                                      <p:cBhvr>
                                        <p:cTn id="97" dur="500"/>
                                        <p:tgtEl>
                                          <p:spTgt spid="5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55"/>
                                        </p:tgtEl>
                                        <p:attrNameLst>
                                          <p:attrName>style.visibility</p:attrName>
                                        </p:attrNameLst>
                                      </p:cBhvr>
                                      <p:to>
                                        <p:strVal val="visible"/>
                                      </p:to>
                                    </p:set>
                                    <p:animEffect transition="in" filter="fade">
                                      <p:cBhvr>
                                        <p:cTn id="100" dur="500"/>
                                        <p:tgtEl>
                                          <p:spTgt spid="55"/>
                                        </p:tgtEl>
                                      </p:cBhvr>
                                    </p:animEffect>
                                  </p:childTnLst>
                                </p:cTn>
                              </p:par>
                              <p:par>
                                <p:cTn id="101" presetID="10" presetClass="entr" presetSubtype="0" fill="hold" nodeType="withEffect">
                                  <p:stCondLst>
                                    <p:cond delay="0"/>
                                  </p:stCondLst>
                                  <p:childTnLst>
                                    <p:set>
                                      <p:cBhvr>
                                        <p:cTn id="102" dur="1" fill="hold">
                                          <p:stCondLst>
                                            <p:cond delay="0"/>
                                          </p:stCondLst>
                                        </p:cTn>
                                        <p:tgtEl>
                                          <p:spTgt spid="10"/>
                                        </p:tgtEl>
                                        <p:attrNameLst>
                                          <p:attrName>style.visibility</p:attrName>
                                        </p:attrNameLst>
                                      </p:cBhvr>
                                      <p:to>
                                        <p:strVal val="visible"/>
                                      </p:to>
                                    </p:set>
                                    <p:animEffect transition="in" filter="fade">
                                      <p:cBhvr>
                                        <p:cTn id="103" dur="500"/>
                                        <p:tgtEl>
                                          <p:spTgt spid="10"/>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9"/>
                                        </p:tgtEl>
                                        <p:attrNameLst>
                                          <p:attrName>style.visibility</p:attrName>
                                        </p:attrNameLst>
                                      </p:cBhvr>
                                      <p:to>
                                        <p:strVal val="visible"/>
                                      </p:to>
                                    </p:set>
                                    <p:animEffect transition="in" filter="fade">
                                      <p:cBhvr>
                                        <p:cTn id="106" dur="500"/>
                                        <p:tgtEl>
                                          <p:spTgt spid="5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60"/>
                                        </p:tgtEl>
                                        <p:attrNameLst>
                                          <p:attrName>style.visibility</p:attrName>
                                        </p:attrNameLst>
                                      </p:cBhvr>
                                      <p:to>
                                        <p:strVal val="visible"/>
                                      </p:to>
                                    </p:set>
                                    <p:animEffect transition="in" filter="fade">
                                      <p:cBhvr>
                                        <p:cTn id="109" dur="500"/>
                                        <p:tgtEl>
                                          <p:spTgt spid="6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61"/>
                                        </p:tgtEl>
                                        <p:attrNameLst>
                                          <p:attrName>style.visibility</p:attrName>
                                        </p:attrNameLst>
                                      </p:cBhvr>
                                      <p:to>
                                        <p:strVal val="visible"/>
                                      </p:to>
                                    </p:set>
                                    <p:animEffect transition="in" filter="fade">
                                      <p:cBhvr>
                                        <p:cTn id="112" dur="500"/>
                                        <p:tgtEl>
                                          <p:spTgt spid="6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62"/>
                                        </p:tgtEl>
                                        <p:attrNameLst>
                                          <p:attrName>style.visibility</p:attrName>
                                        </p:attrNameLst>
                                      </p:cBhvr>
                                      <p:to>
                                        <p:strVal val="visible"/>
                                      </p:to>
                                    </p:set>
                                    <p:animEffect transition="in" filter="fade">
                                      <p:cBhvr>
                                        <p:cTn id="115" dur="500"/>
                                        <p:tgtEl>
                                          <p:spTgt spid="6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63"/>
                                        </p:tgtEl>
                                        <p:attrNameLst>
                                          <p:attrName>style.visibility</p:attrName>
                                        </p:attrNameLst>
                                      </p:cBhvr>
                                      <p:to>
                                        <p:strVal val="visible"/>
                                      </p:to>
                                    </p:set>
                                    <p:animEffect transition="in" filter="fade">
                                      <p:cBhvr>
                                        <p:cTn id="118" dur="500"/>
                                        <p:tgtEl>
                                          <p:spTgt spid="63"/>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64"/>
                                        </p:tgtEl>
                                        <p:attrNameLst>
                                          <p:attrName>style.visibility</p:attrName>
                                        </p:attrNameLst>
                                      </p:cBhvr>
                                      <p:to>
                                        <p:strVal val="visible"/>
                                      </p:to>
                                    </p:set>
                                    <p:animEffect transition="in" filter="fade">
                                      <p:cBhvr>
                                        <p:cTn id="121" dur="500"/>
                                        <p:tgtEl>
                                          <p:spTgt spid="6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65"/>
                                        </p:tgtEl>
                                        <p:attrNameLst>
                                          <p:attrName>style.visibility</p:attrName>
                                        </p:attrNameLst>
                                      </p:cBhvr>
                                      <p:to>
                                        <p:strVal val="visible"/>
                                      </p:to>
                                    </p:set>
                                    <p:animEffect transition="in" filter="fade">
                                      <p:cBhvr>
                                        <p:cTn id="124" dur="500"/>
                                        <p:tgtEl>
                                          <p:spTgt spid="65"/>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66"/>
                                        </p:tgtEl>
                                        <p:attrNameLst>
                                          <p:attrName>style.visibility</p:attrName>
                                        </p:attrNameLst>
                                      </p:cBhvr>
                                      <p:to>
                                        <p:strVal val="visible"/>
                                      </p:to>
                                    </p:set>
                                    <p:animEffect transition="in" filter="fade">
                                      <p:cBhvr>
                                        <p:cTn id="127" dur="500"/>
                                        <p:tgtEl>
                                          <p:spTgt spid="66"/>
                                        </p:tgtEl>
                                      </p:cBhvr>
                                    </p:animEffect>
                                  </p:childTnLst>
                                </p:cTn>
                              </p:par>
                            </p:childTnLst>
                          </p:cTn>
                        </p:par>
                        <p:par>
                          <p:cTn id="128" fill="hold">
                            <p:stCondLst>
                              <p:cond delay="1000"/>
                            </p:stCondLst>
                            <p:childTnLst>
                              <p:par>
                                <p:cTn id="129" presetID="10" presetClass="entr" presetSubtype="0" fill="hold" nodeType="afterEffect">
                                  <p:stCondLst>
                                    <p:cond delay="0"/>
                                  </p:stCondLst>
                                  <p:childTnLst>
                                    <p:set>
                                      <p:cBhvr>
                                        <p:cTn id="130" dur="1" fill="hold">
                                          <p:stCondLst>
                                            <p:cond delay="0"/>
                                          </p:stCondLst>
                                        </p:cTn>
                                        <p:tgtEl>
                                          <p:spTgt spid="25"/>
                                        </p:tgtEl>
                                        <p:attrNameLst>
                                          <p:attrName>style.visibility</p:attrName>
                                        </p:attrNameLst>
                                      </p:cBhvr>
                                      <p:to>
                                        <p:strVal val="visible"/>
                                      </p:to>
                                    </p:set>
                                    <p:animEffect transition="in" filter="fade">
                                      <p:cBhvr>
                                        <p:cTn id="131" dur="500"/>
                                        <p:tgtEl>
                                          <p:spTgt spid="25"/>
                                        </p:tgtEl>
                                      </p:cBhvr>
                                    </p:animEffect>
                                  </p:childTnLst>
                                </p:cTn>
                              </p:par>
                            </p:childTnLst>
                          </p:cTn>
                        </p:par>
                        <p:par>
                          <p:cTn id="132" fill="hold">
                            <p:stCondLst>
                              <p:cond delay="1500"/>
                            </p:stCondLst>
                            <p:childTnLst>
                              <p:par>
                                <p:cTn id="133" presetID="22" presetClass="entr" presetSubtype="8" fill="hold" grpId="0" nodeType="afterEffect">
                                  <p:stCondLst>
                                    <p:cond delay="0"/>
                                  </p:stCondLst>
                                  <p:childTnLst>
                                    <p:set>
                                      <p:cBhvr>
                                        <p:cTn id="134" dur="1" fill="hold">
                                          <p:stCondLst>
                                            <p:cond delay="0"/>
                                          </p:stCondLst>
                                        </p:cTn>
                                        <p:tgtEl>
                                          <p:spTgt spid="34"/>
                                        </p:tgtEl>
                                        <p:attrNameLst>
                                          <p:attrName>style.visibility</p:attrName>
                                        </p:attrNameLst>
                                      </p:cBhvr>
                                      <p:to>
                                        <p:strVal val="visible"/>
                                      </p:to>
                                    </p:set>
                                    <p:animEffect transition="in" filter="wipe(left)">
                                      <p:cBhvr>
                                        <p:cTn id="135" dur="1000"/>
                                        <p:tgtEl>
                                          <p:spTgt spid="34"/>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52232"/>
                                        </p:tgtEl>
                                        <p:attrNameLst>
                                          <p:attrName>style.visibility</p:attrName>
                                        </p:attrNameLst>
                                      </p:cBhvr>
                                      <p:to>
                                        <p:strVal val="visible"/>
                                      </p:to>
                                    </p:set>
                                    <p:animEffect transition="in" filter="fade">
                                      <p:cBhvr>
                                        <p:cTn id="138" dur="500"/>
                                        <p:tgtEl>
                                          <p:spTgt spid="52232"/>
                                        </p:tgtEl>
                                      </p:cBhvr>
                                    </p:animEffect>
                                  </p:childTnLst>
                                </p:cTn>
                              </p:par>
                            </p:childTnLst>
                          </p:cTn>
                        </p:par>
                        <p:par>
                          <p:cTn id="139" fill="hold">
                            <p:stCondLst>
                              <p:cond delay="2500"/>
                            </p:stCondLst>
                            <p:childTnLst>
                              <p:par>
                                <p:cTn id="140" presetID="10" presetClass="entr" presetSubtype="0" fill="hold" grpId="0" nodeType="afterEffect">
                                  <p:stCondLst>
                                    <p:cond delay="0"/>
                                  </p:stCondLst>
                                  <p:childTnLst>
                                    <p:set>
                                      <p:cBhvr>
                                        <p:cTn id="141" dur="1" fill="hold">
                                          <p:stCondLst>
                                            <p:cond delay="0"/>
                                          </p:stCondLst>
                                        </p:cTn>
                                        <p:tgtEl>
                                          <p:spTgt spid="52239"/>
                                        </p:tgtEl>
                                        <p:attrNameLst>
                                          <p:attrName>style.visibility</p:attrName>
                                        </p:attrNameLst>
                                      </p:cBhvr>
                                      <p:to>
                                        <p:strVal val="visible"/>
                                      </p:to>
                                    </p:set>
                                    <p:animEffect transition="in" filter="fade">
                                      <p:cBhvr>
                                        <p:cTn id="142" dur="500"/>
                                        <p:tgtEl>
                                          <p:spTgt spid="52239"/>
                                        </p:tgtEl>
                                      </p:cBhvr>
                                    </p:animEffect>
                                  </p:childTnLst>
                                </p:cTn>
                              </p:par>
                            </p:childTnLst>
                          </p:cTn>
                        </p:par>
                        <p:par>
                          <p:cTn id="143" fill="hold">
                            <p:stCondLst>
                              <p:cond delay="3000"/>
                            </p:stCondLst>
                            <p:childTnLst>
                              <p:par>
                                <p:cTn id="144" presetID="22" presetClass="entr" presetSubtype="8" fill="hold" nodeType="afterEffect">
                                  <p:stCondLst>
                                    <p:cond delay="0"/>
                                  </p:stCondLst>
                                  <p:childTnLst>
                                    <p:set>
                                      <p:cBhvr>
                                        <p:cTn id="145" dur="1" fill="hold">
                                          <p:stCondLst>
                                            <p:cond delay="0"/>
                                          </p:stCondLst>
                                        </p:cTn>
                                        <p:tgtEl>
                                          <p:spTgt spid="52240"/>
                                        </p:tgtEl>
                                        <p:attrNameLst>
                                          <p:attrName>style.visibility</p:attrName>
                                        </p:attrNameLst>
                                      </p:cBhvr>
                                      <p:to>
                                        <p:strVal val="visible"/>
                                      </p:to>
                                    </p:set>
                                    <p:animEffect transition="in" filter="wipe(left)">
                                      <p:cBhvr>
                                        <p:cTn id="146" dur="500"/>
                                        <p:tgtEl>
                                          <p:spTgt spid="52240"/>
                                        </p:tgtEl>
                                      </p:cBhvr>
                                    </p:animEffect>
                                  </p:childTnLst>
                                </p:cTn>
                              </p:par>
                            </p:childTnLst>
                          </p:cTn>
                        </p:par>
                        <p:par>
                          <p:cTn id="147" fill="hold">
                            <p:stCondLst>
                              <p:cond delay="3500"/>
                            </p:stCondLst>
                            <p:childTnLst>
                              <p:par>
                                <p:cTn id="148" presetID="10" presetClass="entr" presetSubtype="0" fill="hold" grpId="0" nodeType="afterEffect">
                                  <p:stCondLst>
                                    <p:cond delay="0"/>
                                  </p:stCondLst>
                                  <p:childTnLst>
                                    <p:set>
                                      <p:cBhvr>
                                        <p:cTn id="149" dur="1" fill="hold">
                                          <p:stCondLst>
                                            <p:cond delay="0"/>
                                          </p:stCondLst>
                                        </p:cTn>
                                        <p:tgtEl>
                                          <p:spTgt spid="52241"/>
                                        </p:tgtEl>
                                        <p:attrNameLst>
                                          <p:attrName>style.visibility</p:attrName>
                                        </p:attrNameLst>
                                      </p:cBhvr>
                                      <p:to>
                                        <p:strVal val="visible"/>
                                      </p:to>
                                    </p:set>
                                    <p:animEffect transition="in" filter="fade">
                                      <p:cBhvr>
                                        <p:cTn id="150" dur="500"/>
                                        <p:tgtEl>
                                          <p:spTgt spid="52241"/>
                                        </p:tgtEl>
                                      </p:cBhvr>
                                    </p:animEffect>
                                  </p:childTnLst>
                                </p:cTn>
                              </p:par>
                              <p:par>
                                <p:cTn id="151" presetID="22" presetClass="entr" presetSubtype="8" fill="hold" nodeType="withEffect">
                                  <p:stCondLst>
                                    <p:cond delay="0"/>
                                  </p:stCondLst>
                                  <p:childTnLst>
                                    <p:set>
                                      <p:cBhvr>
                                        <p:cTn id="152" dur="1" fill="hold">
                                          <p:stCondLst>
                                            <p:cond delay="0"/>
                                          </p:stCondLst>
                                        </p:cTn>
                                        <p:tgtEl>
                                          <p:spTgt spid="17"/>
                                        </p:tgtEl>
                                        <p:attrNameLst>
                                          <p:attrName>style.visibility</p:attrName>
                                        </p:attrNameLst>
                                      </p:cBhvr>
                                      <p:to>
                                        <p:strVal val="visible"/>
                                      </p:to>
                                    </p:set>
                                    <p:animEffect transition="in" filter="wipe(left)">
                                      <p:cBhvr>
                                        <p:cTn id="153" dur="2000"/>
                                        <p:tgtEl>
                                          <p:spTgt spid="17"/>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grpId="0" nodeType="clickEffect">
                                  <p:stCondLst>
                                    <p:cond delay="0"/>
                                  </p:stCondLst>
                                  <p:childTnLst>
                                    <p:set>
                                      <p:cBhvr>
                                        <p:cTn id="157" dur="1" fill="hold">
                                          <p:stCondLst>
                                            <p:cond delay="0"/>
                                          </p:stCondLst>
                                        </p:cTn>
                                        <p:tgtEl>
                                          <p:spTgt spid="6"/>
                                        </p:tgtEl>
                                        <p:attrNameLst>
                                          <p:attrName>style.visibility</p:attrName>
                                        </p:attrNameLst>
                                      </p:cBhvr>
                                      <p:to>
                                        <p:strVal val="visible"/>
                                      </p:to>
                                    </p:set>
                                    <p:animEffect transition="in" filter="fade">
                                      <p:cBhvr>
                                        <p:cTn id="158" dur="500"/>
                                        <p:tgtEl>
                                          <p:spTgt spid="6"/>
                                        </p:tgtEl>
                                      </p:cBhvr>
                                    </p:animEffect>
                                  </p:childTnLst>
                                </p:cTn>
                              </p:par>
                            </p:childTnLst>
                          </p:cTn>
                        </p:par>
                      </p:childTnLst>
                    </p:cTn>
                  </p:par>
                  <p:par>
                    <p:cTn id="159" fill="hold">
                      <p:stCondLst>
                        <p:cond delay="indefinite"/>
                      </p:stCondLst>
                      <p:childTnLst>
                        <p:par>
                          <p:cTn id="160" fill="hold">
                            <p:stCondLst>
                              <p:cond delay="0"/>
                            </p:stCondLst>
                            <p:childTnLst>
                              <p:par>
                                <p:cTn id="161" presetID="42" presetClass="entr" presetSubtype="0" fill="hold" grpId="0" nodeType="clickEffect">
                                  <p:stCondLst>
                                    <p:cond delay="0"/>
                                  </p:stCondLst>
                                  <p:childTnLst>
                                    <p:set>
                                      <p:cBhvr>
                                        <p:cTn id="162" dur="1" fill="hold">
                                          <p:stCondLst>
                                            <p:cond delay="0"/>
                                          </p:stCondLst>
                                        </p:cTn>
                                        <p:tgtEl>
                                          <p:spTgt spid="5"/>
                                        </p:tgtEl>
                                        <p:attrNameLst>
                                          <p:attrName>style.visibility</p:attrName>
                                        </p:attrNameLst>
                                      </p:cBhvr>
                                      <p:to>
                                        <p:strVal val="visible"/>
                                      </p:to>
                                    </p:set>
                                    <p:animEffect transition="in" filter="fade">
                                      <p:cBhvr>
                                        <p:cTn id="163" dur="1000"/>
                                        <p:tgtEl>
                                          <p:spTgt spid="5"/>
                                        </p:tgtEl>
                                      </p:cBhvr>
                                    </p:animEffect>
                                    <p:anim calcmode="lin" valueType="num">
                                      <p:cBhvr>
                                        <p:cTn id="164" dur="1000" fill="hold"/>
                                        <p:tgtEl>
                                          <p:spTgt spid="5"/>
                                        </p:tgtEl>
                                        <p:attrNameLst>
                                          <p:attrName>ppt_x</p:attrName>
                                        </p:attrNameLst>
                                      </p:cBhvr>
                                      <p:tavLst>
                                        <p:tav tm="0">
                                          <p:val>
                                            <p:strVal val="#ppt_x"/>
                                          </p:val>
                                        </p:tav>
                                        <p:tav tm="100000">
                                          <p:val>
                                            <p:strVal val="#ppt_x"/>
                                          </p:val>
                                        </p:tav>
                                      </p:tavLst>
                                    </p:anim>
                                    <p:anim calcmode="lin" valueType="num">
                                      <p:cBhvr>
                                        <p:cTn id="16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2" grpId="0" animBg="1"/>
      <p:bldP spid="52230" grpId="0"/>
      <p:bldP spid="52232" grpId="0"/>
      <p:bldP spid="52234" grpId="0"/>
      <p:bldP spid="52237" grpId="0"/>
      <p:bldP spid="52239" grpId="0"/>
      <p:bldP spid="52241" grpId="0"/>
      <p:bldP spid="4" grpId="0" animBg="1"/>
      <p:bldP spid="34" grpId="0" animBg="1"/>
      <p:bldP spid="5" grpId="0"/>
      <p:bldP spid="19" grpId="0" animBg="1"/>
      <p:bldP spid="75" grpId="0" animBg="1"/>
      <p:bldP spid="15" grpId="0" animBg="1"/>
      <p:bldP spid="7" grpId="0" animBg="1"/>
      <p:bldP spid="31" grpId="0" animBg="1"/>
      <p:bldP spid="33" grpId="0"/>
      <p:bldP spid="35" grpId="0"/>
      <p:bldP spid="37" grpId="0"/>
      <p:bldP spid="38" grpId="0"/>
      <p:bldP spid="39" grpId="0"/>
      <p:bldP spid="40" grpId="0"/>
      <p:bldP spid="41" grpId="0"/>
      <p:bldP spid="42" grpId="0"/>
      <p:bldP spid="44" grpId="0"/>
      <p:bldP spid="45" grpId="0"/>
      <p:bldP spid="50" grpId="0"/>
      <p:bldP spid="51" grpId="0"/>
      <p:bldP spid="52" grpId="0"/>
      <p:bldP spid="53" grpId="0"/>
      <p:bldP spid="55" grpId="0"/>
      <p:bldP spid="59" grpId="0" animBg="1"/>
      <p:bldP spid="60" grpId="0" animBg="1"/>
      <p:bldP spid="61" grpId="0" animBg="1"/>
      <p:bldP spid="62" grpId="0" animBg="1"/>
      <p:bldP spid="63" grpId="0" animBg="1"/>
      <p:bldP spid="64" grpId="0" animBg="1"/>
      <p:bldP spid="65" grpId="0" animBg="1"/>
      <p:bldP spid="66"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 name="Picture 785" descr="a1 copy"/>
          <p:cNvPicPr>
            <a:picLocks noChangeAspect="1" noChangeArrowheads="1"/>
          </p:cNvPicPr>
          <p:nvPr>
            <p:custDataLst>
              <p:tags r:id="rId2"/>
            </p:custDataLst>
          </p:nvPr>
        </p:nvPicPr>
        <p:blipFill rotWithShape="1">
          <a:blip r:embed="rId10">
            <a:duotone>
              <a:schemeClr val="accent4">
                <a:shade val="45000"/>
                <a:satMod val="135000"/>
              </a:schemeClr>
              <a:prstClr val="white"/>
            </a:duotone>
            <a:extLst>
              <a:ext uri="{28A0092B-C50C-407E-A947-70E740481C1C}">
                <a14:useLocalDpi xmlns:a14="http://schemas.microsoft.com/office/drawing/2010/main" val="0"/>
              </a:ext>
            </a:extLst>
          </a:blip>
          <a:srcRect t="9619" b="2539"/>
          <a:stretch/>
        </p:blipFill>
        <p:spPr bwMode="auto">
          <a:xfrm>
            <a:off x="7313612" y="1592263"/>
            <a:ext cx="1184345" cy="4597655"/>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798" descr="refinery copy"/>
          <p:cNvPicPr>
            <a:picLocks noChangeAspect="1" noChangeArrowheads="1"/>
          </p:cNvPicPr>
          <p:nvPr>
            <p:custDataLst>
              <p:tags r:id="rId3"/>
            </p:custDataLst>
          </p:nvPr>
        </p:nvPicPr>
        <p:blipFill rotWithShape="1">
          <a:blip r:embed="rId11">
            <a:duotone>
              <a:schemeClr val="accent4">
                <a:shade val="45000"/>
                <a:satMod val="135000"/>
              </a:schemeClr>
              <a:prstClr val="white"/>
            </a:duotone>
            <a:extLst>
              <a:ext uri="{28A0092B-C50C-407E-A947-70E740481C1C}">
                <a14:useLocalDpi xmlns:a14="http://schemas.microsoft.com/office/drawing/2010/main" val="0"/>
              </a:ext>
            </a:extLst>
          </a:blip>
          <a:srcRect l="16804" r="1261" b="1236"/>
          <a:stretch/>
        </p:blipFill>
        <p:spPr bwMode="auto">
          <a:xfrm>
            <a:off x="215900" y="1866378"/>
            <a:ext cx="4110491" cy="4324941"/>
          </a:xfrm>
          <a:prstGeom prst="rect">
            <a:avLst/>
          </a:prstGeom>
          <a:noFill/>
          <a:extLst>
            <a:ext uri="{909E8E84-426E-40DD-AFC4-6F175D3DCCD1}">
              <a14:hiddenFill xmlns:a14="http://schemas.microsoft.com/office/drawing/2010/main">
                <a:solidFill>
                  <a:srgbClr val="FFFFFF"/>
                </a:solidFill>
              </a14:hiddenFill>
            </a:ext>
          </a:extLst>
        </p:spPr>
      </p:pic>
      <p:sp>
        <p:nvSpPr>
          <p:cNvPr id="81" name="Rectangle 76"/>
          <p:cNvSpPr>
            <a:spLocks noChangeArrowheads="1"/>
          </p:cNvSpPr>
          <p:nvPr/>
        </p:nvSpPr>
        <p:spPr bwMode="auto">
          <a:xfrm flipV="1">
            <a:off x="215900" y="1592261"/>
            <a:ext cx="8712200" cy="4608514"/>
          </a:xfrm>
          <a:prstGeom prst="rect">
            <a:avLst/>
          </a:prstGeom>
          <a:solidFill>
            <a:srgbClr val="FFFFFF">
              <a:alpha val="50196"/>
            </a:srgbClr>
          </a:solidFill>
          <a:ln>
            <a:noFill/>
          </a:ln>
          <a:effectLst/>
          <a:extLst/>
        </p:spPr>
        <p:txBody>
          <a:bodyPr wrap="none" lIns="72000" tIns="72000" rIns="72000" bIns="72000" anchor="ctr"/>
          <a:lstStyle/>
          <a:p>
            <a:endParaRPr lang="en-US" sz="1200"/>
          </a:p>
        </p:txBody>
      </p:sp>
      <p:grpSp>
        <p:nvGrpSpPr>
          <p:cNvPr id="26" name="Group 25"/>
          <p:cNvGrpSpPr/>
          <p:nvPr>
            <p:custDataLst>
              <p:tags r:id="rId4"/>
            </p:custDataLst>
          </p:nvPr>
        </p:nvGrpSpPr>
        <p:grpSpPr>
          <a:xfrm>
            <a:off x="215900" y="1592261"/>
            <a:ext cx="8712200" cy="4606187"/>
            <a:chOff x="215900" y="1592261"/>
            <a:chExt cx="8705850" cy="4606187"/>
          </a:xfrm>
        </p:grpSpPr>
        <p:sp>
          <p:nvSpPr>
            <p:cNvPr id="27" name="Rectangle 76"/>
            <p:cNvSpPr>
              <a:spLocks noChangeArrowheads="1"/>
            </p:cNvSpPr>
            <p:nvPr/>
          </p:nvSpPr>
          <p:spPr bwMode="auto">
            <a:xfrm flipV="1">
              <a:off x="215900" y="1592261"/>
              <a:ext cx="8705850" cy="1557594"/>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sp>
          <p:nvSpPr>
            <p:cNvPr id="28" name="Rectangle 76"/>
            <p:cNvSpPr>
              <a:spLocks noChangeArrowheads="1"/>
            </p:cNvSpPr>
            <p:nvPr/>
          </p:nvSpPr>
          <p:spPr bwMode="auto">
            <a:xfrm>
              <a:off x="215900" y="5851627"/>
              <a:ext cx="8705850" cy="346821"/>
            </a:xfrm>
            <a:prstGeom prst="rect">
              <a:avLst/>
            </a:prstGeom>
            <a:gradFill rotWithShape="1">
              <a:gsLst>
                <a:gs pos="0">
                  <a:schemeClr val="bg1">
                    <a:alpha val="0"/>
                  </a:schemeClr>
                </a:gs>
                <a:gs pos="100000">
                  <a:schemeClr val="bg1">
                    <a:gamma/>
                    <a:shade val="86275"/>
                    <a:invGamma/>
                    <a:alpha val="60001"/>
                  </a:schemeClr>
                </a:gs>
              </a:gsLst>
              <a:lin ang="5400000" scaled="1"/>
            </a:gradFill>
            <a:ln>
              <a:noFill/>
            </a:ln>
            <a:effectLst/>
            <a:extLst>
              <a:ext uri="{91240B29-F687-4F45-9708-019B960494DF}">
                <a14:hiddenLine xmlns:a14="http://schemas.microsoft.com/office/drawing/2010/main" w="1905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en-US" sz="1200"/>
            </a:p>
          </p:txBody>
        </p:sp>
      </p:grpSp>
      <p:grpSp>
        <p:nvGrpSpPr>
          <p:cNvPr id="11" name="Group 10"/>
          <p:cNvGrpSpPr/>
          <p:nvPr>
            <p:custDataLst>
              <p:tags r:id="rId5"/>
            </p:custDataLst>
          </p:nvPr>
        </p:nvGrpSpPr>
        <p:grpSpPr>
          <a:xfrm>
            <a:off x="691188" y="1592260"/>
            <a:ext cx="1624615" cy="4646494"/>
            <a:chOff x="1111181" y="1592260"/>
            <a:chExt cx="1624615" cy="4599911"/>
          </a:xfrm>
        </p:grpSpPr>
        <p:pic>
          <p:nvPicPr>
            <p:cNvPr id="24" name="Picture 788" descr="cga copy"/>
            <p:cNvPicPr>
              <a:picLocks noChangeAspect="1" noChangeArrowheads="1"/>
            </p:cNvPicPr>
            <p:nvPr>
              <p:custDataLst>
                <p:tags r:id="rId7"/>
              </p:custDataLst>
            </p:nvPr>
          </p:nvPicPr>
          <p:blipFill rotWithShape="1">
            <a:blip r:embed="rId12">
              <a:extLst>
                <a:ext uri="{28A0092B-C50C-407E-A947-70E740481C1C}">
                  <a14:useLocalDpi xmlns:a14="http://schemas.microsoft.com/office/drawing/2010/main" val="0"/>
                </a:ext>
              </a:extLst>
            </a:blip>
            <a:srcRect t="32592" r="17948" b="517"/>
            <a:stretch/>
          </p:blipFill>
          <p:spPr bwMode="auto">
            <a:xfrm>
              <a:off x="1111181" y="1592260"/>
              <a:ext cx="1624615" cy="4597089"/>
            </a:xfrm>
            <a:prstGeom prst="trapezoid">
              <a:avLst>
                <a:gd name="adj" fmla="val 11133"/>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29" name="AutoShape 792"/>
            <p:cNvSpPr>
              <a:spLocks noChangeArrowheads="1"/>
            </p:cNvSpPr>
            <p:nvPr/>
          </p:nvSpPr>
          <p:spPr bwMode="auto">
            <a:xfrm rot="10800000">
              <a:off x="1833232" y="1592261"/>
              <a:ext cx="902564" cy="4599910"/>
            </a:xfrm>
            <a:custGeom>
              <a:avLst/>
              <a:gdLst/>
              <a:ahLst/>
              <a:cxnLst/>
              <a:rect l="l" t="t" r="r" b="b"/>
              <a:pathLst>
                <a:path w="902564" h="4599910">
                  <a:moveTo>
                    <a:pt x="727556" y="4599910"/>
                  </a:moveTo>
                  <a:lnTo>
                    <a:pt x="175008" y="4599910"/>
                  </a:lnTo>
                  <a:lnTo>
                    <a:pt x="0" y="0"/>
                  </a:lnTo>
                  <a:lnTo>
                    <a:pt x="902564" y="0"/>
                  </a:lnTo>
                  <a:close/>
                </a:path>
              </a:pathLst>
            </a:custGeom>
            <a:gradFill rotWithShape="1">
              <a:gsLst>
                <a:gs pos="0">
                  <a:srgbClr val="C2C2C2"/>
                </a:gs>
                <a:gs pos="100000">
                  <a:schemeClr val="folHlink"/>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lstStyle/>
            <a:p>
              <a:endParaRPr lang="en-US"/>
            </a:p>
          </p:txBody>
        </p:sp>
        <p:sp>
          <p:nvSpPr>
            <p:cNvPr id="30" name="AutoShape 791"/>
            <p:cNvSpPr>
              <a:spLocks noChangeArrowheads="1"/>
            </p:cNvSpPr>
            <p:nvPr/>
          </p:nvSpPr>
          <p:spPr bwMode="auto">
            <a:xfrm rot="10800000">
              <a:off x="1918549" y="1592261"/>
              <a:ext cx="729685" cy="4599910"/>
            </a:xfrm>
            <a:custGeom>
              <a:avLst/>
              <a:gdLst/>
              <a:ahLst/>
              <a:cxnLst/>
              <a:rect l="l" t="t" r="r" b="b"/>
              <a:pathLst>
                <a:path w="729685" h="4599910">
                  <a:moveTo>
                    <a:pt x="569111" y="4599910"/>
                  </a:moveTo>
                  <a:lnTo>
                    <a:pt x="160574" y="4599910"/>
                  </a:lnTo>
                  <a:lnTo>
                    <a:pt x="0" y="0"/>
                  </a:lnTo>
                  <a:lnTo>
                    <a:pt x="729685" y="0"/>
                  </a:lnTo>
                  <a:close/>
                </a:path>
              </a:pathLst>
            </a:custGeom>
            <a:gradFill rotWithShape="1">
              <a:gsLst>
                <a:gs pos="0">
                  <a:schemeClr val="folHlink">
                    <a:gamma/>
                    <a:shade val="46275"/>
                    <a:invGamma/>
                    <a:alpha val="85000"/>
                  </a:schemeClr>
                </a:gs>
                <a:gs pos="50000">
                  <a:schemeClr val="folHlink">
                    <a:alpha val="85000"/>
                  </a:schemeClr>
                </a:gs>
                <a:gs pos="100000">
                  <a:schemeClr val="folHlink">
                    <a:gamma/>
                    <a:shade val="46275"/>
                    <a:invGamma/>
                    <a:alpha val="85000"/>
                  </a:schemeClr>
                </a:gs>
              </a:gsLst>
              <a:lin ang="0" scaled="1"/>
            </a:gradFill>
            <a:ln>
              <a:noFill/>
            </a:ln>
            <a:effectLst/>
            <a:extLst/>
          </p:spPr>
          <p:txBody>
            <a:bodyPr wrap="none" lIns="0" tIns="0" rIns="0" bIns="0" anchor="ctr"/>
            <a:lstStyle/>
            <a:p>
              <a:pPr>
                <a:defRPr/>
              </a:pPr>
              <a:endParaRPr lang="en-US" dirty="0"/>
            </a:p>
          </p:txBody>
        </p:sp>
      </p:grpSp>
      <p:grpSp>
        <p:nvGrpSpPr>
          <p:cNvPr id="18" name="Group 17"/>
          <p:cNvGrpSpPr/>
          <p:nvPr>
            <p:custDataLst>
              <p:tags r:id="rId6"/>
            </p:custDataLst>
          </p:nvPr>
        </p:nvGrpSpPr>
        <p:grpSpPr>
          <a:xfrm>
            <a:off x="1591288" y="1512802"/>
            <a:ext cx="508450" cy="4904529"/>
            <a:chOff x="2012782" y="2282590"/>
            <a:chExt cx="219075" cy="3783012"/>
          </a:xfrm>
          <a:solidFill>
            <a:srgbClr val="FFFFFF">
              <a:alpha val="10196"/>
            </a:srgbClr>
          </a:solidFill>
        </p:grpSpPr>
        <p:sp>
          <p:nvSpPr>
            <p:cNvPr id="82" name="Freeform 954"/>
            <p:cNvSpPr>
              <a:spLocks/>
            </p:cNvSpPr>
            <p:nvPr/>
          </p:nvSpPr>
          <p:spPr bwMode="auto">
            <a:xfrm rot="120000">
              <a:off x="2036595" y="3082690"/>
              <a:ext cx="195262" cy="2982912"/>
            </a:xfrm>
            <a:custGeom>
              <a:avLst/>
              <a:gdLst>
                <a:gd name="T0" fmla="*/ 78 w 125"/>
                <a:gd name="T1" fmla="*/ 1839 h 1947"/>
                <a:gd name="T2" fmla="*/ 24 w 125"/>
                <a:gd name="T3" fmla="*/ 1006 h 1947"/>
                <a:gd name="T4" fmla="*/ 15 w 125"/>
                <a:gd name="T5" fmla="*/ 384 h 1947"/>
                <a:gd name="T6" fmla="*/ 3 w 125"/>
                <a:gd name="T7" fmla="*/ 177 h 1947"/>
                <a:gd name="T8" fmla="*/ 6 w 125"/>
                <a:gd name="T9" fmla="*/ 4 h 1947"/>
                <a:gd name="T10" fmla="*/ 42 w 125"/>
                <a:gd name="T11" fmla="*/ 199 h 1947"/>
                <a:gd name="T12" fmla="*/ 24 w 125"/>
                <a:gd name="T13" fmla="*/ 251 h 1947"/>
                <a:gd name="T14" fmla="*/ 48 w 125"/>
                <a:gd name="T15" fmla="*/ 387 h 1947"/>
                <a:gd name="T16" fmla="*/ 66 w 125"/>
                <a:gd name="T17" fmla="*/ 907 h 1947"/>
                <a:gd name="T18" fmla="*/ 102 w 125"/>
                <a:gd name="T19" fmla="*/ 1168 h 1947"/>
                <a:gd name="T20" fmla="*/ 99 w 125"/>
                <a:gd name="T21" fmla="*/ 1655 h 1947"/>
                <a:gd name="T22" fmla="*/ 78 w 125"/>
                <a:gd name="T23" fmla="*/ 1839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5" h="1947">
                  <a:moveTo>
                    <a:pt x="78" y="1839"/>
                  </a:moveTo>
                  <a:cubicBezTo>
                    <a:pt x="67" y="1704"/>
                    <a:pt x="34" y="1248"/>
                    <a:pt x="24" y="1006"/>
                  </a:cubicBezTo>
                  <a:cubicBezTo>
                    <a:pt x="23" y="806"/>
                    <a:pt x="29" y="587"/>
                    <a:pt x="15" y="384"/>
                  </a:cubicBezTo>
                  <a:cubicBezTo>
                    <a:pt x="12" y="246"/>
                    <a:pt x="5" y="240"/>
                    <a:pt x="3" y="177"/>
                  </a:cubicBezTo>
                  <a:cubicBezTo>
                    <a:pt x="3" y="142"/>
                    <a:pt x="0" y="0"/>
                    <a:pt x="6" y="4"/>
                  </a:cubicBezTo>
                  <a:cubicBezTo>
                    <a:pt x="9" y="26"/>
                    <a:pt x="39" y="158"/>
                    <a:pt x="42" y="199"/>
                  </a:cubicBezTo>
                  <a:cubicBezTo>
                    <a:pt x="38" y="218"/>
                    <a:pt x="29" y="233"/>
                    <a:pt x="24" y="251"/>
                  </a:cubicBezTo>
                  <a:cubicBezTo>
                    <a:pt x="26" y="296"/>
                    <a:pt x="27" y="348"/>
                    <a:pt x="48" y="387"/>
                  </a:cubicBezTo>
                  <a:cubicBezTo>
                    <a:pt x="71" y="559"/>
                    <a:pt x="38" y="736"/>
                    <a:pt x="66" y="907"/>
                  </a:cubicBezTo>
                  <a:cubicBezTo>
                    <a:pt x="70" y="988"/>
                    <a:pt x="81" y="1091"/>
                    <a:pt x="102" y="1168"/>
                  </a:cubicBezTo>
                  <a:cubicBezTo>
                    <a:pt x="108" y="1329"/>
                    <a:pt x="125" y="1496"/>
                    <a:pt x="99" y="1655"/>
                  </a:cubicBezTo>
                  <a:cubicBezTo>
                    <a:pt x="95" y="1767"/>
                    <a:pt x="90" y="1947"/>
                    <a:pt x="78" y="1839"/>
                  </a:cubicBezTo>
                  <a:close/>
                </a:path>
              </a:pathLst>
            </a:custGeom>
            <a:grpFill/>
            <a:ln>
              <a:noFill/>
            </a:ln>
            <a:effectLst/>
            <a:extLst/>
          </p:spPr>
          <p:txBody>
            <a:bodyPr wrap="none" lIns="0" tIns="0" rIns="0" bIns="0" anchor="ctr"/>
            <a:lstStyle/>
            <a:p>
              <a:pPr>
                <a:defRPr/>
              </a:pPr>
              <a:endParaRPr lang="en-US" dirty="0"/>
            </a:p>
          </p:txBody>
        </p:sp>
        <p:sp>
          <p:nvSpPr>
            <p:cNvPr id="83" name="Freeform 955"/>
            <p:cNvSpPr>
              <a:spLocks/>
            </p:cNvSpPr>
            <p:nvPr/>
          </p:nvSpPr>
          <p:spPr bwMode="auto">
            <a:xfrm rot="120000" flipH="1" flipV="1">
              <a:off x="2012782" y="2282590"/>
              <a:ext cx="195263" cy="3619500"/>
            </a:xfrm>
            <a:custGeom>
              <a:avLst/>
              <a:gdLst>
                <a:gd name="T0" fmla="*/ 78 w 125"/>
                <a:gd name="T1" fmla="*/ 1839 h 1947"/>
                <a:gd name="T2" fmla="*/ 24 w 125"/>
                <a:gd name="T3" fmla="*/ 1006 h 1947"/>
                <a:gd name="T4" fmla="*/ 15 w 125"/>
                <a:gd name="T5" fmla="*/ 384 h 1947"/>
                <a:gd name="T6" fmla="*/ 3 w 125"/>
                <a:gd name="T7" fmla="*/ 177 h 1947"/>
                <a:gd name="T8" fmla="*/ 6 w 125"/>
                <a:gd name="T9" fmla="*/ 4 h 1947"/>
                <a:gd name="T10" fmla="*/ 42 w 125"/>
                <a:gd name="T11" fmla="*/ 199 h 1947"/>
                <a:gd name="T12" fmla="*/ 24 w 125"/>
                <a:gd name="T13" fmla="*/ 251 h 1947"/>
                <a:gd name="T14" fmla="*/ 48 w 125"/>
                <a:gd name="T15" fmla="*/ 387 h 1947"/>
                <a:gd name="T16" fmla="*/ 66 w 125"/>
                <a:gd name="T17" fmla="*/ 907 h 1947"/>
                <a:gd name="T18" fmla="*/ 102 w 125"/>
                <a:gd name="T19" fmla="*/ 1168 h 1947"/>
                <a:gd name="T20" fmla="*/ 99 w 125"/>
                <a:gd name="T21" fmla="*/ 1655 h 1947"/>
                <a:gd name="T22" fmla="*/ 78 w 125"/>
                <a:gd name="T23" fmla="*/ 1839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5" h="1947">
                  <a:moveTo>
                    <a:pt x="78" y="1839"/>
                  </a:moveTo>
                  <a:cubicBezTo>
                    <a:pt x="67" y="1704"/>
                    <a:pt x="34" y="1248"/>
                    <a:pt x="24" y="1006"/>
                  </a:cubicBezTo>
                  <a:cubicBezTo>
                    <a:pt x="23" y="806"/>
                    <a:pt x="29" y="587"/>
                    <a:pt x="15" y="384"/>
                  </a:cubicBezTo>
                  <a:cubicBezTo>
                    <a:pt x="12" y="246"/>
                    <a:pt x="5" y="240"/>
                    <a:pt x="3" y="177"/>
                  </a:cubicBezTo>
                  <a:cubicBezTo>
                    <a:pt x="3" y="142"/>
                    <a:pt x="0" y="0"/>
                    <a:pt x="6" y="4"/>
                  </a:cubicBezTo>
                  <a:cubicBezTo>
                    <a:pt x="9" y="26"/>
                    <a:pt x="39" y="158"/>
                    <a:pt x="42" y="199"/>
                  </a:cubicBezTo>
                  <a:cubicBezTo>
                    <a:pt x="38" y="218"/>
                    <a:pt x="29" y="233"/>
                    <a:pt x="24" y="251"/>
                  </a:cubicBezTo>
                  <a:cubicBezTo>
                    <a:pt x="26" y="296"/>
                    <a:pt x="27" y="348"/>
                    <a:pt x="48" y="387"/>
                  </a:cubicBezTo>
                  <a:cubicBezTo>
                    <a:pt x="71" y="559"/>
                    <a:pt x="38" y="736"/>
                    <a:pt x="66" y="907"/>
                  </a:cubicBezTo>
                  <a:cubicBezTo>
                    <a:pt x="70" y="988"/>
                    <a:pt x="81" y="1091"/>
                    <a:pt x="102" y="1168"/>
                  </a:cubicBezTo>
                  <a:cubicBezTo>
                    <a:pt x="108" y="1329"/>
                    <a:pt x="125" y="1496"/>
                    <a:pt x="99" y="1655"/>
                  </a:cubicBezTo>
                  <a:cubicBezTo>
                    <a:pt x="95" y="1767"/>
                    <a:pt x="90" y="1947"/>
                    <a:pt x="78" y="1839"/>
                  </a:cubicBezTo>
                  <a:close/>
                </a:path>
              </a:pathLst>
            </a:custGeom>
            <a:grpFill/>
            <a:ln>
              <a:noFill/>
            </a:ln>
            <a:effectLst/>
            <a:extLst/>
          </p:spPr>
          <p:txBody>
            <a:bodyPr wrap="none" lIns="0" tIns="0" rIns="0" bIns="0" anchor="ctr"/>
            <a:lstStyle/>
            <a:p>
              <a:pPr>
                <a:defRPr/>
              </a:pPr>
              <a:endParaRPr lang="en-US" dirty="0"/>
            </a:p>
          </p:txBody>
        </p:sp>
        <p:sp>
          <p:nvSpPr>
            <p:cNvPr id="85" name="Freeform 956"/>
            <p:cNvSpPr>
              <a:spLocks/>
            </p:cNvSpPr>
            <p:nvPr/>
          </p:nvSpPr>
          <p:spPr bwMode="auto">
            <a:xfrm rot="120000" flipH="1" flipV="1">
              <a:off x="2084373" y="2342477"/>
              <a:ext cx="92130" cy="1221755"/>
            </a:xfrm>
            <a:custGeom>
              <a:avLst/>
              <a:gdLst>
                <a:gd name="T0" fmla="*/ 78 w 125"/>
                <a:gd name="T1" fmla="*/ 1839 h 1947"/>
                <a:gd name="T2" fmla="*/ 24 w 125"/>
                <a:gd name="T3" fmla="*/ 1006 h 1947"/>
                <a:gd name="T4" fmla="*/ 15 w 125"/>
                <a:gd name="T5" fmla="*/ 384 h 1947"/>
                <a:gd name="T6" fmla="*/ 3 w 125"/>
                <a:gd name="T7" fmla="*/ 177 h 1947"/>
                <a:gd name="T8" fmla="*/ 6 w 125"/>
                <a:gd name="T9" fmla="*/ 4 h 1947"/>
                <a:gd name="T10" fmla="*/ 42 w 125"/>
                <a:gd name="T11" fmla="*/ 199 h 1947"/>
                <a:gd name="T12" fmla="*/ 24 w 125"/>
                <a:gd name="T13" fmla="*/ 251 h 1947"/>
                <a:gd name="T14" fmla="*/ 48 w 125"/>
                <a:gd name="T15" fmla="*/ 387 h 1947"/>
                <a:gd name="T16" fmla="*/ 66 w 125"/>
                <a:gd name="T17" fmla="*/ 907 h 1947"/>
                <a:gd name="T18" fmla="*/ 102 w 125"/>
                <a:gd name="T19" fmla="*/ 1168 h 1947"/>
                <a:gd name="T20" fmla="*/ 99 w 125"/>
                <a:gd name="T21" fmla="*/ 1655 h 1947"/>
                <a:gd name="T22" fmla="*/ 78 w 125"/>
                <a:gd name="T23" fmla="*/ 1839 h 1947"/>
                <a:gd name="connsiteX0" fmla="*/ 6060 w 8861"/>
                <a:gd name="connsiteY0" fmla="*/ 9425 h 9596"/>
                <a:gd name="connsiteX1" fmla="*/ 4820 w 8861"/>
                <a:gd name="connsiteY1" fmla="*/ 8186 h 9596"/>
                <a:gd name="connsiteX2" fmla="*/ 1740 w 8861"/>
                <a:gd name="connsiteY2" fmla="*/ 5147 h 9596"/>
                <a:gd name="connsiteX3" fmla="*/ 1020 w 8861"/>
                <a:gd name="connsiteY3" fmla="*/ 1952 h 9596"/>
                <a:gd name="connsiteX4" fmla="*/ 60 w 8861"/>
                <a:gd name="connsiteY4" fmla="*/ 889 h 9596"/>
                <a:gd name="connsiteX5" fmla="*/ 300 w 8861"/>
                <a:gd name="connsiteY5" fmla="*/ 1 h 9596"/>
                <a:gd name="connsiteX6" fmla="*/ 3180 w 8861"/>
                <a:gd name="connsiteY6" fmla="*/ 1002 h 9596"/>
                <a:gd name="connsiteX7" fmla="*/ 1740 w 8861"/>
                <a:gd name="connsiteY7" fmla="*/ 1269 h 9596"/>
                <a:gd name="connsiteX8" fmla="*/ 3660 w 8861"/>
                <a:gd name="connsiteY8" fmla="*/ 1968 h 9596"/>
                <a:gd name="connsiteX9" fmla="*/ 5100 w 8861"/>
                <a:gd name="connsiteY9" fmla="*/ 4638 h 9596"/>
                <a:gd name="connsiteX10" fmla="*/ 7980 w 8861"/>
                <a:gd name="connsiteY10" fmla="*/ 5979 h 9596"/>
                <a:gd name="connsiteX11" fmla="*/ 7740 w 8861"/>
                <a:gd name="connsiteY11" fmla="*/ 8480 h 9596"/>
                <a:gd name="connsiteX12" fmla="*/ 6060 w 8861"/>
                <a:gd name="connsiteY12" fmla="*/ 9425 h 9596"/>
                <a:gd name="connsiteX0" fmla="*/ 6839 w 9492"/>
                <a:gd name="connsiteY0" fmla="*/ 9822 h 10000"/>
                <a:gd name="connsiteX1" fmla="*/ 5440 w 9492"/>
                <a:gd name="connsiteY1" fmla="*/ 8531 h 10000"/>
                <a:gd name="connsiteX2" fmla="*/ 1964 w 9492"/>
                <a:gd name="connsiteY2" fmla="*/ 5364 h 10000"/>
                <a:gd name="connsiteX3" fmla="*/ 1151 w 9492"/>
                <a:gd name="connsiteY3" fmla="*/ 2034 h 10000"/>
                <a:gd name="connsiteX4" fmla="*/ 68 w 9492"/>
                <a:gd name="connsiteY4" fmla="*/ 926 h 10000"/>
                <a:gd name="connsiteX5" fmla="*/ 339 w 9492"/>
                <a:gd name="connsiteY5" fmla="*/ 1 h 10000"/>
                <a:gd name="connsiteX6" fmla="*/ 3589 w 9492"/>
                <a:gd name="connsiteY6" fmla="*/ 1044 h 10000"/>
                <a:gd name="connsiteX7" fmla="*/ 1964 w 9492"/>
                <a:gd name="connsiteY7" fmla="*/ 1322 h 10000"/>
                <a:gd name="connsiteX8" fmla="*/ 4130 w 9492"/>
                <a:gd name="connsiteY8" fmla="*/ 2051 h 10000"/>
                <a:gd name="connsiteX9" fmla="*/ 5756 w 9492"/>
                <a:gd name="connsiteY9" fmla="*/ 4833 h 10000"/>
                <a:gd name="connsiteX10" fmla="*/ 9006 w 9492"/>
                <a:gd name="connsiteY10" fmla="*/ 6231 h 10000"/>
                <a:gd name="connsiteX11" fmla="*/ 9450 w 9492"/>
                <a:gd name="connsiteY11" fmla="*/ 8501 h 10000"/>
                <a:gd name="connsiteX12" fmla="*/ 8735 w 9492"/>
                <a:gd name="connsiteY12" fmla="*/ 8837 h 10000"/>
                <a:gd name="connsiteX13" fmla="*/ 6839 w 9492"/>
                <a:gd name="connsiteY13" fmla="*/ 9822 h 10000"/>
                <a:gd name="connsiteX0" fmla="*/ 7205 w 10000"/>
                <a:gd name="connsiteY0" fmla="*/ 9822 h 9822"/>
                <a:gd name="connsiteX1" fmla="*/ 5731 w 10000"/>
                <a:gd name="connsiteY1" fmla="*/ 8531 h 9822"/>
                <a:gd name="connsiteX2" fmla="*/ 2069 w 10000"/>
                <a:gd name="connsiteY2" fmla="*/ 5364 h 9822"/>
                <a:gd name="connsiteX3" fmla="*/ 1213 w 10000"/>
                <a:gd name="connsiteY3" fmla="*/ 2034 h 9822"/>
                <a:gd name="connsiteX4" fmla="*/ 72 w 10000"/>
                <a:gd name="connsiteY4" fmla="*/ 926 h 9822"/>
                <a:gd name="connsiteX5" fmla="*/ 357 w 10000"/>
                <a:gd name="connsiteY5" fmla="*/ 1 h 9822"/>
                <a:gd name="connsiteX6" fmla="*/ 3781 w 10000"/>
                <a:gd name="connsiteY6" fmla="*/ 1044 h 9822"/>
                <a:gd name="connsiteX7" fmla="*/ 2069 w 10000"/>
                <a:gd name="connsiteY7" fmla="*/ 1322 h 9822"/>
                <a:gd name="connsiteX8" fmla="*/ 4351 w 10000"/>
                <a:gd name="connsiteY8" fmla="*/ 2051 h 9822"/>
                <a:gd name="connsiteX9" fmla="*/ 6064 w 10000"/>
                <a:gd name="connsiteY9" fmla="*/ 4833 h 9822"/>
                <a:gd name="connsiteX10" fmla="*/ 9488 w 10000"/>
                <a:gd name="connsiteY10" fmla="*/ 6231 h 9822"/>
                <a:gd name="connsiteX11" fmla="*/ 9956 w 10000"/>
                <a:gd name="connsiteY11" fmla="*/ 8501 h 9822"/>
                <a:gd name="connsiteX12" fmla="*/ 7205 w 10000"/>
                <a:gd name="connsiteY12" fmla="*/ 9822 h 9822"/>
                <a:gd name="connsiteX0" fmla="*/ 9956 w 10000"/>
                <a:gd name="connsiteY0" fmla="*/ 8655 h 9020"/>
                <a:gd name="connsiteX1" fmla="*/ 5731 w 10000"/>
                <a:gd name="connsiteY1" fmla="*/ 8686 h 9020"/>
                <a:gd name="connsiteX2" fmla="*/ 2069 w 10000"/>
                <a:gd name="connsiteY2" fmla="*/ 5461 h 9020"/>
                <a:gd name="connsiteX3" fmla="*/ 1213 w 10000"/>
                <a:gd name="connsiteY3" fmla="*/ 2071 h 9020"/>
                <a:gd name="connsiteX4" fmla="*/ 72 w 10000"/>
                <a:gd name="connsiteY4" fmla="*/ 943 h 9020"/>
                <a:gd name="connsiteX5" fmla="*/ 357 w 10000"/>
                <a:gd name="connsiteY5" fmla="*/ 1 h 9020"/>
                <a:gd name="connsiteX6" fmla="*/ 3781 w 10000"/>
                <a:gd name="connsiteY6" fmla="*/ 1063 h 9020"/>
                <a:gd name="connsiteX7" fmla="*/ 2069 w 10000"/>
                <a:gd name="connsiteY7" fmla="*/ 1346 h 9020"/>
                <a:gd name="connsiteX8" fmla="*/ 4351 w 10000"/>
                <a:gd name="connsiteY8" fmla="*/ 2088 h 9020"/>
                <a:gd name="connsiteX9" fmla="*/ 6064 w 10000"/>
                <a:gd name="connsiteY9" fmla="*/ 4921 h 9020"/>
                <a:gd name="connsiteX10" fmla="*/ 9488 w 10000"/>
                <a:gd name="connsiteY10" fmla="*/ 6344 h 9020"/>
                <a:gd name="connsiteX11" fmla="*/ 9956 w 10000"/>
                <a:gd name="connsiteY11" fmla="*/ 8655 h 9020"/>
                <a:gd name="connsiteX0" fmla="*/ 9956 w 10000"/>
                <a:gd name="connsiteY0" fmla="*/ 9595 h 9793"/>
                <a:gd name="connsiteX1" fmla="*/ 5731 w 10000"/>
                <a:gd name="connsiteY1" fmla="*/ 9630 h 9793"/>
                <a:gd name="connsiteX2" fmla="*/ 2069 w 10000"/>
                <a:gd name="connsiteY2" fmla="*/ 6054 h 9793"/>
                <a:gd name="connsiteX3" fmla="*/ 1213 w 10000"/>
                <a:gd name="connsiteY3" fmla="*/ 2296 h 9793"/>
                <a:gd name="connsiteX4" fmla="*/ 72 w 10000"/>
                <a:gd name="connsiteY4" fmla="*/ 1045 h 9793"/>
                <a:gd name="connsiteX5" fmla="*/ 357 w 10000"/>
                <a:gd name="connsiteY5" fmla="*/ 1 h 9793"/>
                <a:gd name="connsiteX6" fmla="*/ 3781 w 10000"/>
                <a:gd name="connsiteY6" fmla="*/ 1178 h 9793"/>
                <a:gd name="connsiteX7" fmla="*/ 2069 w 10000"/>
                <a:gd name="connsiteY7" fmla="*/ 1492 h 9793"/>
                <a:gd name="connsiteX8" fmla="*/ 4351 w 10000"/>
                <a:gd name="connsiteY8" fmla="*/ 2315 h 9793"/>
                <a:gd name="connsiteX9" fmla="*/ 6064 w 10000"/>
                <a:gd name="connsiteY9" fmla="*/ 5456 h 9793"/>
                <a:gd name="connsiteX10" fmla="*/ 9488 w 10000"/>
                <a:gd name="connsiteY10" fmla="*/ 7033 h 9793"/>
                <a:gd name="connsiteX11" fmla="*/ 9956 w 10000"/>
                <a:gd name="connsiteY11" fmla="*/ 9595 h 9793"/>
                <a:gd name="connsiteX0" fmla="*/ 9956 w 10000"/>
                <a:gd name="connsiteY0" fmla="*/ 9798 h 9834"/>
                <a:gd name="connsiteX1" fmla="*/ 5731 w 10000"/>
                <a:gd name="connsiteY1" fmla="*/ 9834 h 9834"/>
                <a:gd name="connsiteX2" fmla="*/ 2069 w 10000"/>
                <a:gd name="connsiteY2" fmla="*/ 6182 h 9834"/>
                <a:gd name="connsiteX3" fmla="*/ 1213 w 10000"/>
                <a:gd name="connsiteY3" fmla="*/ 2345 h 9834"/>
                <a:gd name="connsiteX4" fmla="*/ 72 w 10000"/>
                <a:gd name="connsiteY4" fmla="*/ 1067 h 9834"/>
                <a:gd name="connsiteX5" fmla="*/ 357 w 10000"/>
                <a:gd name="connsiteY5" fmla="*/ 1 h 9834"/>
                <a:gd name="connsiteX6" fmla="*/ 3781 w 10000"/>
                <a:gd name="connsiteY6" fmla="*/ 1203 h 9834"/>
                <a:gd name="connsiteX7" fmla="*/ 2069 w 10000"/>
                <a:gd name="connsiteY7" fmla="*/ 1524 h 9834"/>
                <a:gd name="connsiteX8" fmla="*/ 4351 w 10000"/>
                <a:gd name="connsiteY8" fmla="*/ 2364 h 9834"/>
                <a:gd name="connsiteX9" fmla="*/ 6064 w 10000"/>
                <a:gd name="connsiteY9" fmla="*/ 5571 h 9834"/>
                <a:gd name="connsiteX10" fmla="*/ 9488 w 10000"/>
                <a:gd name="connsiteY10" fmla="*/ 7182 h 9834"/>
                <a:gd name="connsiteX11" fmla="*/ 9956 w 10000"/>
                <a:gd name="connsiteY11" fmla="*/ 9798 h 9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00" h="9834">
                  <a:moveTo>
                    <a:pt x="9956" y="9798"/>
                  </a:moveTo>
                  <a:lnTo>
                    <a:pt x="5731" y="9834"/>
                  </a:lnTo>
                  <a:cubicBezTo>
                    <a:pt x="4875" y="8976"/>
                    <a:pt x="2821" y="7430"/>
                    <a:pt x="2069" y="6182"/>
                  </a:cubicBezTo>
                  <a:cubicBezTo>
                    <a:pt x="1973" y="4948"/>
                    <a:pt x="2544" y="3597"/>
                    <a:pt x="1213" y="2345"/>
                  </a:cubicBezTo>
                  <a:cubicBezTo>
                    <a:pt x="927" y="1492"/>
                    <a:pt x="261" y="1457"/>
                    <a:pt x="72" y="1067"/>
                  </a:cubicBezTo>
                  <a:cubicBezTo>
                    <a:pt x="72" y="852"/>
                    <a:pt x="-214" y="-23"/>
                    <a:pt x="357" y="1"/>
                  </a:cubicBezTo>
                  <a:cubicBezTo>
                    <a:pt x="642" y="137"/>
                    <a:pt x="3496" y="951"/>
                    <a:pt x="3781" y="1203"/>
                  </a:cubicBezTo>
                  <a:cubicBezTo>
                    <a:pt x="3401" y="1321"/>
                    <a:pt x="2544" y="1414"/>
                    <a:pt x="2069" y="1524"/>
                  </a:cubicBezTo>
                  <a:cubicBezTo>
                    <a:pt x="2259" y="1801"/>
                    <a:pt x="2355" y="2122"/>
                    <a:pt x="4351" y="2364"/>
                  </a:cubicBezTo>
                  <a:cubicBezTo>
                    <a:pt x="6539" y="3425"/>
                    <a:pt x="3401" y="4515"/>
                    <a:pt x="6064" y="5571"/>
                  </a:cubicBezTo>
                  <a:cubicBezTo>
                    <a:pt x="6444" y="6071"/>
                    <a:pt x="7491" y="6706"/>
                    <a:pt x="9488" y="7182"/>
                  </a:cubicBezTo>
                  <a:cubicBezTo>
                    <a:pt x="10137" y="7886"/>
                    <a:pt x="10003" y="9297"/>
                    <a:pt x="9956" y="9798"/>
                  </a:cubicBezTo>
                  <a:close/>
                </a:path>
              </a:pathLst>
            </a:custGeom>
            <a:grpFill/>
            <a:ln>
              <a:noFill/>
            </a:ln>
            <a:effectLst/>
            <a:extLst/>
          </p:spPr>
          <p:txBody>
            <a:bodyPr wrap="none" lIns="0" tIns="0" rIns="0" bIns="0" anchor="ctr"/>
            <a:lstStyle/>
            <a:p>
              <a:pPr>
                <a:defRPr/>
              </a:pPr>
              <a:endParaRPr lang="en-US" dirty="0"/>
            </a:p>
          </p:txBody>
        </p:sp>
      </p:grpSp>
      <p:sp>
        <p:nvSpPr>
          <p:cNvPr id="53250" name="Titel 2"/>
          <p:cNvSpPr>
            <a:spLocks noGrp="1"/>
          </p:cNvSpPr>
          <p:nvPr>
            <p:ph type="title"/>
          </p:nvPr>
        </p:nvSpPr>
        <p:spPr/>
        <p:txBody>
          <a:bodyPr/>
          <a:lstStyle/>
          <a:p>
            <a:r>
              <a:rPr lang="en-US" altLang="en-US" smtClean="0"/>
              <a:t>Calculation of the emission</a:t>
            </a:r>
          </a:p>
        </p:txBody>
      </p:sp>
      <p:sp>
        <p:nvSpPr>
          <p:cNvPr id="4" name="Rechteck 3"/>
          <p:cNvSpPr/>
          <p:nvPr/>
        </p:nvSpPr>
        <p:spPr bwMode="auto">
          <a:xfrm>
            <a:off x="5300317" y="1748354"/>
            <a:ext cx="1225424" cy="4179754"/>
          </a:xfrm>
          <a:prstGeom prst="rect">
            <a:avLst/>
          </a:prstGeom>
          <a:solidFill>
            <a:schemeClr val="tx2"/>
          </a:solidFill>
          <a:ln w="9525" cap="flat" cmpd="sng" algn="ctr">
            <a:noFill/>
            <a:prstDash val="solid"/>
            <a:round/>
            <a:headEnd type="none" w="med" len="med"/>
            <a:tailEnd type="none" w="med" len="med"/>
          </a:ln>
          <a:effectLst/>
          <a:extLst/>
        </p:spPr>
        <p:txBody>
          <a:bodyPr wrap="square" lIns="72000" tIns="72000" rIns="72000" bIns="72000" anchor="ctr" anchorCtr="0">
            <a:noAutofit/>
          </a:bodyPr>
          <a:lstStyle/>
          <a:p>
            <a:pPr algn="ctr">
              <a:buFont typeface="Wingdings" pitchFamily="2" charset="2"/>
              <a:buNone/>
            </a:pPr>
            <a:r>
              <a:rPr lang="en-US" sz="1200" b="1" dirty="0">
                <a:solidFill>
                  <a:schemeClr val="bg1"/>
                </a:solidFill>
              </a:rPr>
              <a:t>Emission calculator</a:t>
            </a:r>
          </a:p>
        </p:txBody>
      </p:sp>
      <p:sp>
        <p:nvSpPr>
          <p:cNvPr id="2" name="Slide Number Placeholder 1"/>
          <p:cNvSpPr>
            <a:spLocks noGrp="1"/>
          </p:cNvSpPr>
          <p:nvPr>
            <p:ph type="sldNum" sz="quarter" idx="4"/>
          </p:nvPr>
        </p:nvSpPr>
        <p:spPr>
          <a:ln>
            <a:noFill/>
          </a:ln>
        </p:spPr>
        <p:txBody>
          <a:bodyPr/>
          <a:lstStyle/>
          <a:p>
            <a:pPr>
              <a:defRPr/>
            </a:pPr>
            <a:r>
              <a:rPr dirty="0" smtClean="0"/>
              <a:t>Slide </a:t>
            </a:r>
            <a:fld id="{60C67920-923A-4F98-A587-72BEC0D9EE68}" type="slidenum">
              <a:rPr lang="en-US" smtClean="0"/>
              <a:pPr>
                <a:defRPr/>
              </a:pPr>
              <a:t>10</a:t>
            </a:fld>
            <a:endParaRPr lang="en-US" dirty="0"/>
          </a:p>
        </p:txBody>
      </p:sp>
      <p:sp>
        <p:nvSpPr>
          <p:cNvPr id="6" name="Rechteck 5"/>
          <p:cNvSpPr/>
          <p:nvPr/>
        </p:nvSpPr>
        <p:spPr bwMode="auto">
          <a:xfrm>
            <a:off x="1987376" y="1761847"/>
            <a:ext cx="1980000" cy="432000"/>
          </a:xfrm>
          <a:prstGeom prst="rect">
            <a:avLst/>
          </a:prstGeom>
          <a:solidFill>
            <a:schemeClr val="accent1"/>
          </a:solidFill>
          <a:ln w="9525" cap="flat" cmpd="sng" algn="ctr">
            <a:noFill/>
            <a:prstDash val="solid"/>
            <a:round/>
            <a:headEnd type="none" w="med" len="med"/>
            <a:tailEnd type="none" w="med" len="med"/>
          </a:ln>
          <a:effectLst/>
          <a:extLst/>
        </p:spPr>
        <p:txBody>
          <a:bodyPr wrap="square" lIns="72000" tIns="72000" rIns="72000" bIns="72000" anchor="ctr" anchorCtr="0">
            <a:noAutofit/>
          </a:bodyPr>
          <a:lstStyle/>
          <a:p>
            <a:pPr algn="ctr">
              <a:buFont typeface="Wingdings" pitchFamily="2" charset="2"/>
              <a:buNone/>
              <a:defRPr/>
            </a:pPr>
            <a:r>
              <a:rPr lang="en-US" sz="1200" b="1" dirty="0">
                <a:solidFill>
                  <a:schemeClr val="bg1"/>
                </a:solidFill>
              </a:rPr>
              <a:t>Gas analyzer</a:t>
            </a:r>
          </a:p>
          <a:p>
            <a:pPr algn="ctr">
              <a:buFont typeface="Wingdings" pitchFamily="2" charset="2"/>
              <a:buNone/>
              <a:defRPr/>
            </a:pPr>
            <a:r>
              <a:rPr lang="en-US" sz="1200" dirty="0">
                <a:solidFill>
                  <a:schemeClr val="bg1"/>
                </a:solidFill>
              </a:rPr>
              <a:t>CO, NO, SO</a:t>
            </a:r>
            <a:r>
              <a:rPr lang="en-US" sz="1200" baseline="-25000" dirty="0">
                <a:solidFill>
                  <a:schemeClr val="bg1"/>
                </a:solidFill>
              </a:rPr>
              <a:t>2</a:t>
            </a:r>
            <a:r>
              <a:rPr lang="en-US" sz="1200" dirty="0">
                <a:solidFill>
                  <a:schemeClr val="bg1"/>
                </a:solidFill>
              </a:rPr>
              <a:t>,…</a:t>
            </a:r>
          </a:p>
        </p:txBody>
      </p:sp>
      <p:sp>
        <p:nvSpPr>
          <p:cNvPr id="53271" name="Textfeld 4"/>
          <p:cNvSpPr txBox="1">
            <a:spLocks noChangeArrowheads="1"/>
          </p:cNvSpPr>
          <p:nvPr/>
        </p:nvSpPr>
        <p:spPr bwMode="auto">
          <a:xfrm>
            <a:off x="1987376" y="2240896"/>
            <a:ext cx="1980000" cy="252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72000" tIns="72000" rIns="72000" bIns="72000" anchor="ctr" anchorCtr="0">
            <a:no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algn="ctr" eaLnBrk="1" hangingPunct="1">
              <a:buFont typeface="Wingdings" pitchFamily="2" charset="2"/>
              <a:buNone/>
            </a:pPr>
            <a:r>
              <a:rPr lang="en-US" altLang="en-US" sz="1200" b="1" dirty="0"/>
              <a:t>mg/m³</a:t>
            </a:r>
          </a:p>
        </p:txBody>
      </p:sp>
      <p:sp>
        <p:nvSpPr>
          <p:cNvPr id="7" name="Rechteck 6"/>
          <p:cNvSpPr/>
          <p:nvPr/>
        </p:nvSpPr>
        <p:spPr bwMode="auto">
          <a:xfrm>
            <a:off x="1987376" y="2703598"/>
            <a:ext cx="1980000" cy="432000"/>
          </a:xfrm>
          <a:prstGeom prst="rect">
            <a:avLst/>
          </a:prstGeom>
          <a:solidFill>
            <a:schemeClr val="accent1"/>
          </a:solidFill>
          <a:ln w="9525" cap="flat" cmpd="sng" algn="ctr">
            <a:noFill/>
            <a:prstDash val="solid"/>
            <a:round/>
            <a:headEnd type="none" w="med" len="med"/>
            <a:tailEnd type="none" w="med" len="med"/>
          </a:ln>
          <a:effectLst/>
          <a:extLst/>
        </p:spPr>
        <p:txBody>
          <a:bodyPr wrap="square" lIns="72000" tIns="72000" rIns="72000" bIns="72000" anchor="ctr" anchorCtr="0">
            <a:noAutofit/>
          </a:bodyPr>
          <a:lstStyle/>
          <a:p>
            <a:pPr algn="ctr">
              <a:buFont typeface="Wingdings" pitchFamily="2" charset="2"/>
              <a:buNone/>
              <a:defRPr/>
            </a:pPr>
            <a:r>
              <a:rPr lang="en-US" sz="1200" b="1" dirty="0">
                <a:solidFill>
                  <a:schemeClr val="bg1"/>
                </a:solidFill>
              </a:rPr>
              <a:t>Gas analyzer</a:t>
            </a:r>
          </a:p>
          <a:p>
            <a:pPr algn="ctr">
              <a:buFont typeface="Wingdings" pitchFamily="2" charset="2"/>
              <a:buNone/>
              <a:defRPr/>
            </a:pPr>
            <a:r>
              <a:rPr lang="en-US" sz="1200" dirty="0">
                <a:solidFill>
                  <a:schemeClr val="bg1"/>
                </a:solidFill>
              </a:rPr>
              <a:t>O</a:t>
            </a:r>
            <a:r>
              <a:rPr lang="en-US" sz="1200" baseline="-25000" dirty="0">
                <a:solidFill>
                  <a:schemeClr val="bg1"/>
                </a:solidFill>
              </a:rPr>
              <a:t>2</a:t>
            </a:r>
          </a:p>
        </p:txBody>
      </p:sp>
      <p:sp>
        <p:nvSpPr>
          <p:cNvPr id="53269" name="Textfeld 11"/>
          <p:cNvSpPr txBox="1">
            <a:spLocks noChangeArrowheads="1"/>
          </p:cNvSpPr>
          <p:nvPr/>
        </p:nvSpPr>
        <p:spPr bwMode="auto">
          <a:xfrm>
            <a:off x="1987376" y="3169380"/>
            <a:ext cx="1980000" cy="252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72000" tIns="72000" rIns="72000" bIns="72000" anchor="ctr" anchorCtr="0">
            <a:no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algn="ctr" eaLnBrk="1" hangingPunct="1">
              <a:buFont typeface="Wingdings" pitchFamily="2" charset="2"/>
              <a:buNone/>
            </a:pPr>
            <a:r>
              <a:rPr lang="en-US" altLang="en-US" sz="1200" b="1" dirty="0"/>
              <a:t>Vol%</a:t>
            </a:r>
          </a:p>
        </p:txBody>
      </p:sp>
      <p:sp>
        <p:nvSpPr>
          <p:cNvPr id="9" name="Rechteck 8"/>
          <p:cNvSpPr/>
          <p:nvPr/>
        </p:nvSpPr>
        <p:spPr bwMode="auto">
          <a:xfrm>
            <a:off x="1987376" y="3620744"/>
            <a:ext cx="1980000" cy="432000"/>
          </a:xfrm>
          <a:prstGeom prst="rect">
            <a:avLst/>
          </a:prstGeom>
          <a:solidFill>
            <a:schemeClr val="accent1"/>
          </a:solidFill>
          <a:ln w="9525" cap="flat" cmpd="sng" algn="ctr">
            <a:noFill/>
            <a:prstDash val="solid"/>
            <a:round/>
            <a:headEnd type="none" w="med" len="med"/>
            <a:tailEnd type="none" w="med" len="med"/>
          </a:ln>
          <a:effectLst/>
          <a:extLst/>
        </p:spPr>
        <p:txBody>
          <a:bodyPr wrap="square" lIns="72000" tIns="72000" rIns="72000" bIns="72000" anchor="ctr" anchorCtr="0">
            <a:noAutofit/>
          </a:bodyPr>
          <a:lstStyle/>
          <a:p>
            <a:pPr algn="ctr">
              <a:buFont typeface="Wingdings" pitchFamily="2" charset="2"/>
              <a:buNone/>
              <a:defRPr/>
            </a:pPr>
            <a:r>
              <a:rPr lang="en-US" sz="1200" b="1" dirty="0" smtClean="0">
                <a:solidFill>
                  <a:schemeClr val="bg1"/>
                </a:solidFill>
              </a:rPr>
              <a:t>Moisture analyzer</a:t>
            </a:r>
          </a:p>
          <a:p>
            <a:pPr algn="ctr">
              <a:buFont typeface="Wingdings" pitchFamily="2" charset="2"/>
              <a:buNone/>
              <a:defRPr/>
            </a:pPr>
            <a:r>
              <a:rPr lang="en-US" sz="1200" dirty="0">
                <a:solidFill>
                  <a:schemeClr val="bg1"/>
                </a:solidFill>
              </a:rPr>
              <a:t>H</a:t>
            </a:r>
            <a:r>
              <a:rPr lang="en-US" sz="1200" baseline="-25000" dirty="0">
                <a:solidFill>
                  <a:schemeClr val="bg1"/>
                </a:solidFill>
              </a:rPr>
              <a:t>2</a:t>
            </a:r>
            <a:r>
              <a:rPr lang="en-US" sz="1200" dirty="0">
                <a:solidFill>
                  <a:schemeClr val="bg1"/>
                </a:solidFill>
              </a:rPr>
              <a:t>O</a:t>
            </a:r>
          </a:p>
        </p:txBody>
      </p:sp>
      <p:sp>
        <p:nvSpPr>
          <p:cNvPr id="53267" name="Textfeld 12"/>
          <p:cNvSpPr txBox="1">
            <a:spLocks noChangeArrowheads="1"/>
          </p:cNvSpPr>
          <p:nvPr/>
        </p:nvSpPr>
        <p:spPr bwMode="auto">
          <a:xfrm>
            <a:off x="1987376" y="4092340"/>
            <a:ext cx="1980000" cy="252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72000" tIns="72000" rIns="72000" bIns="72000" anchor="ctr" anchorCtr="0">
            <a:no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algn="ctr" eaLnBrk="1" hangingPunct="1">
              <a:buFont typeface="Wingdings" pitchFamily="2" charset="2"/>
              <a:buNone/>
            </a:pPr>
            <a:r>
              <a:rPr lang="en-US" altLang="en-US" sz="1200" b="1" dirty="0"/>
              <a:t>Vol%</a:t>
            </a:r>
          </a:p>
        </p:txBody>
      </p:sp>
      <p:sp>
        <p:nvSpPr>
          <p:cNvPr id="10" name="Rechteck 9"/>
          <p:cNvSpPr/>
          <p:nvPr/>
        </p:nvSpPr>
        <p:spPr bwMode="auto">
          <a:xfrm>
            <a:off x="1987376" y="4556939"/>
            <a:ext cx="1980000" cy="432000"/>
          </a:xfrm>
          <a:prstGeom prst="rect">
            <a:avLst/>
          </a:prstGeom>
          <a:solidFill>
            <a:schemeClr val="accent1"/>
          </a:solidFill>
          <a:ln w="9525" cap="flat" cmpd="sng" algn="ctr">
            <a:noFill/>
            <a:prstDash val="solid"/>
            <a:round/>
            <a:headEnd type="none" w="med" len="med"/>
            <a:tailEnd type="none" w="med" len="med"/>
          </a:ln>
          <a:effectLst/>
          <a:extLst/>
        </p:spPr>
        <p:txBody>
          <a:bodyPr wrap="square" lIns="72000" tIns="72000" rIns="72000" bIns="72000" anchor="ctr" anchorCtr="0">
            <a:noAutofit/>
          </a:bodyPr>
          <a:lstStyle/>
          <a:p>
            <a:pPr algn="ctr">
              <a:buFont typeface="Wingdings" pitchFamily="2" charset="2"/>
              <a:buNone/>
              <a:defRPr/>
            </a:pPr>
            <a:r>
              <a:rPr lang="en-US" sz="1200" b="1" dirty="0" smtClean="0">
                <a:solidFill>
                  <a:schemeClr val="bg1"/>
                </a:solidFill>
              </a:rPr>
              <a:t>Dust analyzer</a:t>
            </a:r>
            <a:endParaRPr lang="en-US" sz="1200" b="1" dirty="0">
              <a:solidFill>
                <a:schemeClr val="bg1"/>
              </a:solidFill>
            </a:endParaRPr>
          </a:p>
        </p:txBody>
      </p:sp>
      <p:sp>
        <p:nvSpPr>
          <p:cNvPr id="53265" name="Textfeld 13"/>
          <p:cNvSpPr txBox="1">
            <a:spLocks noChangeArrowheads="1"/>
          </p:cNvSpPr>
          <p:nvPr/>
        </p:nvSpPr>
        <p:spPr bwMode="auto">
          <a:xfrm>
            <a:off x="1987376" y="5013204"/>
            <a:ext cx="1980000" cy="252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72000" tIns="72000" rIns="72000" bIns="72000" anchor="ctr" anchorCtr="0">
            <a:noAutofit/>
          </a:bodyPr>
          <a:lstStyle>
            <a:lvl1pPr eaLnBrk="0" hangingPunct="0">
              <a:defRPr>
                <a:solidFill>
                  <a:srgbClr val="000000"/>
                </a:solidFill>
                <a:latin typeface="Arial" charset="0"/>
              </a:defRPr>
            </a:lvl1pPr>
            <a:lvl2pPr marL="742950" indent="-285750" eaLnBrk="0" hangingPunct="0">
              <a:defRPr>
                <a:solidFill>
                  <a:srgbClr val="000000"/>
                </a:solidFill>
                <a:latin typeface="Arial" charset="0"/>
              </a:defRPr>
            </a:lvl2pPr>
            <a:lvl3pPr marL="1143000" indent="-228600" eaLnBrk="0" hangingPunct="0">
              <a:defRPr>
                <a:solidFill>
                  <a:srgbClr val="000000"/>
                </a:solidFill>
                <a:latin typeface="Arial" charset="0"/>
              </a:defRPr>
            </a:lvl3pPr>
            <a:lvl4pPr marL="1600200" indent="-228600" eaLnBrk="0" hangingPunct="0">
              <a:defRPr>
                <a:solidFill>
                  <a:srgbClr val="000000"/>
                </a:solidFill>
                <a:latin typeface="Arial" charset="0"/>
              </a:defRPr>
            </a:lvl4pPr>
            <a:lvl5pPr marL="2057400" indent="-228600" eaLnBrk="0" hangingPunct="0">
              <a:defRPr>
                <a:solidFill>
                  <a:srgbClr val="000000"/>
                </a:solidFill>
                <a:latin typeface="Arial" charset="0"/>
              </a:defRPr>
            </a:lvl5pPr>
            <a:lvl6pPr marL="25146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6pPr>
            <a:lvl7pPr marL="29718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7pPr>
            <a:lvl8pPr marL="34290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8pPr>
            <a:lvl9pPr marL="3886200" indent="-228600" eaLnBrk="0" fontAlgn="base" hangingPunct="0">
              <a:spcBef>
                <a:spcPct val="50000"/>
              </a:spcBef>
              <a:spcAft>
                <a:spcPct val="0"/>
              </a:spcAft>
              <a:buClr>
                <a:schemeClr val="tx2"/>
              </a:buClr>
              <a:buSzPct val="70000"/>
              <a:buFont typeface="Wingdings" pitchFamily="2" charset="2"/>
              <a:buChar char="§"/>
              <a:defRPr>
                <a:solidFill>
                  <a:srgbClr val="000000"/>
                </a:solidFill>
                <a:latin typeface="Arial" charset="0"/>
              </a:defRPr>
            </a:lvl9pPr>
          </a:lstStyle>
          <a:p>
            <a:pPr algn="ctr" eaLnBrk="1" hangingPunct="1">
              <a:buFont typeface="Wingdings" pitchFamily="2" charset="2"/>
              <a:buNone/>
            </a:pPr>
            <a:r>
              <a:rPr lang="en-US" altLang="en-US" sz="1200" b="1"/>
              <a:t>mg/m³</a:t>
            </a:r>
          </a:p>
        </p:txBody>
      </p:sp>
      <p:sp>
        <p:nvSpPr>
          <p:cNvPr id="20" name="Rechteck 19"/>
          <p:cNvSpPr/>
          <p:nvPr/>
        </p:nvSpPr>
        <p:spPr bwMode="auto">
          <a:xfrm>
            <a:off x="1987376" y="5481227"/>
            <a:ext cx="1980000" cy="432000"/>
          </a:xfrm>
          <a:prstGeom prst="rect">
            <a:avLst/>
          </a:prstGeom>
          <a:solidFill>
            <a:schemeClr val="accent1"/>
          </a:solidFill>
          <a:ln w="9525" cap="flat" cmpd="sng" algn="ctr">
            <a:noFill/>
            <a:prstDash val="solid"/>
            <a:round/>
            <a:headEnd type="none" w="med" len="med"/>
            <a:tailEnd type="none" w="med" len="med"/>
          </a:ln>
          <a:effectLst/>
          <a:extLst/>
        </p:spPr>
        <p:txBody>
          <a:bodyPr wrap="square" lIns="72000" tIns="72000" rIns="72000" bIns="72000" anchor="ctr" anchorCtr="0">
            <a:noAutofit/>
          </a:bodyPr>
          <a:lstStyle/>
          <a:p>
            <a:pPr algn="ctr">
              <a:buFont typeface="Wingdings" pitchFamily="2" charset="2"/>
              <a:buNone/>
              <a:defRPr/>
            </a:pPr>
            <a:r>
              <a:rPr lang="en-US" sz="1200" b="1" dirty="0">
                <a:solidFill>
                  <a:schemeClr val="bg1"/>
                </a:solidFill>
              </a:rPr>
              <a:t>Pressure, temperature, flow from stack</a:t>
            </a:r>
          </a:p>
        </p:txBody>
      </p:sp>
      <p:cxnSp>
        <p:nvCxnSpPr>
          <p:cNvPr id="53256" name="Elbow Connector 53255"/>
          <p:cNvCxnSpPr>
            <a:stCxn id="4" idx="1"/>
            <a:endCxn id="7" idx="3"/>
          </p:cNvCxnSpPr>
          <p:nvPr/>
        </p:nvCxnSpPr>
        <p:spPr bwMode="gray">
          <a:xfrm rot="10800000">
            <a:off x="3967377" y="2919599"/>
            <a:ext cx="1332941" cy="918633"/>
          </a:xfrm>
          <a:prstGeom prst="bentConnector3">
            <a:avLst>
              <a:gd name="adj1" fmla="val 50000"/>
            </a:avLst>
          </a:prstGeom>
          <a:ln w="19050" cap="sq">
            <a:solidFill>
              <a:schemeClr val="tx1"/>
            </a:solidFill>
            <a:prstDash val="sysDot"/>
            <a:miter lim="800000"/>
          </a:ln>
        </p:spPr>
        <p:style>
          <a:lnRef idx="1">
            <a:schemeClr val="accent1"/>
          </a:lnRef>
          <a:fillRef idx="0">
            <a:schemeClr val="accent1"/>
          </a:fillRef>
          <a:effectRef idx="0">
            <a:schemeClr val="accent1"/>
          </a:effectRef>
          <a:fontRef idx="minor">
            <a:schemeClr val="tx1"/>
          </a:fontRef>
        </p:style>
      </p:cxnSp>
      <p:cxnSp>
        <p:nvCxnSpPr>
          <p:cNvPr id="53268" name="Elbow Connector 53267"/>
          <p:cNvCxnSpPr>
            <a:stCxn id="4" idx="1"/>
            <a:endCxn id="9" idx="3"/>
          </p:cNvCxnSpPr>
          <p:nvPr/>
        </p:nvCxnSpPr>
        <p:spPr bwMode="gray">
          <a:xfrm rot="10800000">
            <a:off x="3967377" y="3836745"/>
            <a:ext cx="1332941" cy="1487"/>
          </a:xfrm>
          <a:prstGeom prst="bentConnector3">
            <a:avLst>
              <a:gd name="adj1" fmla="val 50000"/>
            </a:avLst>
          </a:prstGeom>
          <a:ln w="19050" cap="sq">
            <a:solidFill>
              <a:schemeClr val="tx1"/>
            </a:solidFill>
            <a:prstDash val="sysDot"/>
            <a:miter lim="800000"/>
          </a:ln>
        </p:spPr>
        <p:style>
          <a:lnRef idx="1">
            <a:schemeClr val="accent1"/>
          </a:lnRef>
          <a:fillRef idx="0">
            <a:schemeClr val="accent1"/>
          </a:fillRef>
          <a:effectRef idx="0">
            <a:schemeClr val="accent1"/>
          </a:effectRef>
          <a:fontRef idx="minor">
            <a:schemeClr val="tx1"/>
          </a:fontRef>
        </p:style>
      </p:cxnSp>
      <p:cxnSp>
        <p:nvCxnSpPr>
          <p:cNvPr id="53272" name="Elbow Connector 53271"/>
          <p:cNvCxnSpPr>
            <a:stCxn id="4" idx="1"/>
            <a:endCxn id="10" idx="3"/>
          </p:cNvCxnSpPr>
          <p:nvPr/>
        </p:nvCxnSpPr>
        <p:spPr bwMode="gray">
          <a:xfrm rot="10800000" flipV="1">
            <a:off x="3967377" y="3838231"/>
            <a:ext cx="1332941" cy="934708"/>
          </a:xfrm>
          <a:prstGeom prst="bentConnector3">
            <a:avLst>
              <a:gd name="adj1" fmla="val 50000"/>
            </a:avLst>
          </a:prstGeom>
          <a:ln w="19050" cap="sq">
            <a:solidFill>
              <a:schemeClr val="tx1"/>
            </a:solidFill>
            <a:prstDash val="sysDot"/>
            <a:miter lim="800000"/>
          </a:ln>
        </p:spPr>
        <p:style>
          <a:lnRef idx="1">
            <a:schemeClr val="accent1"/>
          </a:lnRef>
          <a:fillRef idx="0">
            <a:schemeClr val="accent1"/>
          </a:fillRef>
          <a:effectRef idx="0">
            <a:schemeClr val="accent1"/>
          </a:effectRef>
          <a:fontRef idx="minor">
            <a:schemeClr val="tx1"/>
          </a:fontRef>
        </p:style>
      </p:cxnSp>
      <p:cxnSp>
        <p:nvCxnSpPr>
          <p:cNvPr id="53274" name="Elbow Connector 53273"/>
          <p:cNvCxnSpPr>
            <a:stCxn id="4" idx="1"/>
            <a:endCxn id="20" idx="3"/>
          </p:cNvCxnSpPr>
          <p:nvPr/>
        </p:nvCxnSpPr>
        <p:spPr bwMode="gray">
          <a:xfrm rot="10800000" flipV="1">
            <a:off x="3967377" y="3838231"/>
            <a:ext cx="1332941" cy="1858996"/>
          </a:xfrm>
          <a:prstGeom prst="bentConnector3">
            <a:avLst>
              <a:gd name="adj1" fmla="val 50000"/>
            </a:avLst>
          </a:prstGeom>
          <a:ln w="19050" cap="sq">
            <a:solidFill>
              <a:schemeClr val="tx1"/>
            </a:solidFill>
            <a:prstDash val="sysDot"/>
            <a:miter lim="800000"/>
          </a:ln>
        </p:spPr>
        <p:style>
          <a:lnRef idx="1">
            <a:schemeClr val="accent1"/>
          </a:lnRef>
          <a:fillRef idx="0">
            <a:schemeClr val="accent1"/>
          </a:fillRef>
          <a:effectRef idx="0">
            <a:schemeClr val="accent1"/>
          </a:effectRef>
          <a:fontRef idx="minor">
            <a:schemeClr val="tx1"/>
          </a:fontRef>
        </p:style>
      </p:cxnSp>
      <p:cxnSp>
        <p:nvCxnSpPr>
          <p:cNvPr id="71" name="Elbow Connector 70"/>
          <p:cNvCxnSpPr>
            <a:stCxn id="4" idx="1"/>
            <a:endCxn id="6" idx="3"/>
          </p:cNvCxnSpPr>
          <p:nvPr/>
        </p:nvCxnSpPr>
        <p:spPr bwMode="gray">
          <a:xfrm rot="10800000">
            <a:off x="3967377" y="1977847"/>
            <a:ext cx="1332941" cy="1860384"/>
          </a:xfrm>
          <a:prstGeom prst="bentConnector3">
            <a:avLst>
              <a:gd name="adj1" fmla="val 50000"/>
            </a:avLst>
          </a:prstGeom>
          <a:ln w="19050" cap="sq">
            <a:solidFill>
              <a:schemeClr val="tx1"/>
            </a:solidFill>
            <a:prstDash val="sysDot"/>
            <a:miter lim="800000"/>
          </a:ln>
        </p:spPr>
        <p:style>
          <a:lnRef idx="1">
            <a:schemeClr val="accent1"/>
          </a:lnRef>
          <a:fillRef idx="0">
            <a:schemeClr val="accent1"/>
          </a:fillRef>
          <a:effectRef idx="0">
            <a:schemeClr val="accent1"/>
          </a:effectRef>
          <a:fontRef idx="minor">
            <a:schemeClr val="tx1"/>
          </a:fontRef>
        </p:style>
      </p:cxnSp>
      <p:sp>
        <p:nvSpPr>
          <p:cNvPr id="92" name="PPTShape_0"/>
          <p:cNvSpPr/>
          <p:nvPr/>
        </p:nvSpPr>
        <p:spPr bwMode="auto">
          <a:xfrm rot="16200000">
            <a:off x="1849188" y="1914237"/>
            <a:ext cx="119552" cy="127217"/>
          </a:xfrm>
          <a:prstGeom prst="triangle">
            <a:avLst/>
          </a:prstGeom>
          <a:gradFill flip="none" rotWithShape="1">
            <a:gsLst>
              <a:gs pos="0">
                <a:schemeClr val="accent1">
                  <a:shade val="30000"/>
                  <a:satMod val="115000"/>
                </a:schemeClr>
              </a:gs>
              <a:gs pos="100000">
                <a:schemeClr val="accent1">
                  <a:shade val="100000"/>
                  <a:satMod val="115000"/>
                </a:schemeClr>
              </a:gs>
            </a:gsLst>
            <a:lin ang="16200000" scaled="1"/>
            <a:tileRect/>
          </a:gradFill>
          <a:ln w="9525" cap="flat" cmpd="sng" algn="ctr">
            <a:noFill/>
            <a:prstDash val="solid"/>
            <a:round/>
            <a:headEnd type="none" w="med" len="med"/>
            <a:tailEnd type="none" w="med" len="med"/>
          </a:ln>
          <a:effectLst/>
          <a:extLst/>
        </p:spPr>
        <p:txBody>
          <a:bodyPr wrap="square" lIns="72000" tIns="72000" rIns="72000" bIns="72000" anchor="ctr" anchorCtr="0">
            <a:noAutofit/>
          </a:bodyPr>
          <a:lstStyle/>
          <a:p>
            <a:pPr algn="ctr">
              <a:buFont typeface="Wingdings" pitchFamily="2" charset="2"/>
              <a:buNone/>
              <a:defRPr/>
            </a:pPr>
            <a:endParaRPr lang="en-US" sz="1200" dirty="0">
              <a:solidFill>
                <a:schemeClr val="bg1"/>
              </a:solidFill>
            </a:endParaRPr>
          </a:p>
        </p:txBody>
      </p:sp>
      <p:sp>
        <p:nvSpPr>
          <p:cNvPr id="93" name="PPTShape_1"/>
          <p:cNvSpPr/>
          <p:nvPr/>
        </p:nvSpPr>
        <p:spPr bwMode="auto">
          <a:xfrm rot="16200000">
            <a:off x="1849191" y="2855987"/>
            <a:ext cx="119546" cy="127217"/>
          </a:xfrm>
          <a:prstGeom prst="triangle">
            <a:avLst/>
          </a:prstGeom>
          <a:gradFill flip="none" rotWithShape="1">
            <a:gsLst>
              <a:gs pos="0">
                <a:schemeClr val="accent1">
                  <a:shade val="30000"/>
                  <a:satMod val="115000"/>
                </a:schemeClr>
              </a:gs>
              <a:gs pos="100000">
                <a:schemeClr val="accent1">
                  <a:shade val="100000"/>
                  <a:satMod val="115000"/>
                </a:schemeClr>
              </a:gs>
            </a:gsLst>
            <a:lin ang="16200000" scaled="1"/>
            <a:tileRect/>
          </a:gradFill>
          <a:ln w="9525" cap="flat" cmpd="sng" algn="ctr">
            <a:noFill/>
            <a:prstDash val="solid"/>
            <a:round/>
            <a:headEnd type="none" w="med" len="med"/>
            <a:tailEnd type="none" w="med" len="med"/>
          </a:ln>
          <a:effectLst/>
          <a:extLst/>
        </p:spPr>
        <p:txBody>
          <a:bodyPr wrap="square" lIns="72000" tIns="72000" rIns="72000" bIns="72000" anchor="ctr" anchorCtr="0">
            <a:noAutofit/>
          </a:bodyPr>
          <a:lstStyle/>
          <a:p>
            <a:pPr algn="ctr">
              <a:buFont typeface="Wingdings" pitchFamily="2" charset="2"/>
              <a:buNone/>
              <a:defRPr/>
            </a:pPr>
            <a:endParaRPr lang="en-US" sz="1200" baseline="-25000" dirty="0">
              <a:solidFill>
                <a:schemeClr val="bg1"/>
              </a:solidFill>
            </a:endParaRPr>
          </a:p>
        </p:txBody>
      </p:sp>
      <p:sp>
        <p:nvSpPr>
          <p:cNvPr id="94" name="PPTShape_2"/>
          <p:cNvSpPr/>
          <p:nvPr/>
        </p:nvSpPr>
        <p:spPr bwMode="auto">
          <a:xfrm rot="16200000">
            <a:off x="1849190" y="3773136"/>
            <a:ext cx="119546" cy="127216"/>
          </a:xfrm>
          <a:prstGeom prst="triangle">
            <a:avLst/>
          </a:prstGeom>
          <a:gradFill flip="none" rotWithShape="1">
            <a:gsLst>
              <a:gs pos="0">
                <a:schemeClr val="accent1">
                  <a:shade val="30000"/>
                  <a:satMod val="115000"/>
                </a:schemeClr>
              </a:gs>
              <a:gs pos="100000">
                <a:schemeClr val="accent1">
                  <a:shade val="100000"/>
                  <a:satMod val="115000"/>
                </a:schemeClr>
              </a:gs>
            </a:gsLst>
            <a:lin ang="16200000" scaled="1"/>
            <a:tileRect/>
          </a:gradFill>
          <a:ln w="9525" cap="flat" cmpd="sng" algn="ctr">
            <a:noFill/>
            <a:prstDash val="solid"/>
            <a:round/>
            <a:headEnd type="none" w="med" len="med"/>
            <a:tailEnd type="none" w="med" len="med"/>
          </a:ln>
          <a:effectLst/>
          <a:extLst/>
        </p:spPr>
        <p:txBody>
          <a:bodyPr wrap="square" lIns="72000" tIns="72000" rIns="72000" bIns="72000" anchor="ctr" anchorCtr="0">
            <a:noAutofit/>
          </a:bodyPr>
          <a:lstStyle/>
          <a:p>
            <a:pPr algn="ctr">
              <a:buFont typeface="Wingdings" pitchFamily="2" charset="2"/>
              <a:buNone/>
              <a:defRPr/>
            </a:pPr>
            <a:endParaRPr lang="en-US" sz="1200" dirty="0">
              <a:solidFill>
                <a:schemeClr val="bg1"/>
              </a:solidFill>
            </a:endParaRPr>
          </a:p>
        </p:txBody>
      </p:sp>
      <p:sp>
        <p:nvSpPr>
          <p:cNvPr id="95" name="PPTShape_3"/>
          <p:cNvSpPr/>
          <p:nvPr/>
        </p:nvSpPr>
        <p:spPr bwMode="auto">
          <a:xfrm rot="16200000">
            <a:off x="1849191" y="4709328"/>
            <a:ext cx="119546" cy="127217"/>
          </a:xfrm>
          <a:prstGeom prst="triangle">
            <a:avLst/>
          </a:prstGeom>
          <a:gradFill flip="none" rotWithShape="1">
            <a:gsLst>
              <a:gs pos="0">
                <a:schemeClr val="accent1">
                  <a:shade val="30000"/>
                  <a:satMod val="115000"/>
                </a:schemeClr>
              </a:gs>
              <a:gs pos="100000">
                <a:schemeClr val="accent1">
                  <a:shade val="100000"/>
                  <a:satMod val="115000"/>
                </a:schemeClr>
              </a:gs>
            </a:gsLst>
            <a:lin ang="16200000" scaled="1"/>
            <a:tileRect/>
          </a:gradFill>
          <a:ln w="9525" cap="flat" cmpd="sng" algn="ctr">
            <a:noFill/>
            <a:prstDash val="solid"/>
            <a:round/>
            <a:headEnd type="none" w="med" len="med"/>
            <a:tailEnd type="none" w="med" len="med"/>
          </a:ln>
          <a:effectLst/>
          <a:extLst/>
        </p:spPr>
        <p:txBody>
          <a:bodyPr wrap="square" lIns="72000" tIns="72000" rIns="72000" bIns="72000" anchor="ctr" anchorCtr="0">
            <a:noAutofit/>
          </a:bodyPr>
          <a:lstStyle/>
          <a:p>
            <a:pPr algn="ctr">
              <a:buFont typeface="Wingdings" pitchFamily="2" charset="2"/>
              <a:buNone/>
              <a:defRPr/>
            </a:pPr>
            <a:endParaRPr lang="en-US" sz="1200" b="1" dirty="0">
              <a:solidFill>
                <a:schemeClr val="bg1"/>
              </a:solidFill>
            </a:endParaRPr>
          </a:p>
        </p:txBody>
      </p:sp>
      <p:sp>
        <p:nvSpPr>
          <p:cNvPr id="96" name="PPTShape_4"/>
          <p:cNvSpPr/>
          <p:nvPr/>
        </p:nvSpPr>
        <p:spPr bwMode="auto">
          <a:xfrm rot="16200000">
            <a:off x="1849191" y="5633616"/>
            <a:ext cx="119546" cy="127217"/>
          </a:xfrm>
          <a:prstGeom prst="triangle">
            <a:avLst/>
          </a:prstGeom>
          <a:gradFill flip="none" rotWithShape="1">
            <a:gsLst>
              <a:gs pos="0">
                <a:schemeClr val="accent1">
                  <a:shade val="30000"/>
                  <a:satMod val="115000"/>
                </a:schemeClr>
              </a:gs>
              <a:gs pos="100000">
                <a:schemeClr val="accent1">
                  <a:shade val="100000"/>
                  <a:satMod val="115000"/>
                </a:schemeClr>
              </a:gs>
            </a:gsLst>
            <a:lin ang="16200000" scaled="1"/>
            <a:tileRect/>
          </a:gradFill>
          <a:ln w="9525" cap="flat" cmpd="sng" algn="ctr">
            <a:noFill/>
            <a:prstDash val="solid"/>
            <a:round/>
            <a:headEnd type="none" w="med" len="med"/>
            <a:tailEnd type="none" w="med" len="med"/>
          </a:ln>
          <a:effectLst/>
          <a:extLst/>
        </p:spPr>
        <p:txBody>
          <a:bodyPr wrap="square" lIns="72000" tIns="72000" rIns="72000" bIns="72000" anchor="ctr" anchorCtr="0">
            <a:noAutofit/>
          </a:bodyPr>
          <a:lstStyle/>
          <a:p>
            <a:pPr algn="ctr">
              <a:buFont typeface="Wingdings" pitchFamily="2" charset="2"/>
              <a:buNone/>
              <a:defRPr/>
            </a:pPr>
            <a:endParaRPr lang="en-US" sz="1200" b="1" dirty="0">
              <a:solidFill>
                <a:schemeClr val="bg1"/>
              </a:solidFill>
            </a:endParaRPr>
          </a:p>
        </p:txBody>
      </p:sp>
      <p:sp>
        <p:nvSpPr>
          <p:cNvPr id="5" name="Rectangle 4"/>
          <p:cNvSpPr/>
          <p:nvPr/>
        </p:nvSpPr>
        <p:spPr bwMode="gray">
          <a:xfrm>
            <a:off x="208757" y="6193859"/>
            <a:ext cx="8703749" cy="128458"/>
          </a:xfrm>
          <a:prstGeom prst="rect">
            <a:avLst/>
          </a:prstGeom>
          <a:solidFill>
            <a:schemeClr val="bg1"/>
          </a:solidFill>
          <a:ln w="9525" cap="flat" cmpd="sng" algn="ctr">
            <a:noFill/>
            <a:prstDash val="solid"/>
          </a:ln>
          <a:effectLst/>
        </p:spPr>
        <p:txBody>
          <a:bodyPr lIns="0" tIns="0" rIns="0" bIns="0" rtlCol="0" anchor="ctr"/>
          <a:lstStyle/>
          <a:p>
            <a:pPr marL="0" marR="0" indent="0" algn="ctr" defTabSz="914400" eaLnBrk="1" fontAlgn="auto" latinLnBrk="0" hangingPunct="1">
              <a:lnSpc>
                <a:spcPct val="100000"/>
              </a:lnSpc>
              <a:spcBef>
                <a:spcPts val="1100"/>
              </a:spcBef>
              <a:spcAft>
                <a:spcPts val="0"/>
              </a:spcAft>
              <a:buClr>
                <a:srgbClr val="002897"/>
              </a:buClr>
              <a:buSzPct val="70000"/>
              <a:buFontTx/>
              <a:buNone/>
              <a:tabLst/>
            </a:pPr>
            <a:endParaRPr kumimoji="0" lang="en-GB"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endParaRPr>
          </a:p>
        </p:txBody>
      </p:sp>
      <p:sp>
        <p:nvSpPr>
          <p:cNvPr id="41" name="AutoShape 10">
            <a:hlinkClick r:id="rId13" highlightClick="1"/>
          </p:cNvPr>
          <p:cNvSpPr>
            <a:spLocks noChangeArrowheads="1"/>
          </p:cNvSpPr>
          <p:nvPr/>
        </p:nvSpPr>
        <p:spPr bwMode="gray">
          <a:xfrm>
            <a:off x="8496300" y="15875"/>
            <a:ext cx="431800" cy="185738"/>
          </a:xfrm>
          <a:prstGeom prst="actionButtonBlank">
            <a:avLst/>
          </a:prstGeom>
          <a:solidFill>
            <a:srgbClr val="EAEAEA"/>
          </a:solidFill>
          <a:ln w="9525">
            <a:noFill/>
            <a:miter lim="800000"/>
            <a:headEnd/>
            <a:tailEnd/>
          </a:ln>
          <a:effectLst/>
        </p:spPr>
        <p:txBody>
          <a:bodyPr wrap="none" anchor="ctr"/>
          <a:lstStyle/>
          <a:p>
            <a:pPr algn="ctr" eaLnBrk="0" hangingPunct="0">
              <a:spcBef>
                <a:spcPct val="40000"/>
              </a:spcBef>
              <a:buClr>
                <a:schemeClr val="accent1"/>
              </a:buClr>
              <a:buSzPct val="80000"/>
              <a:buFont typeface="Wingdings" pitchFamily="2" charset="2"/>
              <a:buNone/>
            </a:pPr>
            <a:r>
              <a:rPr kumimoji="1" lang="en-US" sz="1200" noProof="1">
                <a:solidFill>
                  <a:schemeClr val="accent1"/>
                </a:solidFill>
              </a:rPr>
              <a:t>Help</a:t>
            </a:r>
          </a:p>
        </p:txBody>
      </p:sp>
    </p:spTree>
    <p:custDataLst>
      <p:tags r:id="rId1"/>
    </p:custDataLst>
    <p:extLst>
      <p:ext uri="{BB962C8B-B14F-4D97-AF65-F5344CB8AC3E}">
        <p14:creationId xmlns:p14="http://schemas.microsoft.com/office/powerpoint/2010/main" val="4021111249"/>
      </p:ext>
    </p:extLst>
  </p:cSld>
  <p:clrMapOvr>
    <a:masterClrMapping/>
  </p:clrMapOvr>
  <mc:AlternateContent xmlns:mc="http://schemas.openxmlformats.org/markup-compatibility/2006" xmlns:p14="http://schemas.microsoft.com/office/powerpoint/2010/main">
    <mc:Choice Requires="p14">
      <p:transition spd="med" p14:dur="700" advTm="80030">
        <p:fade/>
      </p:transition>
    </mc:Choice>
    <mc:Fallback xmlns="">
      <p:transition spd="med" advTm="8003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fade">
                                      <p:cBhvr>
                                        <p:cTn id="7" dur="500"/>
                                        <p:tgtEl>
                                          <p:spTgt spid="97"/>
                                        </p:tgtEl>
                                      </p:cBhvr>
                                    </p:animEffect>
                                  </p:childTnLst>
                                </p:cTn>
                              </p:par>
                              <p:par>
                                <p:cTn id="8" presetID="10" presetClass="entr" presetSubtype="0" fill="hold" nodeType="withEffect">
                                  <p:stCondLst>
                                    <p:cond delay="0"/>
                                  </p:stCondLst>
                                  <p:childTnLst>
                                    <p:set>
                                      <p:cBhvr>
                                        <p:cTn id="9" dur="1" fill="hold">
                                          <p:stCondLst>
                                            <p:cond delay="0"/>
                                          </p:stCondLst>
                                        </p:cTn>
                                        <p:tgtEl>
                                          <p:spTgt spid="77"/>
                                        </p:tgtEl>
                                        <p:attrNameLst>
                                          <p:attrName>style.visibility</p:attrName>
                                        </p:attrNameLst>
                                      </p:cBhvr>
                                      <p:to>
                                        <p:strVal val="visible"/>
                                      </p:to>
                                    </p:set>
                                    <p:animEffect transition="in" filter="fade">
                                      <p:cBhvr>
                                        <p:cTn id="10" dur="500"/>
                                        <p:tgtEl>
                                          <p:spTgt spid="77"/>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1"/>
                                        </p:tgtEl>
                                        <p:attrNameLst>
                                          <p:attrName>style.visibility</p:attrName>
                                        </p:attrNameLst>
                                      </p:cBhvr>
                                      <p:to>
                                        <p:strVal val="visible"/>
                                      </p:to>
                                    </p:set>
                                    <p:animEffect transition="in" filter="fade">
                                      <p:cBhvr>
                                        <p:cTn id="19" dur="500"/>
                                        <p:tgtEl>
                                          <p:spTgt spid="81"/>
                                        </p:tgtEl>
                                      </p:cBhvr>
                                    </p:animEffect>
                                  </p:childTnLst>
                                </p:cTn>
                              </p:par>
                            </p:childTnLst>
                          </p:cTn>
                        </p:par>
                        <p:par>
                          <p:cTn id="20" fill="hold">
                            <p:stCondLst>
                              <p:cond delay="500"/>
                            </p:stCondLst>
                            <p:childTnLst>
                              <p:par>
                                <p:cTn id="21" presetID="42"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1000"/>
                                        <p:tgtEl>
                                          <p:spTgt spid="6"/>
                                        </p:tgtEl>
                                      </p:cBhvr>
                                    </p:animEffect>
                                    <p:anim calcmode="lin" valueType="num">
                                      <p:cBhvr>
                                        <p:cTn id="24" dur="1000" fill="hold"/>
                                        <p:tgtEl>
                                          <p:spTgt spid="6"/>
                                        </p:tgtEl>
                                        <p:attrNameLst>
                                          <p:attrName>ppt_x</p:attrName>
                                        </p:attrNameLst>
                                      </p:cBhvr>
                                      <p:tavLst>
                                        <p:tav tm="0">
                                          <p:val>
                                            <p:strVal val="#ppt_x"/>
                                          </p:val>
                                        </p:tav>
                                        <p:tav tm="100000">
                                          <p:val>
                                            <p:strVal val="#ppt_x"/>
                                          </p:val>
                                        </p:tav>
                                      </p:tavLst>
                                    </p:anim>
                                    <p:anim calcmode="lin" valueType="num">
                                      <p:cBhvr>
                                        <p:cTn id="25" dur="1000" fill="hold"/>
                                        <p:tgtEl>
                                          <p:spTgt spid="6"/>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53271"/>
                                        </p:tgtEl>
                                        <p:attrNameLst>
                                          <p:attrName>style.visibility</p:attrName>
                                        </p:attrNameLst>
                                      </p:cBhvr>
                                      <p:to>
                                        <p:strVal val="visible"/>
                                      </p:to>
                                    </p:set>
                                    <p:animEffect transition="in" filter="fade">
                                      <p:cBhvr>
                                        <p:cTn id="28" dur="1000"/>
                                        <p:tgtEl>
                                          <p:spTgt spid="53271"/>
                                        </p:tgtEl>
                                      </p:cBhvr>
                                    </p:animEffect>
                                    <p:anim calcmode="lin" valueType="num">
                                      <p:cBhvr>
                                        <p:cTn id="29" dur="1000" fill="hold"/>
                                        <p:tgtEl>
                                          <p:spTgt spid="53271"/>
                                        </p:tgtEl>
                                        <p:attrNameLst>
                                          <p:attrName>ppt_x</p:attrName>
                                        </p:attrNameLst>
                                      </p:cBhvr>
                                      <p:tavLst>
                                        <p:tav tm="0">
                                          <p:val>
                                            <p:strVal val="#ppt_x"/>
                                          </p:val>
                                        </p:tav>
                                        <p:tav tm="100000">
                                          <p:val>
                                            <p:strVal val="#ppt_x"/>
                                          </p:val>
                                        </p:tav>
                                      </p:tavLst>
                                    </p:anim>
                                    <p:anim calcmode="lin" valueType="num">
                                      <p:cBhvr>
                                        <p:cTn id="30" dur="1000" fill="hold"/>
                                        <p:tgtEl>
                                          <p:spTgt spid="53271"/>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92"/>
                                        </p:tgtEl>
                                        <p:attrNameLst>
                                          <p:attrName>style.visibility</p:attrName>
                                        </p:attrNameLst>
                                      </p:cBhvr>
                                      <p:to>
                                        <p:strVal val="visible"/>
                                      </p:to>
                                    </p:set>
                                    <p:animEffect transition="in" filter="fade">
                                      <p:cBhvr>
                                        <p:cTn id="33" dur="1000"/>
                                        <p:tgtEl>
                                          <p:spTgt spid="92"/>
                                        </p:tgtEl>
                                      </p:cBhvr>
                                    </p:animEffect>
                                    <p:anim calcmode="lin" valueType="num">
                                      <p:cBhvr>
                                        <p:cTn id="34" dur="1000" fill="hold"/>
                                        <p:tgtEl>
                                          <p:spTgt spid="92"/>
                                        </p:tgtEl>
                                        <p:attrNameLst>
                                          <p:attrName>ppt_x</p:attrName>
                                        </p:attrNameLst>
                                      </p:cBhvr>
                                      <p:tavLst>
                                        <p:tav tm="0">
                                          <p:val>
                                            <p:strVal val="#ppt_x"/>
                                          </p:val>
                                        </p:tav>
                                        <p:tav tm="100000">
                                          <p:val>
                                            <p:strVal val="#ppt_x"/>
                                          </p:val>
                                        </p:tav>
                                      </p:tavLst>
                                    </p:anim>
                                    <p:anim calcmode="lin" valueType="num">
                                      <p:cBhvr>
                                        <p:cTn id="35" dur="1000" fill="hold"/>
                                        <p:tgtEl>
                                          <p:spTgt spid="92"/>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1000"/>
                                        <p:tgtEl>
                                          <p:spTgt spid="7"/>
                                        </p:tgtEl>
                                      </p:cBhvr>
                                    </p:animEffect>
                                    <p:anim calcmode="lin" valueType="num">
                                      <p:cBhvr>
                                        <p:cTn id="41" dur="1000" fill="hold"/>
                                        <p:tgtEl>
                                          <p:spTgt spid="7"/>
                                        </p:tgtEl>
                                        <p:attrNameLst>
                                          <p:attrName>ppt_x</p:attrName>
                                        </p:attrNameLst>
                                      </p:cBhvr>
                                      <p:tavLst>
                                        <p:tav tm="0">
                                          <p:val>
                                            <p:strVal val="#ppt_x"/>
                                          </p:val>
                                        </p:tav>
                                        <p:tav tm="100000">
                                          <p:val>
                                            <p:strVal val="#ppt_x"/>
                                          </p:val>
                                        </p:tav>
                                      </p:tavLst>
                                    </p:anim>
                                    <p:anim calcmode="lin" valueType="num">
                                      <p:cBhvr>
                                        <p:cTn id="42" dur="1000" fill="hold"/>
                                        <p:tgtEl>
                                          <p:spTgt spid="7"/>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93"/>
                                        </p:tgtEl>
                                        <p:attrNameLst>
                                          <p:attrName>style.visibility</p:attrName>
                                        </p:attrNameLst>
                                      </p:cBhvr>
                                      <p:to>
                                        <p:strVal val="visible"/>
                                      </p:to>
                                    </p:set>
                                    <p:animEffect transition="in" filter="fade">
                                      <p:cBhvr>
                                        <p:cTn id="45" dur="1000"/>
                                        <p:tgtEl>
                                          <p:spTgt spid="93"/>
                                        </p:tgtEl>
                                      </p:cBhvr>
                                    </p:animEffect>
                                    <p:anim calcmode="lin" valueType="num">
                                      <p:cBhvr>
                                        <p:cTn id="46" dur="1000" fill="hold"/>
                                        <p:tgtEl>
                                          <p:spTgt spid="93"/>
                                        </p:tgtEl>
                                        <p:attrNameLst>
                                          <p:attrName>ppt_x</p:attrName>
                                        </p:attrNameLst>
                                      </p:cBhvr>
                                      <p:tavLst>
                                        <p:tav tm="0">
                                          <p:val>
                                            <p:strVal val="#ppt_x"/>
                                          </p:val>
                                        </p:tav>
                                        <p:tav tm="100000">
                                          <p:val>
                                            <p:strVal val="#ppt_x"/>
                                          </p:val>
                                        </p:tav>
                                      </p:tavLst>
                                    </p:anim>
                                    <p:anim calcmode="lin" valueType="num">
                                      <p:cBhvr>
                                        <p:cTn id="47" dur="1000" fill="hold"/>
                                        <p:tgtEl>
                                          <p:spTgt spid="93"/>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53269"/>
                                        </p:tgtEl>
                                        <p:attrNameLst>
                                          <p:attrName>style.visibility</p:attrName>
                                        </p:attrNameLst>
                                      </p:cBhvr>
                                      <p:to>
                                        <p:strVal val="visible"/>
                                      </p:to>
                                    </p:set>
                                    <p:animEffect transition="in" filter="fade">
                                      <p:cBhvr>
                                        <p:cTn id="50" dur="1000"/>
                                        <p:tgtEl>
                                          <p:spTgt spid="53269"/>
                                        </p:tgtEl>
                                      </p:cBhvr>
                                    </p:animEffect>
                                    <p:anim calcmode="lin" valueType="num">
                                      <p:cBhvr>
                                        <p:cTn id="51" dur="1000" fill="hold"/>
                                        <p:tgtEl>
                                          <p:spTgt spid="53269"/>
                                        </p:tgtEl>
                                        <p:attrNameLst>
                                          <p:attrName>ppt_x</p:attrName>
                                        </p:attrNameLst>
                                      </p:cBhvr>
                                      <p:tavLst>
                                        <p:tav tm="0">
                                          <p:val>
                                            <p:strVal val="#ppt_x"/>
                                          </p:val>
                                        </p:tav>
                                        <p:tav tm="100000">
                                          <p:val>
                                            <p:strVal val="#ppt_x"/>
                                          </p:val>
                                        </p:tav>
                                      </p:tavLst>
                                    </p:anim>
                                    <p:anim calcmode="lin" valueType="num">
                                      <p:cBhvr>
                                        <p:cTn id="52" dur="1000" fill="hold"/>
                                        <p:tgtEl>
                                          <p:spTgt spid="53269"/>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1000"/>
                                        <p:tgtEl>
                                          <p:spTgt spid="9"/>
                                        </p:tgtEl>
                                      </p:cBhvr>
                                    </p:animEffect>
                                    <p:anim calcmode="lin" valueType="num">
                                      <p:cBhvr>
                                        <p:cTn id="58" dur="1000" fill="hold"/>
                                        <p:tgtEl>
                                          <p:spTgt spid="9"/>
                                        </p:tgtEl>
                                        <p:attrNameLst>
                                          <p:attrName>ppt_x</p:attrName>
                                        </p:attrNameLst>
                                      </p:cBhvr>
                                      <p:tavLst>
                                        <p:tav tm="0">
                                          <p:val>
                                            <p:strVal val="#ppt_x"/>
                                          </p:val>
                                        </p:tav>
                                        <p:tav tm="100000">
                                          <p:val>
                                            <p:strVal val="#ppt_x"/>
                                          </p:val>
                                        </p:tav>
                                      </p:tavLst>
                                    </p:anim>
                                    <p:anim calcmode="lin" valueType="num">
                                      <p:cBhvr>
                                        <p:cTn id="59" dur="1000" fill="hold"/>
                                        <p:tgtEl>
                                          <p:spTgt spid="9"/>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94"/>
                                        </p:tgtEl>
                                        <p:attrNameLst>
                                          <p:attrName>style.visibility</p:attrName>
                                        </p:attrNameLst>
                                      </p:cBhvr>
                                      <p:to>
                                        <p:strVal val="visible"/>
                                      </p:to>
                                    </p:set>
                                    <p:animEffect transition="in" filter="fade">
                                      <p:cBhvr>
                                        <p:cTn id="62" dur="1000"/>
                                        <p:tgtEl>
                                          <p:spTgt spid="94"/>
                                        </p:tgtEl>
                                      </p:cBhvr>
                                    </p:animEffect>
                                    <p:anim calcmode="lin" valueType="num">
                                      <p:cBhvr>
                                        <p:cTn id="63" dur="1000" fill="hold"/>
                                        <p:tgtEl>
                                          <p:spTgt spid="94"/>
                                        </p:tgtEl>
                                        <p:attrNameLst>
                                          <p:attrName>ppt_x</p:attrName>
                                        </p:attrNameLst>
                                      </p:cBhvr>
                                      <p:tavLst>
                                        <p:tav tm="0">
                                          <p:val>
                                            <p:strVal val="#ppt_x"/>
                                          </p:val>
                                        </p:tav>
                                        <p:tav tm="100000">
                                          <p:val>
                                            <p:strVal val="#ppt_x"/>
                                          </p:val>
                                        </p:tav>
                                      </p:tavLst>
                                    </p:anim>
                                    <p:anim calcmode="lin" valueType="num">
                                      <p:cBhvr>
                                        <p:cTn id="64" dur="1000" fill="hold"/>
                                        <p:tgtEl>
                                          <p:spTgt spid="94"/>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53267"/>
                                        </p:tgtEl>
                                        <p:attrNameLst>
                                          <p:attrName>style.visibility</p:attrName>
                                        </p:attrNameLst>
                                      </p:cBhvr>
                                      <p:to>
                                        <p:strVal val="visible"/>
                                      </p:to>
                                    </p:set>
                                    <p:animEffect transition="in" filter="fade">
                                      <p:cBhvr>
                                        <p:cTn id="67" dur="1000"/>
                                        <p:tgtEl>
                                          <p:spTgt spid="53267"/>
                                        </p:tgtEl>
                                      </p:cBhvr>
                                    </p:animEffect>
                                    <p:anim calcmode="lin" valueType="num">
                                      <p:cBhvr>
                                        <p:cTn id="68" dur="1000" fill="hold"/>
                                        <p:tgtEl>
                                          <p:spTgt spid="53267"/>
                                        </p:tgtEl>
                                        <p:attrNameLst>
                                          <p:attrName>ppt_x</p:attrName>
                                        </p:attrNameLst>
                                      </p:cBhvr>
                                      <p:tavLst>
                                        <p:tav tm="0">
                                          <p:val>
                                            <p:strVal val="#ppt_x"/>
                                          </p:val>
                                        </p:tav>
                                        <p:tav tm="100000">
                                          <p:val>
                                            <p:strVal val="#ppt_x"/>
                                          </p:val>
                                        </p:tav>
                                      </p:tavLst>
                                    </p:anim>
                                    <p:anim calcmode="lin" valueType="num">
                                      <p:cBhvr>
                                        <p:cTn id="69" dur="1000" fill="hold"/>
                                        <p:tgtEl>
                                          <p:spTgt spid="53267"/>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10"/>
                                        </p:tgtEl>
                                        <p:attrNameLst>
                                          <p:attrName>style.visibility</p:attrName>
                                        </p:attrNameLst>
                                      </p:cBhvr>
                                      <p:to>
                                        <p:strVal val="visible"/>
                                      </p:to>
                                    </p:set>
                                    <p:animEffect transition="in" filter="fade">
                                      <p:cBhvr>
                                        <p:cTn id="74" dur="1000"/>
                                        <p:tgtEl>
                                          <p:spTgt spid="10"/>
                                        </p:tgtEl>
                                      </p:cBhvr>
                                    </p:animEffect>
                                    <p:anim calcmode="lin" valueType="num">
                                      <p:cBhvr>
                                        <p:cTn id="75" dur="1000" fill="hold"/>
                                        <p:tgtEl>
                                          <p:spTgt spid="10"/>
                                        </p:tgtEl>
                                        <p:attrNameLst>
                                          <p:attrName>ppt_x</p:attrName>
                                        </p:attrNameLst>
                                      </p:cBhvr>
                                      <p:tavLst>
                                        <p:tav tm="0">
                                          <p:val>
                                            <p:strVal val="#ppt_x"/>
                                          </p:val>
                                        </p:tav>
                                        <p:tav tm="100000">
                                          <p:val>
                                            <p:strVal val="#ppt_x"/>
                                          </p:val>
                                        </p:tav>
                                      </p:tavLst>
                                    </p:anim>
                                    <p:anim calcmode="lin" valueType="num">
                                      <p:cBhvr>
                                        <p:cTn id="76" dur="1000" fill="hold"/>
                                        <p:tgtEl>
                                          <p:spTgt spid="10"/>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95"/>
                                        </p:tgtEl>
                                        <p:attrNameLst>
                                          <p:attrName>style.visibility</p:attrName>
                                        </p:attrNameLst>
                                      </p:cBhvr>
                                      <p:to>
                                        <p:strVal val="visible"/>
                                      </p:to>
                                    </p:set>
                                    <p:animEffect transition="in" filter="fade">
                                      <p:cBhvr>
                                        <p:cTn id="79" dur="1000"/>
                                        <p:tgtEl>
                                          <p:spTgt spid="95"/>
                                        </p:tgtEl>
                                      </p:cBhvr>
                                    </p:animEffect>
                                    <p:anim calcmode="lin" valueType="num">
                                      <p:cBhvr>
                                        <p:cTn id="80" dur="1000" fill="hold"/>
                                        <p:tgtEl>
                                          <p:spTgt spid="95"/>
                                        </p:tgtEl>
                                        <p:attrNameLst>
                                          <p:attrName>ppt_x</p:attrName>
                                        </p:attrNameLst>
                                      </p:cBhvr>
                                      <p:tavLst>
                                        <p:tav tm="0">
                                          <p:val>
                                            <p:strVal val="#ppt_x"/>
                                          </p:val>
                                        </p:tav>
                                        <p:tav tm="100000">
                                          <p:val>
                                            <p:strVal val="#ppt_x"/>
                                          </p:val>
                                        </p:tav>
                                      </p:tavLst>
                                    </p:anim>
                                    <p:anim calcmode="lin" valueType="num">
                                      <p:cBhvr>
                                        <p:cTn id="81" dur="1000" fill="hold"/>
                                        <p:tgtEl>
                                          <p:spTgt spid="95"/>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53265"/>
                                        </p:tgtEl>
                                        <p:attrNameLst>
                                          <p:attrName>style.visibility</p:attrName>
                                        </p:attrNameLst>
                                      </p:cBhvr>
                                      <p:to>
                                        <p:strVal val="visible"/>
                                      </p:to>
                                    </p:set>
                                    <p:animEffect transition="in" filter="fade">
                                      <p:cBhvr>
                                        <p:cTn id="84" dur="1000"/>
                                        <p:tgtEl>
                                          <p:spTgt spid="53265"/>
                                        </p:tgtEl>
                                      </p:cBhvr>
                                    </p:animEffect>
                                    <p:anim calcmode="lin" valueType="num">
                                      <p:cBhvr>
                                        <p:cTn id="85" dur="1000" fill="hold"/>
                                        <p:tgtEl>
                                          <p:spTgt spid="53265"/>
                                        </p:tgtEl>
                                        <p:attrNameLst>
                                          <p:attrName>ppt_x</p:attrName>
                                        </p:attrNameLst>
                                      </p:cBhvr>
                                      <p:tavLst>
                                        <p:tav tm="0">
                                          <p:val>
                                            <p:strVal val="#ppt_x"/>
                                          </p:val>
                                        </p:tav>
                                        <p:tav tm="100000">
                                          <p:val>
                                            <p:strVal val="#ppt_x"/>
                                          </p:val>
                                        </p:tav>
                                      </p:tavLst>
                                    </p:anim>
                                    <p:anim calcmode="lin" valueType="num">
                                      <p:cBhvr>
                                        <p:cTn id="86" dur="1000" fill="hold"/>
                                        <p:tgtEl>
                                          <p:spTgt spid="53265"/>
                                        </p:tgtEl>
                                        <p:attrNameLst>
                                          <p:attrName>ppt_y</p:attrName>
                                        </p:attrNameLst>
                                      </p:cBhvr>
                                      <p:tavLst>
                                        <p:tav tm="0">
                                          <p:val>
                                            <p:strVal val="#ppt_y+.1"/>
                                          </p:val>
                                        </p:tav>
                                        <p:tav tm="100000">
                                          <p:val>
                                            <p:strVal val="#ppt_y"/>
                                          </p:val>
                                        </p:tav>
                                      </p:tavLst>
                                    </p:anim>
                                  </p:childTnLst>
                                </p:cTn>
                              </p:par>
                            </p:childTnLst>
                          </p:cTn>
                        </p:par>
                        <p:par>
                          <p:cTn id="87" fill="hold">
                            <p:stCondLst>
                              <p:cond delay="1000"/>
                            </p:stCondLst>
                            <p:childTnLst>
                              <p:par>
                                <p:cTn id="88" presetID="42" presetClass="entr" presetSubtype="0" fill="hold" grpId="0" nodeType="afterEffect">
                                  <p:stCondLst>
                                    <p:cond delay="0"/>
                                  </p:stCondLst>
                                  <p:childTnLst>
                                    <p:set>
                                      <p:cBhvr>
                                        <p:cTn id="89" dur="1" fill="hold">
                                          <p:stCondLst>
                                            <p:cond delay="0"/>
                                          </p:stCondLst>
                                        </p:cTn>
                                        <p:tgtEl>
                                          <p:spTgt spid="20"/>
                                        </p:tgtEl>
                                        <p:attrNameLst>
                                          <p:attrName>style.visibility</p:attrName>
                                        </p:attrNameLst>
                                      </p:cBhvr>
                                      <p:to>
                                        <p:strVal val="visible"/>
                                      </p:to>
                                    </p:set>
                                    <p:animEffect transition="in" filter="fade">
                                      <p:cBhvr>
                                        <p:cTn id="90" dur="1000"/>
                                        <p:tgtEl>
                                          <p:spTgt spid="20"/>
                                        </p:tgtEl>
                                      </p:cBhvr>
                                    </p:animEffect>
                                    <p:anim calcmode="lin" valueType="num">
                                      <p:cBhvr>
                                        <p:cTn id="91" dur="1000" fill="hold"/>
                                        <p:tgtEl>
                                          <p:spTgt spid="20"/>
                                        </p:tgtEl>
                                        <p:attrNameLst>
                                          <p:attrName>ppt_x</p:attrName>
                                        </p:attrNameLst>
                                      </p:cBhvr>
                                      <p:tavLst>
                                        <p:tav tm="0">
                                          <p:val>
                                            <p:strVal val="#ppt_x"/>
                                          </p:val>
                                        </p:tav>
                                        <p:tav tm="100000">
                                          <p:val>
                                            <p:strVal val="#ppt_x"/>
                                          </p:val>
                                        </p:tav>
                                      </p:tavLst>
                                    </p:anim>
                                    <p:anim calcmode="lin" valueType="num">
                                      <p:cBhvr>
                                        <p:cTn id="92" dur="1000" fill="hold"/>
                                        <p:tgtEl>
                                          <p:spTgt spid="20"/>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96"/>
                                        </p:tgtEl>
                                        <p:attrNameLst>
                                          <p:attrName>style.visibility</p:attrName>
                                        </p:attrNameLst>
                                      </p:cBhvr>
                                      <p:to>
                                        <p:strVal val="visible"/>
                                      </p:to>
                                    </p:set>
                                    <p:animEffect transition="in" filter="fade">
                                      <p:cBhvr>
                                        <p:cTn id="95" dur="1000"/>
                                        <p:tgtEl>
                                          <p:spTgt spid="96"/>
                                        </p:tgtEl>
                                      </p:cBhvr>
                                    </p:animEffect>
                                    <p:anim calcmode="lin" valueType="num">
                                      <p:cBhvr>
                                        <p:cTn id="96" dur="1000" fill="hold"/>
                                        <p:tgtEl>
                                          <p:spTgt spid="96"/>
                                        </p:tgtEl>
                                        <p:attrNameLst>
                                          <p:attrName>ppt_x</p:attrName>
                                        </p:attrNameLst>
                                      </p:cBhvr>
                                      <p:tavLst>
                                        <p:tav tm="0">
                                          <p:val>
                                            <p:strVal val="#ppt_x"/>
                                          </p:val>
                                        </p:tav>
                                        <p:tav tm="100000">
                                          <p:val>
                                            <p:strVal val="#ppt_x"/>
                                          </p:val>
                                        </p:tav>
                                      </p:tavLst>
                                    </p:anim>
                                    <p:anim calcmode="lin" valueType="num">
                                      <p:cBhvr>
                                        <p:cTn id="97" dur="1000" fill="hold"/>
                                        <p:tgtEl>
                                          <p:spTgt spid="96"/>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53256"/>
                                        </p:tgtEl>
                                        <p:attrNameLst>
                                          <p:attrName>style.visibility</p:attrName>
                                        </p:attrNameLst>
                                      </p:cBhvr>
                                      <p:to>
                                        <p:strVal val="visible"/>
                                      </p:to>
                                    </p:set>
                                    <p:animEffect transition="in" filter="wipe(left)">
                                      <p:cBhvr>
                                        <p:cTn id="102" dur="1000"/>
                                        <p:tgtEl>
                                          <p:spTgt spid="53256"/>
                                        </p:tgtEl>
                                      </p:cBhvr>
                                    </p:animEffect>
                                  </p:childTnLst>
                                </p:cTn>
                              </p:par>
                              <p:par>
                                <p:cTn id="103" presetID="22" presetClass="entr" presetSubtype="8" fill="hold" nodeType="withEffect">
                                  <p:stCondLst>
                                    <p:cond delay="0"/>
                                  </p:stCondLst>
                                  <p:childTnLst>
                                    <p:set>
                                      <p:cBhvr>
                                        <p:cTn id="104" dur="1" fill="hold">
                                          <p:stCondLst>
                                            <p:cond delay="0"/>
                                          </p:stCondLst>
                                        </p:cTn>
                                        <p:tgtEl>
                                          <p:spTgt spid="53268"/>
                                        </p:tgtEl>
                                        <p:attrNameLst>
                                          <p:attrName>style.visibility</p:attrName>
                                        </p:attrNameLst>
                                      </p:cBhvr>
                                      <p:to>
                                        <p:strVal val="visible"/>
                                      </p:to>
                                    </p:set>
                                    <p:animEffect transition="in" filter="wipe(left)">
                                      <p:cBhvr>
                                        <p:cTn id="105" dur="1000"/>
                                        <p:tgtEl>
                                          <p:spTgt spid="53268"/>
                                        </p:tgtEl>
                                      </p:cBhvr>
                                    </p:animEffect>
                                  </p:childTnLst>
                                </p:cTn>
                              </p:par>
                              <p:par>
                                <p:cTn id="106" presetID="22" presetClass="entr" presetSubtype="8" fill="hold" nodeType="withEffect">
                                  <p:stCondLst>
                                    <p:cond delay="0"/>
                                  </p:stCondLst>
                                  <p:childTnLst>
                                    <p:set>
                                      <p:cBhvr>
                                        <p:cTn id="107" dur="1" fill="hold">
                                          <p:stCondLst>
                                            <p:cond delay="0"/>
                                          </p:stCondLst>
                                        </p:cTn>
                                        <p:tgtEl>
                                          <p:spTgt spid="53272"/>
                                        </p:tgtEl>
                                        <p:attrNameLst>
                                          <p:attrName>style.visibility</p:attrName>
                                        </p:attrNameLst>
                                      </p:cBhvr>
                                      <p:to>
                                        <p:strVal val="visible"/>
                                      </p:to>
                                    </p:set>
                                    <p:animEffect transition="in" filter="wipe(left)">
                                      <p:cBhvr>
                                        <p:cTn id="108" dur="1000"/>
                                        <p:tgtEl>
                                          <p:spTgt spid="53272"/>
                                        </p:tgtEl>
                                      </p:cBhvr>
                                    </p:animEffect>
                                  </p:childTnLst>
                                </p:cTn>
                              </p:par>
                              <p:par>
                                <p:cTn id="109" presetID="22" presetClass="entr" presetSubtype="8" fill="hold" nodeType="withEffect">
                                  <p:stCondLst>
                                    <p:cond delay="0"/>
                                  </p:stCondLst>
                                  <p:childTnLst>
                                    <p:set>
                                      <p:cBhvr>
                                        <p:cTn id="110" dur="1" fill="hold">
                                          <p:stCondLst>
                                            <p:cond delay="0"/>
                                          </p:stCondLst>
                                        </p:cTn>
                                        <p:tgtEl>
                                          <p:spTgt spid="53274"/>
                                        </p:tgtEl>
                                        <p:attrNameLst>
                                          <p:attrName>style.visibility</p:attrName>
                                        </p:attrNameLst>
                                      </p:cBhvr>
                                      <p:to>
                                        <p:strVal val="visible"/>
                                      </p:to>
                                    </p:set>
                                    <p:animEffect transition="in" filter="wipe(left)">
                                      <p:cBhvr>
                                        <p:cTn id="111" dur="1000"/>
                                        <p:tgtEl>
                                          <p:spTgt spid="53274"/>
                                        </p:tgtEl>
                                      </p:cBhvr>
                                    </p:animEffect>
                                  </p:childTnLst>
                                </p:cTn>
                              </p:par>
                              <p:par>
                                <p:cTn id="112" presetID="22" presetClass="entr" presetSubtype="8" fill="hold" nodeType="withEffect">
                                  <p:stCondLst>
                                    <p:cond delay="0"/>
                                  </p:stCondLst>
                                  <p:childTnLst>
                                    <p:set>
                                      <p:cBhvr>
                                        <p:cTn id="113" dur="1" fill="hold">
                                          <p:stCondLst>
                                            <p:cond delay="0"/>
                                          </p:stCondLst>
                                        </p:cTn>
                                        <p:tgtEl>
                                          <p:spTgt spid="71"/>
                                        </p:tgtEl>
                                        <p:attrNameLst>
                                          <p:attrName>style.visibility</p:attrName>
                                        </p:attrNameLst>
                                      </p:cBhvr>
                                      <p:to>
                                        <p:strVal val="visible"/>
                                      </p:to>
                                    </p:set>
                                    <p:animEffect transition="in" filter="wipe(left)">
                                      <p:cBhvr>
                                        <p:cTn id="114" dur="1000"/>
                                        <p:tgtEl>
                                          <p:spTgt spid="71"/>
                                        </p:tgtEl>
                                      </p:cBhvr>
                                    </p:animEffect>
                                  </p:childTnLst>
                                </p:cTn>
                              </p:par>
                            </p:childTnLst>
                          </p:cTn>
                        </p:par>
                        <p:par>
                          <p:cTn id="115" fill="hold">
                            <p:stCondLst>
                              <p:cond delay="1000"/>
                            </p:stCondLst>
                            <p:childTnLst>
                              <p:par>
                                <p:cTn id="116" presetID="10" presetClass="entr" presetSubtype="0" fill="hold" grpId="0" nodeType="afterEffect">
                                  <p:stCondLst>
                                    <p:cond delay="0"/>
                                  </p:stCondLst>
                                  <p:childTnLst>
                                    <p:set>
                                      <p:cBhvr>
                                        <p:cTn id="117" dur="1" fill="hold">
                                          <p:stCondLst>
                                            <p:cond delay="0"/>
                                          </p:stCondLst>
                                        </p:cTn>
                                        <p:tgtEl>
                                          <p:spTgt spid="4"/>
                                        </p:tgtEl>
                                        <p:attrNameLst>
                                          <p:attrName>style.visibility</p:attrName>
                                        </p:attrNameLst>
                                      </p:cBhvr>
                                      <p:to>
                                        <p:strVal val="visible"/>
                                      </p:to>
                                    </p:set>
                                    <p:animEffect transition="in" filter="fade">
                                      <p:cBhvr>
                                        <p:cTn id="1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4" grpId="0" animBg="1"/>
      <p:bldP spid="6" grpId="0" animBg="1"/>
      <p:bldP spid="53271" grpId="0"/>
      <p:bldP spid="7" grpId="0" animBg="1"/>
      <p:bldP spid="53269" grpId="0"/>
      <p:bldP spid="9" grpId="0" animBg="1"/>
      <p:bldP spid="53267" grpId="0"/>
      <p:bldP spid="10" grpId="0" animBg="1"/>
      <p:bldP spid="53265" grpId="0"/>
      <p:bldP spid="20" grpId="0" animBg="1"/>
      <p:bldP spid="92" grpId="0" animBg="1"/>
      <p:bldP spid="93" grpId="0" animBg="1"/>
      <p:bldP spid="94" grpId="0" animBg="1"/>
      <p:bldP spid="95" grpId="0" animBg="1"/>
      <p:bldP spid="96" grpId="0" animBg="1"/>
    </p:bldLst>
  </p:timing>
  <p:extLst mod="1">
    <p:ext uri="{E180D4A7-C9FB-4DFB-919C-405C955672EB}">
      <p14:showEvtLst xmlns:p14="http://schemas.microsoft.com/office/powerpoint/2010/main">
        <p14:playEvt time="0" objId="3"/>
        <p14:stopEvt time="80030" objId="3"/>
      </p14:showEvtLst>
    </p:ext>
  </p:extLst>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87301" name="Rectangle 5"/>
          <p:cNvSpPr>
            <a:spLocks noGrp="1" noChangeArrowheads="1"/>
          </p:cNvSpPr>
          <p:nvPr>
            <p:ph type="title"/>
          </p:nvPr>
        </p:nvSpPr>
        <p:spPr bwMode="gray"/>
        <p:txBody>
          <a:bodyPr/>
          <a:lstStyle/>
          <a:p>
            <a:r>
              <a:rPr dirty="0" smtClean="0"/>
              <a:t>Summary</a:t>
            </a:r>
          </a:p>
        </p:txBody>
      </p:sp>
      <p:pic>
        <p:nvPicPr>
          <p:cNvPr id="2487307" name="Picture 11" descr="iStock_000000655793Small"/>
          <p:cNvPicPr>
            <a:picLocks noChangeAspect="1" noChangeArrowheads="1"/>
          </p:cNvPicPr>
          <p:nvPr>
            <p:custDataLst>
              <p:tags r:id="rId2"/>
            </p:custDataLst>
          </p:nvPr>
        </p:nvPicPr>
        <p:blipFill>
          <a:blip r:embed="rId5"/>
          <a:srcRect t="11224" b="8714"/>
          <a:stretch>
            <a:fillRect/>
          </a:stretch>
        </p:blipFill>
        <p:spPr bwMode="gray">
          <a:xfrm>
            <a:off x="215900" y="1592263"/>
            <a:ext cx="8712200" cy="4608512"/>
          </a:xfrm>
          <a:prstGeom prst="rect">
            <a:avLst/>
          </a:prstGeom>
          <a:noFill/>
        </p:spPr>
      </p:pic>
      <p:sp>
        <p:nvSpPr>
          <p:cNvPr id="2487299" name="Rectangle 3"/>
          <p:cNvSpPr>
            <a:spLocks noChangeArrowheads="1"/>
          </p:cNvSpPr>
          <p:nvPr/>
        </p:nvSpPr>
        <p:spPr bwMode="gray">
          <a:xfrm>
            <a:off x="1331912" y="1592263"/>
            <a:ext cx="7596187" cy="4608512"/>
          </a:xfrm>
          <a:prstGeom prst="rect">
            <a:avLst/>
          </a:prstGeom>
          <a:solidFill>
            <a:schemeClr val="bg1"/>
          </a:solidFill>
          <a:ln w="28575" algn="ctr">
            <a:noFill/>
            <a:miter lim="800000"/>
            <a:headEnd/>
            <a:tailEnd/>
          </a:ln>
          <a:effectLst/>
        </p:spPr>
        <p:txBody>
          <a:bodyPr wrap="none" lIns="0" tIns="0" rIns="0" bIns="0" anchor="ctr"/>
          <a:lstStyle/>
          <a:p>
            <a:pPr marL="182563" indent="-182563" algn="ctr"/>
            <a:endParaRPr lang="de-DE"/>
          </a:p>
        </p:txBody>
      </p:sp>
      <p:sp>
        <p:nvSpPr>
          <p:cNvPr id="2487300" name="Rectangle 4"/>
          <p:cNvSpPr>
            <a:spLocks noChangeArrowheads="1"/>
          </p:cNvSpPr>
          <p:nvPr/>
        </p:nvSpPr>
        <p:spPr bwMode="gray">
          <a:xfrm>
            <a:off x="215899" y="1592263"/>
            <a:ext cx="1116013" cy="1149350"/>
          </a:xfrm>
          <a:prstGeom prst="rect">
            <a:avLst/>
          </a:prstGeom>
          <a:solidFill>
            <a:schemeClr val="bg1"/>
          </a:solidFill>
          <a:ln w="28575" algn="ctr">
            <a:solidFill>
              <a:schemeClr val="bg1"/>
            </a:solidFill>
            <a:miter lim="800000"/>
            <a:headEnd/>
            <a:tailEnd/>
          </a:ln>
          <a:effectLst/>
        </p:spPr>
        <p:txBody>
          <a:bodyPr wrap="none" lIns="0" tIns="0" rIns="0" bIns="0" anchor="ctr"/>
          <a:lstStyle/>
          <a:p>
            <a:pPr marL="182563" indent="-182563" algn="ctr"/>
            <a:endParaRPr lang="de-DE"/>
          </a:p>
        </p:txBody>
      </p:sp>
      <p:sp>
        <p:nvSpPr>
          <p:cNvPr id="580789" name="Text Box 181">
            <a:hlinkClick r:id="" action="ppaction://hlinkshowjump?jump=nextslide"/>
          </p:cNvPr>
          <p:cNvSpPr txBox="1">
            <a:spLocks noChangeArrowheads="1"/>
          </p:cNvSpPr>
          <p:nvPr/>
        </p:nvSpPr>
        <p:spPr bwMode="gray">
          <a:xfrm>
            <a:off x="215899" y="1592263"/>
            <a:ext cx="1116013" cy="555625"/>
          </a:xfrm>
          <a:prstGeom prst="rect">
            <a:avLst/>
          </a:prstGeom>
          <a:solidFill>
            <a:schemeClr val="tx2"/>
          </a:solidFill>
          <a:ln w="38100">
            <a:noFill/>
            <a:miter lim="800000"/>
            <a:headEnd/>
            <a:tailEnd/>
          </a:ln>
        </p:spPr>
        <p:txBody>
          <a:bodyPr lIns="0" rIns="0" anchor="ctr"/>
          <a:lstStyle/>
          <a:p>
            <a:pPr algn="ctr" eaLnBrk="0" hangingPunct="0">
              <a:spcBef>
                <a:spcPct val="40000"/>
              </a:spcBef>
              <a:buClr>
                <a:schemeClr val="accent1"/>
              </a:buClr>
              <a:buSzPct val="80000"/>
              <a:buFont typeface="Wingdings" pitchFamily="2" charset="2"/>
              <a:buNone/>
            </a:pPr>
            <a:r>
              <a:rPr kumimoji="1" lang="de-DE" sz="1400" b="1" dirty="0">
                <a:solidFill>
                  <a:schemeClr val="bg1"/>
                </a:solidFill>
              </a:rPr>
              <a:t>Yes </a:t>
            </a:r>
            <a:r>
              <a:rPr kumimoji="1" lang="de-DE" sz="1200" dirty="0" err="1">
                <a:solidFill>
                  <a:schemeClr val="bg1"/>
                </a:solidFill>
              </a:rPr>
              <a:t>click</a:t>
            </a:r>
            <a:r>
              <a:rPr dirty="0" smtClean="0"/>
              <a:t> </a:t>
            </a:r>
            <a:r>
              <a:rPr dirty="0"/>
              <a:t/>
            </a:r>
            <a:br>
              <a:rPr dirty="0"/>
            </a:br>
            <a:r>
              <a:rPr kumimoji="1" lang="de-DE" sz="1200" dirty="0">
                <a:solidFill>
                  <a:schemeClr val="bg1"/>
                </a:solidFill>
              </a:rPr>
              <a:t>(</a:t>
            </a:r>
            <a:r>
              <a:rPr kumimoji="1" lang="de-DE" sz="1200" dirty="0" err="1">
                <a:solidFill>
                  <a:schemeClr val="bg1"/>
                </a:solidFill>
              </a:rPr>
              <a:t>continue</a:t>
            </a:r>
            <a:r>
              <a:rPr kumimoji="1" lang="de-DE" sz="1200" dirty="0">
                <a:solidFill>
                  <a:schemeClr val="bg1"/>
                </a:solidFill>
              </a:rPr>
              <a:t>)</a:t>
            </a:r>
          </a:p>
        </p:txBody>
      </p:sp>
      <p:sp>
        <p:nvSpPr>
          <p:cNvPr id="580792" name="Text Box 184">
            <a:hlinkClick r:id="rId6" action="ppaction://hlinksldjump"/>
          </p:cNvPr>
          <p:cNvSpPr txBox="1">
            <a:spLocks noChangeArrowheads="1"/>
          </p:cNvSpPr>
          <p:nvPr/>
        </p:nvSpPr>
        <p:spPr bwMode="gray">
          <a:xfrm>
            <a:off x="215899" y="2173288"/>
            <a:ext cx="1116013" cy="555625"/>
          </a:xfrm>
          <a:prstGeom prst="rect">
            <a:avLst/>
          </a:prstGeom>
          <a:solidFill>
            <a:schemeClr val="accent1"/>
          </a:solidFill>
          <a:ln w="38100">
            <a:noFill/>
            <a:miter lim="800000"/>
            <a:headEnd/>
            <a:tailEnd/>
          </a:ln>
        </p:spPr>
        <p:txBody>
          <a:bodyPr lIns="0" rIns="0" anchor="ctr"/>
          <a:lstStyle/>
          <a:p>
            <a:pPr algn="ctr" eaLnBrk="0" hangingPunct="0">
              <a:spcBef>
                <a:spcPct val="40000"/>
              </a:spcBef>
              <a:buClr>
                <a:schemeClr val="accent1"/>
              </a:buClr>
              <a:buSzPct val="80000"/>
              <a:buFont typeface="Wingdings" pitchFamily="2" charset="2"/>
              <a:buNone/>
            </a:pPr>
            <a:r>
              <a:rPr kumimoji="1" lang="de-DE" sz="1400" b="1" dirty="0" err="1">
                <a:solidFill>
                  <a:schemeClr val="bg1"/>
                </a:solidFill>
              </a:rPr>
              <a:t>No</a:t>
            </a:r>
            <a:r>
              <a:rPr kumimoji="1" lang="de-DE" sz="1200" dirty="0">
                <a:solidFill>
                  <a:schemeClr val="bg1"/>
                </a:solidFill>
              </a:rPr>
              <a:t> </a:t>
            </a:r>
            <a:r>
              <a:rPr kumimoji="1" lang="de-DE" sz="1200" dirty="0" err="1">
                <a:solidFill>
                  <a:schemeClr val="bg1"/>
                </a:solidFill>
              </a:rPr>
              <a:t>click</a:t>
            </a:r>
            <a:r>
              <a:rPr kumimoji="1" lang="de-DE" sz="1200" dirty="0">
                <a:solidFill>
                  <a:schemeClr val="bg1"/>
                </a:solidFill>
              </a:rPr>
              <a:t> </a:t>
            </a:r>
            <a:r>
              <a:rPr dirty="0"/>
              <a:t/>
            </a:r>
            <a:br>
              <a:rPr dirty="0"/>
            </a:br>
            <a:r>
              <a:rPr kumimoji="1" sz="1200" dirty="0">
                <a:solidFill>
                  <a:schemeClr val="bg1"/>
                </a:solidFill>
              </a:rPr>
              <a:t>(repeat)</a:t>
            </a:r>
          </a:p>
        </p:txBody>
      </p:sp>
      <p:sp>
        <p:nvSpPr>
          <p:cNvPr id="2487306" name="Rectangle 10"/>
          <p:cNvSpPr>
            <a:spLocks noChangeArrowheads="1"/>
          </p:cNvSpPr>
          <p:nvPr/>
        </p:nvSpPr>
        <p:spPr bwMode="gray">
          <a:xfrm>
            <a:off x="0" y="0"/>
            <a:ext cx="9144000" cy="1592263"/>
          </a:xfrm>
          <a:prstGeom prst="rect">
            <a:avLst/>
          </a:prstGeom>
          <a:noFill/>
          <a:ln w="9525" algn="ctr">
            <a:noFill/>
            <a:miter lim="800000"/>
            <a:headEnd/>
            <a:tailEnd/>
          </a:ln>
          <a:effectLst/>
        </p:spPr>
        <p:txBody>
          <a:bodyPr lIns="187200" tIns="720000" rIns="216000" bIns="0"/>
          <a:lstStyle/>
          <a:p>
            <a:pPr>
              <a:lnSpc>
                <a:spcPct val="90000"/>
              </a:lnSpc>
              <a:spcBef>
                <a:spcPct val="0"/>
              </a:spcBef>
              <a:buClrTx/>
              <a:buSzTx/>
              <a:buFontTx/>
              <a:buNone/>
            </a:pPr>
            <a:r>
              <a:rPr lang="de-DE" sz="2800">
                <a:solidFill>
                  <a:schemeClr val="accent1"/>
                </a:solidFill>
              </a:rPr>
              <a:t>Have you understood everything so far?</a:t>
            </a:r>
          </a:p>
        </p:txBody>
      </p:sp>
      <p:sp>
        <p:nvSpPr>
          <p:cNvPr id="2487308" name="Text Box 12"/>
          <p:cNvSpPr txBox="1">
            <a:spLocks noChangeArrowheads="1"/>
          </p:cNvSpPr>
          <p:nvPr/>
        </p:nvSpPr>
        <p:spPr bwMode="gray">
          <a:xfrm>
            <a:off x="215900" y="6951663"/>
            <a:ext cx="8712200" cy="168275"/>
          </a:xfrm>
          <a:prstGeom prst="rect">
            <a:avLst/>
          </a:prstGeom>
          <a:noFill/>
          <a:ln w="28575" algn="ctr">
            <a:noFill/>
            <a:miter lim="800000"/>
            <a:headEnd/>
            <a:tailEnd/>
          </a:ln>
          <a:effectLst/>
        </p:spPr>
        <p:txBody>
          <a:bodyPr lIns="0" tIns="0" rIns="0" bIns="0">
            <a:spAutoFit/>
          </a:bodyPr>
          <a:lstStyle/>
          <a:p>
            <a:pPr marL="182563" indent="-182563" algn="r">
              <a:buFont typeface="Wingdings" pitchFamily="2" charset="2"/>
              <a:buNone/>
            </a:pPr>
            <a:r>
              <a:rPr lang="de-DE" sz="1100">
                <a:solidFill>
                  <a:schemeClr val="tx1"/>
                </a:solidFill>
              </a:rPr>
              <a:t>Please be aware that this presentation contains one or more copyrighted picture(s). You are only allowed to use these images for the purposes of this presentation.</a:t>
            </a:r>
          </a:p>
        </p:txBody>
      </p:sp>
      <p:sp>
        <p:nvSpPr>
          <p:cNvPr id="2487302" name="Rectangle 6"/>
          <p:cNvSpPr>
            <a:spLocks noGrp="1" noChangeArrowheads="1"/>
          </p:cNvSpPr>
          <p:nvPr>
            <p:ph type="body" sz="quarter" idx="15"/>
          </p:nvPr>
        </p:nvSpPr>
        <p:spPr bwMode="gray"/>
        <p:txBody>
          <a:bodyPr/>
          <a:lstStyle/>
          <a:p>
            <a:pPr>
              <a:buFont typeface="Wingdings" pitchFamily="2" charset="2"/>
              <a:buNone/>
            </a:pPr>
            <a:r>
              <a:rPr lang="en-US" b="1" dirty="0"/>
              <a:t>What have you learned so far?</a:t>
            </a:r>
          </a:p>
          <a:p>
            <a:r>
              <a:rPr lang="en-US" altLang="en-US" dirty="0">
                <a:solidFill>
                  <a:schemeClr val="accent2"/>
                </a:solidFill>
              </a:rPr>
              <a:t>Our cold, dry extractive analyzers indicate the values according to the used reference (test gas) in ppm or mg/m³, related to </a:t>
            </a:r>
            <a:r>
              <a:rPr lang="en-US" altLang="en-US" dirty="0" smtClean="0">
                <a:solidFill>
                  <a:schemeClr val="accent2"/>
                </a:solidFill>
              </a:rPr>
              <a:t>0ºC</a:t>
            </a:r>
            <a:r>
              <a:rPr lang="en-US" altLang="en-US" dirty="0">
                <a:solidFill>
                  <a:schemeClr val="accent2"/>
                </a:solidFill>
              </a:rPr>
              <a:t>, 1013hPa.</a:t>
            </a:r>
          </a:p>
          <a:p>
            <a:r>
              <a:rPr lang="en-US" altLang="en-US" dirty="0">
                <a:solidFill>
                  <a:schemeClr val="accent2"/>
                </a:solidFill>
              </a:rPr>
              <a:t>The readings have to be normalized to a certain oxygen level.</a:t>
            </a:r>
          </a:p>
          <a:p>
            <a:r>
              <a:rPr lang="en-US" altLang="en-US" dirty="0">
                <a:solidFill>
                  <a:schemeClr val="accent1"/>
                </a:solidFill>
              </a:rPr>
              <a:t>The hot wet analyzers measure in a wet matrix.</a:t>
            </a:r>
          </a:p>
          <a:p>
            <a:r>
              <a:rPr lang="en-US" altLang="en-US" dirty="0">
                <a:solidFill>
                  <a:schemeClr val="accent1"/>
                </a:solidFill>
              </a:rPr>
              <a:t>The wet readings also have to be normalized with the moisture content and oxygen level.</a:t>
            </a:r>
          </a:p>
          <a:p>
            <a:r>
              <a:rPr lang="en-US" altLang="en-US" dirty="0">
                <a:solidFill>
                  <a:schemeClr val="tx2"/>
                </a:solidFill>
              </a:rPr>
              <a:t>The in-situ analyzers need normalization to the pressure, temperature, moisture and oxygen level in the stack.</a:t>
            </a:r>
          </a:p>
          <a:p>
            <a:r>
              <a:rPr lang="en-US" altLang="en-US" dirty="0">
                <a:solidFill>
                  <a:schemeClr val="tx2"/>
                </a:solidFill>
              </a:rPr>
              <a:t>The total emission is calculated from the day average values with the mass flow from the stack.</a:t>
            </a:r>
          </a:p>
          <a:p>
            <a:endParaRPr lang="en-US" altLang="en-US" dirty="0"/>
          </a:p>
          <a:p>
            <a:endParaRPr lang="en-US" altLang="en-US" dirty="0"/>
          </a:p>
        </p:txBody>
      </p:sp>
      <p:sp>
        <p:nvSpPr>
          <p:cNvPr id="2" name="Slide Number Placeholder 1"/>
          <p:cNvSpPr>
            <a:spLocks noGrp="1"/>
          </p:cNvSpPr>
          <p:nvPr>
            <p:ph type="sldNum" sz="quarter" idx="4"/>
          </p:nvPr>
        </p:nvSpPr>
        <p:spPr/>
        <p:txBody>
          <a:bodyPr/>
          <a:lstStyle/>
          <a:p>
            <a:pPr>
              <a:defRPr/>
            </a:pPr>
            <a:r>
              <a:rPr dirty="0" smtClean="0"/>
              <a:t>Slide </a:t>
            </a:r>
            <a:fld id="{60C67920-923A-4F98-A587-72BEC0D9EE68}" type="slidenum">
              <a:rPr lang="en-US" smtClean="0"/>
              <a:pPr>
                <a:defRPr/>
              </a:pPr>
              <a:t>11</a:t>
            </a:fld>
            <a:endParaRPr lang="en-US" dirty="0"/>
          </a:p>
        </p:txBody>
      </p:sp>
      <p:sp>
        <p:nvSpPr>
          <p:cNvPr id="14" name="AutoShape 10">
            <a:hlinkClick r:id="rId7" highlightClick="1"/>
          </p:cNvPr>
          <p:cNvSpPr>
            <a:spLocks noChangeArrowheads="1"/>
          </p:cNvSpPr>
          <p:nvPr/>
        </p:nvSpPr>
        <p:spPr bwMode="gray">
          <a:xfrm>
            <a:off x="8496300" y="15875"/>
            <a:ext cx="431800" cy="185738"/>
          </a:xfrm>
          <a:prstGeom prst="actionButtonBlank">
            <a:avLst/>
          </a:prstGeom>
          <a:solidFill>
            <a:srgbClr val="EAEAEA"/>
          </a:solidFill>
          <a:ln w="9525">
            <a:noFill/>
            <a:miter lim="800000"/>
            <a:headEnd/>
            <a:tailEnd/>
          </a:ln>
          <a:effectLst/>
        </p:spPr>
        <p:txBody>
          <a:bodyPr wrap="none" anchor="ctr"/>
          <a:lstStyle/>
          <a:p>
            <a:pPr algn="ctr" eaLnBrk="0" hangingPunct="0">
              <a:spcBef>
                <a:spcPct val="40000"/>
              </a:spcBef>
              <a:buClr>
                <a:schemeClr val="accent1"/>
              </a:buClr>
              <a:buSzPct val="80000"/>
              <a:buFont typeface="Wingdings" pitchFamily="2" charset="2"/>
              <a:buNone/>
            </a:pPr>
            <a:r>
              <a:rPr kumimoji="1" lang="en-US" sz="1200" noProof="1">
                <a:solidFill>
                  <a:schemeClr val="accent1"/>
                </a:solidFill>
              </a:rPr>
              <a:t>Help</a:t>
            </a:r>
          </a:p>
        </p:txBody>
      </p:sp>
    </p:spTree>
    <p:custDataLst>
      <p:tags r:id="rId1"/>
    </p:custDataLst>
    <p:extLst>
      <p:ext uri="{BB962C8B-B14F-4D97-AF65-F5344CB8AC3E}">
        <p14:creationId xmlns:p14="http://schemas.microsoft.com/office/powerpoint/2010/main" val="2762333882"/>
      </p:ext>
    </p:extLst>
  </p:cSld>
  <p:clrMapOvr>
    <a:masterClrMapping/>
  </p:clrMapOvr>
  <mc:AlternateContent xmlns:mc="http://schemas.openxmlformats.org/markup-compatibility/2006" xmlns:p14="http://schemas.microsoft.com/office/powerpoint/2010/main">
    <mc:Choice Requires="p14">
      <p:transition spd="med" p14:dur="700" advTm="55836">
        <p:fade/>
      </p:transition>
    </mc:Choice>
    <mc:Fallback xmlns="">
      <p:transition spd="med" advTm="5583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487299"/>
                                        </p:tgtEl>
                                        <p:attrNameLst>
                                          <p:attrName>style.visibility</p:attrName>
                                        </p:attrNameLst>
                                      </p:cBhvr>
                                      <p:to>
                                        <p:strVal val="visible"/>
                                      </p:to>
                                    </p:set>
                                    <p:animEffect transition="in" filter="fade">
                                      <p:cBhvr>
                                        <p:cTn id="7" dur="1000"/>
                                        <p:tgtEl>
                                          <p:spTgt spid="2487299"/>
                                        </p:tgtEl>
                                      </p:cBhvr>
                                    </p:animEffect>
                                  </p:childTnLst>
                                </p:cTn>
                              </p:par>
                            </p:childTnLst>
                          </p:cTn>
                        </p:par>
                        <p:par>
                          <p:cTn id="8" fill="hold">
                            <p:stCondLst>
                              <p:cond delay="1000"/>
                            </p:stCondLst>
                            <p:childTnLst>
                              <p:par>
                                <p:cTn id="9" presetID="42" presetClass="entr" presetSubtype="0" fill="hold" grpId="0" nodeType="afterEffect">
                                  <p:stCondLst>
                                    <p:cond delay="0"/>
                                  </p:stCondLst>
                                  <p:childTnLst>
                                    <p:set>
                                      <p:cBhvr>
                                        <p:cTn id="10" dur="1" fill="hold">
                                          <p:stCondLst>
                                            <p:cond delay="0"/>
                                          </p:stCondLst>
                                        </p:cTn>
                                        <p:tgtEl>
                                          <p:spTgt spid="2487302">
                                            <p:txEl>
                                              <p:pRg st="0" end="0"/>
                                            </p:txEl>
                                          </p:spTgt>
                                        </p:tgtEl>
                                        <p:attrNameLst>
                                          <p:attrName>style.visibility</p:attrName>
                                        </p:attrNameLst>
                                      </p:cBhvr>
                                      <p:to>
                                        <p:strVal val="visible"/>
                                      </p:to>
                                    </p:set>
                                    <p:animEffect transition="in" filter="fade">
                                      <p:cBhvr>
                                        <p:cTn id="11" dur="1000"/>
                                        <p:tgtEl>
                                          <p:spTgt spid="2487302">
                                            <p:txEl>
                                              <p:pRg st="0" end="0"/>
                                            </p:txEl>
                                          </p:spTgt>
                                        </p:tgtEl>
                                      </p:cBhvr>
                                    </p:animEffect>
                                    <p:anim calcmode="lin" valueType="num">
                                      <p:cBhvr>
                                        <p:cTn id="12" dur="1000" fill="hold"/>
                                        <p:tgtEl>
                                          <p:spTgt spid="2487302">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248730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2487302">
                                            <p:txEl>
                                              <p:pRg st="1" end="1"/>
                                            </p:txEl>
                                          </p:spTgt>
                                        </p:tgtEl>
                                        <p:attrNameLst>
                                          <p:attrName>style.visibility</p:attrName>
                                        </p:attrNameLst>
                                      </p:cBhvr>
                                      <p:to>
                                        <p:strVal val="visible"/>
                                      </p:to>
                                    </p:set>
                                    <p:animEffect transition="in" filter="fade">
                                      <p:cBhvr>
                                        <p:cTn id="18" dur="1000"/>
                                        <p:tgtEl>
                                          <p:spTgt spid="2487302">
                                            <p:txEl>
                                              <p:pRg st="1" end="1"/>
                                            </p:txEl>
                                          </p:spTgt>
                                        </p:tgtEl>
                                      </p:cBhvr>
                                    </p:animEffect>
                                    <p:anim calcmode="lin" valueType="num">
                                      <p:cBhvr>
                                        <p:cTn id="19" dur="1000" fill="hold"/>
                                        <p:tgtEl>
                                          <p:spTgt spid="2487302">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248730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2487302">
                                            <p:txEl>
                                              <p:pRg st="2" end="2"/>
                                            </p:txEl>
                                          </p:spTgt>
                                        </p:tgtEl>
                                        <p:attrNameLst>
                                          <p:attrName>style.visibility</p:attrName>
                                        </p:attrNameLst>
                                      </p:cBhvr>
                                      <p:to>
                                        <p:strVal val="visible"/>
                                      </p:to>
                                    </p:set>
                                    <p:animEffect transition="in" filter="fade">
                                      <p:cBhvr>
                                        <p:cTn id="25" dur="1000"/>
                                        <p:tgtEl>
                                          <p:spTgt spid="2487302">
                                            <p:txEl>
                                              <p:pRg st="2" end="2"/>
                                            </p:txEl>
                                          </p:spTgt>
                                        </p:tgtEl>
                                      </p:cBhvr>
                                    </p:animEffect>
                                    <p:anim calcmode="lin" valueType="num">
                                      <p:cBhvr>
                                        <p:cTn id="26" dur="1000" fill="hold"/>
                                        <p:tgtEl>
                                          <p:spTgt spid="2487302">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248730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2487302">
                                            <p:txEl>
                                              <p:pRg st="3" end="3"/>
                                            </p:txEl>
                                          </p:spTgt>
                                        </p:tgtEl>
                                        <p:attrNameLst>
                                          <p:attrName>style.visibility</p:attrName>
                                        </p:attrNameLst>
                                      </p:cBhvr>
                                      <p:to>
                                        <p:strVal val="visible"/>
                                      </p:to>
                                    </p:set>
                                    <p:animEffect transition="in" filter="fade">
                                      <p:cBhvr>
                                        <p:cTn id="32" dur="1000"/>
                                        <p:tgtEl>
                                          <p:spTgt spid="2487302">
                                            <p:txEl>
                                              <p:pRg st="3" end="3"/>
                                            </p:txEl>
                                          </p:spTgt>
                                        </p:tgtEl>
                                      </p:cBhvr>
                                    </p:animEffect>
                                    <p:anim calcmode="lin" valueType="num">
                                      <p:cBhvr>
                                        <p:cTn id="33" dur="1000" fill="hold"/>
                                        <p:tgtEl>
                                          <p:spTgt spid="2487302">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248730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2487302">
                                            <p:txEl>
                                              <p:pRg st="4" end="4"/>
                                            </p:txEl>
                                          </p:spTgt>
                                        </p:tgtEl>
                                        <p:attrNameLst>
                                          <p:attrName>style.visibility</p:attrName>
                                        </p:attrNameLst>
                                      </p:cBhvr>
                                      <p:to>
                                        <p:strVal val="visible"/>
                                      </p:to>
                                    </p:set>
                                    <p:animEffect transition="in" filter="fade">
                                      <p:cBhvr>
                                        <p:cTn id="39" dur="1000"/>
                                        <p:tgtEl>
                                          <p:spTgt spid="2487302">
                                            <p:txEl>
                                              <p:pRg st="4" end="4"/>
                                            </p:txEl>
                                          </p:spTgt>
                                        </p:tgtEl>
                                      </p:cBhvr>
                                    </p:animEffect>
                                    <p:anim calcmode="lin" valueType="num">
                                      <p:cBhvr>
                                        <p:cTn id="40" dur="1000" fill="hold"/>
                                        <p:tgtEl>
                                          <p:spTgt spid="2487302">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248730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2487302">
                                            <p:txEl>
                                              <p:pRg st="5" end="5"/>
                                            </p:txEl>
                                          </p:spTgt>
                                        </p:tgtEl>
                                        <p:attrNameLst>
                                          <p:attrName>style.visibility</p:attrName>
                                        </p:attrNameLst>
                                      </p:cBhvr>
                                      <p:to>
                                        <p:strVal val="visible"/>
                                      </p:to>
                                    </p:set>
                                    <p:animEffect transition="in" filter="fade">
                                      <p:cBhvr>
                                        <p:cTn id="46" dur="1000"/>
                                        <p:tgtEl>
                                          <p:spTgt spid="2487302">
                                            <p:txEl>
                                              <p:pRg st="5" end="5"/>
                                            </p:txEl>
                                          </p:spTgt>
                                        </p:tgtEl>
                                      </p:cBhvr>
                                    </p:animEffect>
                                    <p:anim calcmode="lin" valueType="num">
                                      <p:cBhvr>
                                        <p:cTn id="47" dur="1000" fill="hold"/>
                                        <p:tgtEl>
                                          <p:spTgt spid="2487302">
                                            <p:txEl>
                                              <p:pRg st="5" end="5"/>
                                            </p:txEl>
                                          </p:spTgt>
                                        </p:tgtEl>
                                        <p:attrNameLst>
                                          <p:attrName>ppt_x</p:attrName>
                                        </p:attrNameLst>
                                      </p:cBhvr>
                                      <p:tavLst>
                                        <p:tav tm="0">
                                          <p:val>
                                            <p:strVal val="#ppt_x"/>
                                          </p:val>
                                        </p:tav>
                                        <p:tav tm="100000">
                                          <p:val>
                                            <p:strVal val="#ppt_x"/>
                                          </p:val>
                                        </p:tav>
                                      </p:tavLst>
                                    </p:anim>
                                    <p:anim calcmode="lin" valueType="num">
                                      <p:cBhvr>
                                        <p:cTn id="48" dur="1000" fill="hold"/>
                                        <p:tgtEl>
                                          <p:spTgt spid="248730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2487302">
                                            <p:txEl>
                                              <p:pRg st="6" end="6"/>
                                            </p:txEl>
                                          </p:spTgt>
                                        </p:tgtEl>
                                        <p:attrNameLst>
                                          <p:attrName>style.visibility</p:attrName>
                                        </p:attrNameLst>
                                      </p:cBhvr>
                                      <p:to>
                                        <p:strVal val="visible"/>
                                      </p:to>
                                    </p:set>
                                    <p:animEffect transition="in" filter="fade">
                                      <p:cBhvr>
                                        <p:cTn id="53" dur="1000"/>
                                        <p:tgtEl>
                                          <p:spTgt spid="2487302">
                                            <p:txEl>
                                              <p:pRg st="6" end="6"/>
                                            </p:txEl>
                                          </p:spTgt>
                                        </p:tgtEl>
                                      </p:cBhvr>
                                    </p:animEffect>
                                    <p:anim calcmode="lin" valueType="num">
                                      <p:cBhvr>
                                        <p:cTn id="54" dur="1000" fill="hold"/>
                                        <p:tgtEl>
                                          <p:spTgt spid="2487302">
                                            <p:txEl>
                                              <p:pRg st="6" end="6"/>
                                            </p:txEl>
                                          </p:spTgt>
                                        </p:tgtEl>
                                        <p:attrNameLst>
                                          <p:attrName>ppt_x</p:attrName>
                                        </p:attrNameLst>
                                      </p:cBhvr>
                                      <p:tavLst>
                                        <p:tav tm="0">
                                          <p:val>
                                            <p:strVal val="#ppt_x"/>
                                          </p:val>
                                        </p:tav>
                                        <p:tav tm="100000">
                                          <p:val>
                                            <p:strVal val="#ppt_x"/>
                                          </p:val>
                                        </p:tav>
                                      </p:tavLst>
                                    </p:anim>
                                    <p:anim calcmode="lin" valueType="num">
                                      <p:cBhvr>
                                        <p:cTn id="55" dur="1000" fill="hold"/>
                                        <p:tgtEl>
                                          <p:spTgt spid="248730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8" presetClass="entr" presetSubtype="6" fill="hold" nodeType="clickEffect">
                                  <p:stCondLst>
                                    <p:cond delay="0"/>
                                  </p:stCondLst>
                                  <p:childTnLst>
                                    <p:set>
                                      <p:cBhvr>
                                        <p:cTn id="59" dur="1" fill="hold">
                                          <p:stCondLst>
                                            <p:cond delay="0"/>
                                          </p:stCondLst>
                                        </p:cTn>
                                        <p:tgtEl>
                                          <p:spTgt spid="2487306">
                                            <p:txEl>
                                              <p:pRg st="0" end="0"/>
                                            </p:txEl>
                                          </p:spTgt>
                                        </p:tgtEl>
                                        <p:attrNameLst>
                                          <p:attrName>style.visibility</p:attrName>
                                        </p:attrNameLst>
                                      </p:cBhvr>
                                      <p:to>
                                        <p:strVal val="visible"/>
                                      </p:to>
                                    </p:set>
                                    <p:animEffect transition="in" filter="strips(downRight)">
                                      <p:cBhvr>
                                        <p:cTn id="60" dur="500"/>
                                        <p:tgtEl>
                                          <p:spTgt spid="2487306">
                                            <p:txEl>
                                              <p:pRg st="0" end="0"/>
                                            </p:txEl>
                                          </p:spTgt>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87300"/>
                                        </p:tgtEl>
                                        <p:attrNameLst>
                                          <p:attrName>style.visibility</p:attrName>
                                        </p:attrNameLst>
                                      </p:cBhvr>
                                      <p:to>
                                        <p:strVal val="visible"/>
                                      </p:to>
                                    </p:set>
                                    <p:animEffect transition="in" filter="fade">
                                      <p:cBhvr>
                                        <p:cTn id="63" dur="1000"/>
                                        <p:tgtEl>
                                          <p:spTgt spid="248730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580789"/>
                                        </p:tgtEl>
                                        <p:attrNameLst>
                                          <p:attrName>style.visibility</p:attrName>
                                        </p:attrNameLst>
                                      </p:cBhvr>
                                      <p:to>
                                        <p:strVal val="visible"/>
                                      </p:to>
                                    </p:set>
                                    <p:animEffect transition="in" filter="fade">
                                      <p:cBhvr>
                                        <p:cTn id="66" dur="1000"/>
                                        <p:tgtEl>
                                          <p:spTgt spid="580789"/>
                                        </p:tgtEl>
                                      </p:cBhvr>
                                    </p:animEffect>
                                  </p:childTnLst>
                                </p:cTn>
                              </p:par>
                              <p:par>
                                <p:cTn id="67" presetID="10" presetClass="entr" presetSubtype="0" fill="hold" grpId="0" nodeType="withEffect">
                                  <p:stCondLst>
                                    <p:cond delay="500"/>
                                  </p:stCondLst>
                                  <p:childTnLst>
                                    <p:set>
                                      <p:cBhvr>
                                        <p:cTn id="68" dur="1" fill="hold">
                                          <p:stCondLst>
                                            <p:cond delay="0"/>
                                          </p:stCondLst>
                                        </p:cTn>
                                        <p:tgtEl>
                                          <p:spTgt spid="580792"/>
                                        </p:tgtEl>
                                        <p:attrNameLst>
                                          <p:attrName>style.visibility</p:attrName>
                                        </p:attrNameLst>
                                      </p:cBhvr>
                                      <p:to>
                                        <p:strVal val="visible"/>
                                      </p:to>
                                    </p:set>
                                    <p:animEffect transition="in" filter="fade">
                                      <p:cBhvr>
                                        <p:cTn id="69" dur="1000"/>
                                        <p:tgtEl>
                                          <p:spTgt spid="5807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7299" grpId="0" animBg="1"/>
      <p:bldP spid="2487300" grpId="0" animBg="1"/>
      <p:bldP spid="580789" grpId="0" animBg="1"/>
      <p:bldP spid="580792" grpId="0" animBg="1"/>
      <p:bldP spid="248730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954071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9f9e57a1cd9573d58ac25a2421207d946c3a"/>
  <p:tag name="PRESENTATION_PLAYLIST_COUNT" val="0"/>
  <p:tag name="PRESENTATION_PRESENTER_SLIDE_LEVEL" val="0"/>
  <p:tag name="ARTICULATE_SLIDE_COUNT" val="12"/>
  <p:tag name="ARTICULATE_REFERENCE_COUNT" val="1"/>
  <p:tag name="ARTICULATE_REFERENCE_TYPE_1" val="1"/>
  <p:tag name="ARTICULATE_REFERENCE_TITLE_1" val="03_CGAII_Calibration_with_Test_gases_EN_RevA_062014.pdf"/>
  <p:tag name="ARTICULATE_REFERENCE_1" val="\\kadcfl01\EXP_PUBLIC\Projekte\ABB_APR_Instrumentierung\Entwicklung\eLearning\60_eLearning_CGA_II\06_Roll-out\attachment\03_CGAII_Calibration_with_Test_gases_EN_RevA_062014.pdf"/>
  <p:tag name="LMS_COMPLETION_TITLE" val="03_CGAII_Calibration_with_Test_gases_RevA_062014"/>
  <p:tag name="LMS_COMPLETION_ID" val="03_CGAII_Calibration_with_Test_gases_RevA_062014"/>
  <p:tag name="LMS_COMPLETION_VERSION" val="1.0"/>
  <p:tag name="LMS_COMPLETION_DURATION" val="01:00:00"/>
  <p:tag name="LMS_COMPLETION_SCO_TITLE" val="03_CGAII_Calibration_with_Test_gases_RevA_062014"/>
  <p:tag name="LMS_COMPLETION_SCO_ID" val="03_CGAII_Calibration_with_Test_gases_RevA_062014"/>
  <p:tag name="LMS_COMPLETION_EDITION" val="0"/>
  <p:tag name="LMS_COMPLETION_THRESHOLD" val="11"/>
  <p:tag name="LMS_COMPLETION_METHOD" val="VIEW"/>
  <p:tag name="LMS_REPORTING" val="2"/>
  <p:tag name="LMS_DATA_SCORM" val="Yes"/>
  <p:tag name="ARTICULATE_PRESENTER_VERSION" val="6"/>
  <p:tag name="PUBLISH_TITLE" val="03_CGAII_Calibration_with_Test_gases_EN_RevA_062014"/>
  <p:tag name="ARTICULATE_PUBLISH_PATH" val="C:\Users\samuel rackstraw\Documents\My Articulate Projects"/>
  <p:tag name="ARTICULATE_LOGO" val="(None selected)"/>
  <p:tag name="ARTICULATE_PRESENTER" val="(None selected)"/>
  <p:tag name="ARTICULATE_PRESENTER_GUID" val="9869030842"/>
  <p:tag name="ARTICULATE_LMS" val="0"/>
  <p:tag name="ARTICULATE_TEMPLATE" val="ABB_origin"/>
  <p:tag name="ARTICULATE_TEMPLATE_GUID" val="a14cc766-657a-4c85-a361-1b2f1bdf1b5e"/>
  <p:tag name="LMS_PUBLISH" val="Yes"/>
  <p:tag name="PRESENTER_PREVIEW_MODE" val="0"/>
  <p:tag name="PRESENTER_PREVIEW_START" val="1"/>
  <p:tag name="LMS_PROTOCOL_METHOD" val="SCORM"/>
  <p:tag name="LMS_PROTOCOL_VERSION" val="1.2"/>
  <p:tag name="LAUNCHINNEWWINDOW" val="0"/>
  <p:tag name="LASTPUBLISHED" val="C:\Users\samuel rackstraw\Documents\My Articulate Projects\03_CGAII_Calibration_with_Test_gases_EN_RevA_062014\player.html"/>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3.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4.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5.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6.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SAMUEL~1\AppData\Local\Temp\articulate\presenter\imgtemp\DulZUNlk_files\slide0001_image001.jpg"/>
</p:tagLst>
</file>

<file path=ppt/tags/tag7.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8.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9.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10.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11.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12.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SAMUEL~1\AppData\Local\Temp\articulate\presenter\imgtemp\zzP3lP6M_files\slide0001_image001.png"/>
</p:tagLst>
</file>

<file path=ppt/tags/tag13.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NIKITA~1.PP\AppData\Local\Temp\articulate\presenter\imgtemp\cF30kjHe-Dateien\slide0001_image001.jpg"/>
</p:tagLst>
</file>

<file path=ppt/tags/tag14.xml><?xml version="1.0" encoding="utf-8"?>
<p:tagLst xmlns:a="http://schemas.openxmlformats.org/drawingml/2006/main" xmlns:r="http://schemas.openxmlformats.org/officeDocument/2006/relationships" xmlns:p="http://schemas.openxmlformats.org/presentationml/2006/main">
  <p:tag name="VARTITLEIMAGE" val="SPREhorizontal"/>
  <p:tag name="VARSLIDECATEGORYID" val="SPREtitle"/>
  <p:tag name="VARSLIDEID" val="SPREtitle_slide_horizontal_picture"/>
  <p:tag name="ARTICULATE_SLIDE_GUID" val="fd87838a-f8ce-420f-959e-62878a501022"/>
  <p:tag name="ARTICULATE_TITLE_TAG" val="Basics - Calibration with Test gases"/>
  <p:tag name="ARTICULATE_SLIDE_PAUSE" val="1"/>
  <p:tag name="ARTICULATE_NAV_LEVEL" val="1"/>
  <p:tag name="ARTICULATE_PLAYLIST_ID" val="-1"/>
  <p:tag name="ARTICULATE_LOCK_SLIDE" val="0"/>
  <p:tag name="ARTICULATE_SLIDE_THUMBNAIL_REFRESH" val="1"/>
  <p:tag name="ARTICULATE_SLIDE_NAV" val="1"/>
</p:tagLst>
</file>

<file path=ppt/tags/tag15.xml><?xml version="1.0" encoding="utf-8"?>
<p:tagLst xmlns:a="http://schemas.openxmlformats.org/drawingml/2006/main" xmlns:r="http://schemas.openxmlformats.org/officeDocument/2006/relationships" xmlns:p="http://schemas.openxmlformats.org/presentationml/2006/main">
  <p:tag name="ARTICULATE_SLIDE_GUID" val="dadcfaff-0902-4995-b814-c0b5a074a1bf"/>
  <p:tag name="TIMING" val="|3.1|6.1"/>
  <p:tag name="ARTICULATE_SLIDE_PAUSE" val="0"/>
  <p:tag name="ARTICULATE_NAV_LEVEL" val="1"/>
  <p:tag name="ARTICULATE_PLAYLIST_ID" val="-1"/>
  <p:tag name="ARTICULATE_LOCK_SLIDE" val="0"/>
  <p:tag name="ARTICULATE_SLIDE_NAV" val="2"/>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17.xml><?xml version="1.0" encoding="utf-8"?>
<p:tagLst xmlns:a="http://schemas.openxmlformats.org/drawingml/2006/main" xmlns:r="http://schemas.openxmlformats.org/officeDocument/2006/relationships" xmlns:p="http://schemas.openxmlformats.org/presentationml/2006/main">
  <p:tag name="TIMING" val="|2.8|4|10|5.9|8.3|5.8"/>
  <p:tag name="ARTICULATE_SLIDE_PAUSE" val="0"/>
  <p:tag name="ARTICULATE_NAV_LEVEL" val="1"/>
  <p:tag name="ARTICULATE_PLAYLIST_ID" val="-1"/>
  <p:tag name="ARTICULATE_LOCK_SLIDE" val="0"/>
  <p:tag name="ARTICULATE_SLIDE_GUID" val="90f55f9f-6dd1-4951-baa6-e2aa7f4f1079"/>
  <p:tag name="ARTICULATE_SLIDE_NAV" val="3"/>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19.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20.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21.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22.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23.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24.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25.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26.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27.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28.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29.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30.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31.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32.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33.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34.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35.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36.xml><?xml version="1.0" encoding="utf-8"?>
<p:tagLst xmlns:a="http://schemas.openxmlformats.org/drawingml/2006/main" xmlns:r="http://schemas.openxmlformats.org/officeDocument/2006/relationships" xmlns:p="http://schemas.openxmlformats.org/presentationml/2006/main">
  <p:tag name="TIMING" val="|3.1|5.9|5.7|11.6|8.9|5.9|4.1"/>
  <p:tag name="ARTICULATE_SLIDE_PAUSE" val="0"/>
  <p:tag name="ARTICULATE_NAV_LEVEL" val="1"/>
  <p:tag name="ARTICULATE_PLAYLIST_ID" val="-1"/>
  <p:tag name="ARTICULATE_LOCK_SLIDE" val="0"/>
  <p:tag name="ARTICULATE_SLIDE_GUID" val="6a40afa1-2c52-43f0-a2a4-a135563e63c3"/>
  <p:tag name="ARTICULATE_SLIDE_NAV" val="4"/>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38.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39.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40.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41.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42.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43.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44.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45.xml><?xml version="1.0" encoding="utf-8"?>
<p:tagLst xmlns:a="http://schemas.openxmlformats.org/drawingml/2006/main" xmlns:r="http://schemas.openxmlformats.org/officeDocument/2006/relationships" xmlns:p="http://schemas.openxmlformats.org/presentationml/2006/main">
  <p:tag name="TIMING" val="|4.2|6.9|3|10.2|3.3|3.4|4.2|8.2|5.6"/>
  <p:tag name="ARTICULATE_TITLE_TAG" val="Zero gases - Nitrogen"/>
  <p:tag name="ARTICULATE_SLIDE_PAUSE" val="0"/>
  <p:tag name="ARTICULATE_NAV_LEVEL" val="1"/>
  <p:tag name="ARTICULATE_PLAYLIST_ID" val="-1"/>
  <p:tag name="ARTICULATE_LOCK_SLIDE" val="0"/>
  <p:tag name="ARTICULATE_SLIDE_GUID" val="dc9938a5-3280-4239-ab2f-214695f07723"/>
  <p:tag name="ARTICULATE_SLIDE_NAV" val="5"/>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47.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48.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49.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50.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51.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52.xml><?xml version="1.0" encoding="utf-8"?>
<p:tagLst xmlns:a="http://schemas.openxmlformats.org/drawingml/2006/main" xmlns:r="http://schemas.openxmlformats.org/officeDocument/2006/relationships" xmlns:p="http://schemas.openxmlformats.org/presentationml/2006/main">
  <p:tag name="TIMING" val="|3.7|8|4.2|6.7|4.5|5.1|4.7|5.1|4.9"/>
  <p:tag name="ARTICULATE_TITLE_TAG" val="Zero gases - Synthetic air"/>
  <p:tag name="ARTICULATE_SLIDE_PAUSE" val="0"/>
  <p:tag name="ARTICULATE_NAV_LEVEL" val="1"/>
  <p:tag name="ARTICULATE_PLAYLIST_ID" val="-1"/>
  <p:tag name="ARTICULATE_LOCK_SLIDE" val="0"/>
  <p:tag name="ARTICULATE_SLIDE_GUID" val="2c5cbef6-b297-4c9e-906c-985321d36c59"/>
  <p:tag name="ARTICULATE_SLIDE_NAV" val="6"/>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54.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55.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56.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57.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58.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59.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60.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61.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62.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SAMUEL~1\AppData\Local\Temp\articulate\presenter\imgtemp\V4v9sN1B_files\slide0001_image001.png"/>
</p:tagLst>
</file>

<file path=ppt/tags/tag63.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SAMUEL~1\AppData\Local\Temp\articulate\presenter\imgtemp\pZWev33H_files\slide0001_image001.png"/>
</p:tagLst>
</file>

<file path=ppt/tags/tag64.xml><?xml version="1.0" encoding="utf-8"?>
<p:tagLst xmlns:a="http://schemas.openxmlformats.org/drawingml/2006/main" xmlns:r="http://schemas.openxmlformats.org/officeDocument/2006/relationships" xmlns:p="http://schemas.openxmlformats.org/presentationml/2006/main">
  <p:tag name="TIMING" val="|7.9|2.8|4.2|4.2|4.4|5.5|3.5|3.1|3.6|3.5|5.3"/>
  <p:tag name="ARTICULATE_TITLE_TAG" val="Zero gases - Ambient air"/>
  <p:tag name="ARTICULATE_SLIDE_PAUSE" val="0"/>
  <p:tag name="ARTICULATE_NAV_LEVEL" val="1"/>
  <p:tag name="ARTICULATE_PLAYLIST_ID" val="-1"/>
  <p:tag name="ARTICULATE_LOCK_SLIDE" val="0"/>
  <p:tag name="ARTICULATE_SLIDE_GUID" val="95a4da11-2de7-42c4-a02d-07d6b1ed860b"/>
  <p:tag name="ARTICULATE_SLIDE_NAV" val="7"/>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66.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67.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SAMUEL~1\AppData\Local\Temp\articulate\presenter\imgtemp\gqDmaLPM_files\slide0001_image001.png"/>
</p:tagLst>
</file>

<file path=ppt/tags/tag68.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SAMUEL~1\AppData\Local\Temp\articulate\presenter\imgtemp\oXN0AG5U_files\slide0001_image001.png"/>
</p:tagLst>
</file>

<file path=ppt/tags/tag69.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SAMUEL~1\AppData\Local\Temp\articulate\presenter\imgtemp\QOJHYsPW_files\slide0001_image001.png"/>
</p:tagLst>
</file>

<file path=ppt/tags/tag70.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SAMUEL~1\AppData\Local\Temp\articulate\presenter\imgtemp\QtnO74n5_files\slide0001_image001.png"/>
</p:tagLst>
</file>

<file path=ppt/tags/tag71.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SAMUEL~1\AppData\Local\Temp\articulate\presenter\imgtemp\SGnT0Sw9_files\slide0001_image001.png"/>
</p:tagLst>
</file>

<file path=ppt/tags/tag72.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SAMUEL~1\AppData\Local\Temp\articulate\presenter\imgtemp\SlHaZdKi_files\slide0001_image001.png"/>
</p:tagLst>
</file>

<file path=ppt/tags/tag73.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SAMUEL~1\AppData\Local\Temp\articulate\presenter\imgtemp\3e6B066N_files\slide0001_image001.png"/>
</p:tagLst>
</file>

<file path=ppt/tags/tag74.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SAMUEL~1\AppData\Local\Temp\articulate\presenter\imgtemp\vtDmxRs9_files\slide0001_image001.png"/>
</p:tagLst>
</file>

<file path=ppt/tags/tag75.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SAMUEL~1\AppData\Local\Temp\articulate\presenter\imgtemp\IFP3AOya_files\slide0001_image001.png"/>
</p:tagLst>
</file>

<file path=ppt/tags/tag76.xml><?xml version="1.0" encoding="utf-8"?>
<p:tagLst xmlns:a="http://schemas.openxmlformats.org/drawingml/2006/main" xmlns:r="http://schemas.openxmlformats.org/officeDocument/2006/relationships" xmlns:p="http://schemas.openxmlformats.org/presentationml/2006/main">
  <p:tag name="TIMING" val="|5.2|5.1|9.3|12.2|9.4|3.4|5.8|20.2"/>
  <p:tag name="ARTICULATE_TITLE_TAG" val="Test gases - Span gases"/>
  <p:tag name="ARTICULATE_SLIDE_PAUSE" val="0"/>
  <p:tag name="ARTICULATE_NAV_LEVEL" val="1"/>
  <p:tag name="ARTICULATE_PLAYLIST_ID" val="-1"/>
  <p:tag name="ARTICULATE_LOCK_SLIDE" val="0"/>
  <p:tag name="ARTICULATE_SLIDE_GUID" val="f59fa595-70b2-4761-8975-f1b80a6ba72c"/>
  <p:tag name="ARTICULATE_SLIDE_NAV" val="8"/>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78.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79.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80.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81.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82.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SAMUEL~1\AppData\Local\Temp\articulate\presenter\imgtemp\hMNDBExA_files\slide0001_image001.png"/>
</p:tagLst>
</file>

<file path=ppt/tags/tag83.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SAMUEL~1\AppData\Local\Temp\articulate\presenter\imgtemp\nFe8iMxU_files\slide0001_image001.png"/>
</p:tagLst>
</file>

<file path=ppt/tags/tag84.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SAMUEL~1\AppData\Local\Temp\articulate\presenter\imgtemp\DBgw9zf4_files\slide0001_image001.png"/>
</p:tagLst>
</file>

<file path=ppt/tags/tag85.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SAMUEL~1\AppData\Local\Temp\articulate\presenter\imgtemp\3fnX6ODe_files\slide0001_image001.png"/>
</p:tagLst>
</file>

<file path=ppt/tags/tag86.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SAMUEL~1\AppData\Local\Temp\articulate\presenter\imgtemp\UZv1VBTb_files\slide0001_image001.png"/>
</p:tagLst>
</file>

<file path=ppt/tags/tag87.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SAMUEL~1\AppData\Local\Temp\articulate\presenter\imgtemp\oCngFGe6_files\slide0001_image001.png"/>
</p:tagLst>
</file>

<file path=ppt/tags/tag88.xml><?xml version="1.0" encoding="utf-8"?>
<p:tagLst xmlns:a="http://schemas.openxmlformats.org/drawingml/2006/main" xmlns:r="http://schemas.openxmlformats.org/officeDocument/2006/relationships" xmlns:p="http://schemas.openxmlformats.org/presentationml/2006/main">
  <p:tag name="TIMING" val="|2.7|2.6|6.3|4.9|2.9|10.7"/>
  <p:tag name="ARTICULATE_SLIDE_PAUSE" val="0"/>
  <p:tag name="ARTICULATE_NAV_LEVEL" val="1"/>
  <p:tag name="ARTICULATE_PLAYLIST_ID" val="-1"/>
  <p:tag name="ARTICULATE_LOCK_SLIDE" val="0"/>
  <p:tag name="ARTICULATE_SLIDE_GUID" val="dda53358-2d5b-4f91-bae4-aad4f29f20b9"/>
  <p:tag name="ARTICULATE_SLIDE_NAV" val="9"/>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90.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91.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92.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93.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94.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95.xml><?xml version="1.0" encoding="utf-8"?>
<p:tagLst xmlns:a="http://schemas.openxmlformats.org/drawingml/2006/main" xmlns:r="http://schemas.openxmlformats.org/officeDocument/2006/relationships" xmlns:p="http://schemas.openxmlformats.org/presentationml/2006/main">
  <p:tag name="ARTICULATE_PUBLISH_MODE" val="1"/>
</p:tagLst>
</file>

<file path=ppt/tags/tag96.xml><?xml version="1.0" encoding="utf-8"?>
<p:tagLst xmlns:a="http://schemas.openxmlformats.org/drawingml/2006/main" xmlns:r="http://schemas.openxmlformats.org/officeDocument/2006/relationships" xmlns:p="http://schemas.openxmlformats.org/presentationml/2006/main">
  <p:tag name="TIMING" val="|2.1|10.5|24.8|16.6|11.4"/>
  <p:tag name="ARTICULATE_SLIDE_PAUSE" val="0"/>
  <p:tag name="ARTICULATE_NAV_LEVEL" val="1"/>
  <p:tag name="ARTICULATE_PLAYLIST_ID" val="-1"/>
  <p:tag name="ARTICULATE_LOCK_SLIDE" val="0"/>
  <p:tag name="ARTICULATE_SLIDE_GUID" val="f6806103-5bea-4e6d-8154-b4e5579dbd83"/>
  <p:tag name="ARTICULATE_SLIDE_NAV" val="10"/>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98.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99.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100.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101.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102.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103.xml><?xml version="1.0" encoding="utf-8"?>
<p:tagLst xmlns:a="http://schemas.openxmlformats.org/drawingml/2006/main" xmlns:r="http://schemas.openxmlformats.org/officeDocument/2006/relationships" xmlns:p="http://schemas.openxmlformats.org/presentationml/2006/main">
  <p:tag name="ARTICULATE_SLIDE_GUID" val="a0df1d74-f386-458e-8a7c-9cbfd15b3b5e"/>
  <p:tag name="TIMING" val="|2.1|14.2|4.3|4.2|5.9|8.5|6.3"/>
  <p:tag name="ARTICULATE_SLIDE_PAUSE" val="1"/>
  <p:tag name="ARTICULATE_NAV_LEVEL" val="1"/>
  <p:tag name="ARTICULATE_PLAYLIST_ID" val="-1"/>
  <p:tag name="ARTICULATE_LOCK_SLIDE" val="0"/>
  <p:tag name="ARTICULATE_SLIDE_NAV" val="11"/>
  <p:tag name="ARTICULATE_SLIDE_THUMBNAIL_REFRESH" val="1"/>
</p:tagLst>
</file>

<file path=ppt/tags/tag104.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105.xml><?xml version="1.0" encoding="utf-8"?>
<p:tagLst xmlns:a="http://schemas.openxmlformats.org/drawingml/2006/main" xmlns:r="http://schemas.openxmlformats.org/officeDocument/2006/relationships" xmlns:p="http://schemas.openxmlformats.org/presentationml/2006/main">
  <p:tag name="VARSLIDECATEGORYID" val="SPREtext"/>
  <p:tag name="VARSLIDEID" val="SPREcontent_text"/>
  <p:tag name="ARTICULATE_SLIDE_GUID" val="8a7bb90c-72e1-4906-8841-65cc29bd3182"/>
  <p:tag name="ARTICULATE_TITLE_TAG" val="End of session"/>
  <p:tag name="ARTICULATE_SLIDE_PAUSE" val="0"/>
  <p:tag name="ARTICULATE_NAV_LEVEL" val="1"/>
  <p:tag name="ARTICULATE_PLAYLIST_ID" val="-1"/>
  <p:tag name="ARTICULATE_LOCK_SLIDE" val="0"/>
  <p:tag name="ARTICULATE_SLIDE_NAV" val="12"/>
  <p:tag name="ARTICULATE_SLIDE_THUMBNAIL_REFRESH" val="1"/>
</p:tagLst>
</file>

<file path=ppt/theme/theme1.xml><?xml version="1.0" encoding="utf-8"?>
<a:theme xmlns:a="http://schemas.openxmlformats.org/drawingml/2006/main" name="ABB_eLearning_Template_pptx_2007_Blue">
  <a:themeElements>
    <a:clrScheme name="ABB Design Blue">
      <a:dk1>
        <a:srgbClr val="000000"/>
      </a:dk1>
      <a:lt1>
        <a:srgbClr val="FFFFFF"/>
      </a:lt1>
      <a:dk2>
        <a:srgbClr val="002897"/>
      </a:dk2>
      <a:lt2>
        <a:srgbClr val="666666"/>
      </a:lt2>
      <a:accent1>
        <a:srgbClr val="005ADE"/>
      </a:accent1>
      <a:accent2>
        <a:srgbClr val="0096EA"/>
      </a:accent2>
      <a:accent3>
        <a:srgbClr val="5BD8FF"/>
      </a:accent3>
      <a:accent4>
        <a:srgbClr val="999999"/>
      </a:accent4>
      <a:accent5>
        <a:srgbClr val="666666"/>
      </a:accent5>
      <a:accent6>
        <a:srgbClr val="666666"/>
      </a:accent6>
      <a:hlink>
        <a:srgbClr val="5BD8FF"/>
      </a:hlink>
      <a:folHlink>
        <a:srgbClr val="999999"/>
      </a:folHlink>
    </a:clrScheme>
    <a:fontScheme name="ABB">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005ADE"/>
        </a:solidFill>
        <a:ln w="9525" cap="flat" cmpd="sng" algn="ctr">
          <a:solidFill>
            <a:srgbClr val="005ADE"/>
          </a:solidFill>
          <a:prstDash val="solid"/>
        </a:ln>
        <a:effectLst/>
      </a:spPr>
      <a:bodyPr lIns="0" tIns="0" rIns="0" bIns="0" rtlCol="0" anchor="ctr"/>
      <a:lstStyle>
        <a:defPPr marL="0" marR="0" indent="0" algn="ctr" defTabSz="914400" eaLnBrk="1" fontAlgn="auto" latinLnBrk="0" hangingPunct="1">
          <a:lnSpc>
            <a:spcPct val="100000"/>
          </a:lnSpc>
          <a:spcBef>
            <a:spcPts val="1100"/>
          </a:spcBef>
          <a:spcAft>
            <a:spcPts val="0"/>
          </a:spcAft>
          <a:buClr>
            <a:srgbClr val="002897"/>
          </a:buClr>
          <a:buSzPct val="70000"/>
          <a:buFontTx/>
          <a:buNone/>
          <a:tabLst/>
          <a:defRPr kumimoji="0" sz="1600" b="0" i="0" u="none" strike="noStrike" kern="0" cap="none" spc="0" normalizeH="0" baseline="0" noProof="0" dirty="0" err="1" smtClean="0">
            <a:ln>
              <a:noFill/>
            </a:ln>
            <a:solidFill>
              <a:srgbClr val="FFFFFF"/>
            </a:solidFill>
            <a:effectLst/>
            <a:uLnTx/>
            <a:uFillTx/>
            <a:latin typeface="Arial" pitchFamily="34" charset="0"/>
            <a:ea typeface="+mn-ea"/>
            <a:cs typeface="Arial" pitchFamily="34" charset="0"/>
          </a:defRPr>
        </a:defPPr>
      </a:lstStyle>
    </a:spDef>
    <a:lnDef>
      <a:spPr bwMode="gray">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ln w="9525">
          <a:noFill/>
          <a:miter lim="800000"/>
          <a:headEnd/>
          <a:tailEnd/>
        </a:ln>
      </a:spPr>
      <a:bodyPr vert="horz" wrap="square" lIns="0" tIns="36000" rIns="0" bIns="0" numCol="1" rtlCol="0" anchor="t" anchorCtr="0" compatLnSpc="1">
        <a:prstTxWarp prst="textNoShape">
          <a:avLst/>
        </a:prstTxWarp>
        <a:noAutofit/>
      </a:bodyPr>
      <a:lstStyle>
        <a:defPPr marL="93663" marR="0" indent="-93663" defTabSz="914400" eaLnBrk="1" fontAlgn="auto" latinLnBrk="0" hangingPunct="1">
          <a:lnSpc>
            <a:spcPct val="100000"/>
          </a:lnSpc>
          <a:spcBef>
            <a:spcPts val="1100"/>
          </a:spcBef>
          <a:spcAft>
            <a:spcPts val="0"/>
          </a:spcAft>
          <a:buClr>
            <a:srgbClr val="002897"/>
          </a:buClr>
          <a:buSzPct val="70000"/>
          <a:buFont typeface="Wingdings" pitchFamily="2" charset="2"/>
          <a:buChar char="§"/>
          <a:tabLst/>
          <a:defRPr kumimoji="0" sz="1000" b="0" i="0" u="none" strike="noStrike" kern="0" cap="none" spc="0" normalizeH="0" baseline="0" noProof="0" dirty="0" smtClean="0">
            <a:ln>
              <a:noFill/>
            </a:ln>
            <a:solidFill>
              <a:srgbClr val="666666"/>
            </a:solidFill>
            <a:effectLst/>
            <a:uLnTx/>
            <a:uFillTx/>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ABB_eLearning_Template_pptx_2007_Green">
  <a:themeElements>
    <a:clrScheme name="ABB Design Green">
      <a:dk1>
        <a:srgbClr val="000000"/>
      </a:dk1>
      <a:lt1>
        <a:srgbClr val="FFFFFF"/>
      </a:lt1>
      <a:dk2>
        <a:srgbClr val="084C07"/>
      </a:dk2>
      <a:lt2>
        <a:srgbClr val="666666"/>
      </a:lt2>
      <a:accent1>
        <a:srgbClr val="028208"/>
      </a:accent1>
      <a:accent2>
        <a:srgbClr val="3AB200"/>
      </a:accent2>
      <a:accent3>
        <a:srgbClr val="98DB38"/>
      </a:accent3>
      <a:accent4>
        <a:srgbClr val="999999"/>
      </a:accent4>
      <a:accent5>
        <a:srgbClr val="666666"/>
      </a:accent5>
      <a:accent6>
        <a:srgbClr val="666666"/>
      </a:accent6>
      <a:hlink>
        <a:srgbClr val="98DB38"/>
      </a:hlink>
      <a:folHlink>
        <a:srgbClr val="999999"/>
      </a:folHlink>
    </a:clrScheme>
    <a:fontScheme name="ABB">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noFill/>
        </a:ln>
      </a:spPr>
      <a:bodyPr lIns="0" tIns="0" rIns="0" bIns="0" rtlCol="0" anchor="ctr"/>
      <a:lstStyle>
        <a:defPPr marL="0" indent="0" algn="ctr">
          <a:spcBef>
            <a:spcPts val="1100"/>
          </a:spcBef>
          <a:buClr>
            <a:schemeClr val="tx2"/>
          </a:buClr>
          <a:buSzPct val="70000"/>
          <a:buFont typeface="Wingdings" pitchFamily="2" charset="2"/>
          <a:buNone/>
          <a:defRPr dirty="0" err="1" smtClean="0">
            <a:solidFill>
              <a:schemeClr val="bg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ln w="9525">
          <a:noFill/>
          <a:miter lim="800000"/>
          <a:headEnd/>
          <a:tailEnd/>
        </a:ln>
      </a:spPr>
      <a:bodyPr vert="horz" wrap="none" lIns="0" tIns="36000" rIns="0" bIns="0" numCol="1" rtlCol="0" anchor="t" anchorCtr="0" compatLnSpc="1">
        <a:prstTxWarp prst="textNoShape">
          <a:avLst/>
        </a:prstTxWarp>
        <a:noAutofit/>
      </a:bodyPr>
      <a:lstStyle>
        <a:defPPr marL="0" indent="0" algn="l" rtl="0" fontAlgn="base">
          <a:spcBef>
            <a:spcPts val="1100"/>
          </a:spcBef>
          <a:spcAft>
            <a:spcPct val="0"/>
          </a:spcAft>
          <a:buClr>
            <a:schemeClr val="tx2"/>
          </a:buClr>
          <a:buSzPct val="70000"/>
          <a:buFont typeface="Wingdings" pitchFamily="2" charset="2"/>
          <a:buNone/>
          <a:defRPr sz="900" kern="1200" dirty="0" err="1" smtClean="0">
            <a:solidFill>
              <a:schemeClr val="tx1"/>
            </a:solidFill>
            <a:latin typeface="Arial" pitchFamily="34" charset="0"/>
            <a:ea typeface="+mn-ea"/>
            <a:cs typeface="Arial" pitchFamily="34" charset="0"/>
          </a:defRPr>
        </a:defPPr>
      </a:lstStyle>
    </a:txDef>
  </a:objectDefaults>
  <a:extraClrSchemeLst/>
</a:theme>
</file>

<file path=ppt/theme/theme3.xml><?xml version="1.0" encoding="utf-8"?>
<a:theme xmlns:a="http://schemas.openxmlformats.org/drawingml/2006/main" name="ABB_eLearning_Template_pptx_2007_Orange">
  <a:themeElements>
    <a:clrScheme name="ABB Design Orange">
      <a:dk1>
        <a:srgbClr val="000000"/>
      </a:dk1>
      <a:lt1>
        <a:srgbClr val="FFFFFF"/>
      </a:lt1>
      <a:dk2>
        <a:srgbClr val="9A2801"/>
      </a:dk2>
      <a:lt2>
        <a:srgbClr val="666666"/>
      </a:lt2>
      <a:accent1>
        <a:srgbClr val="BF4500"/>
      </a:accent1>
      <a:accent2>
        <a:srgbClr val="FF6C00"/>
      </a:accent2>
      <a:accent3>
        <a:srgbClr val="FDAC25"/>
      </a:accent3>
      <a:accent4>
        <a:srgbClr val="999999"/>
      </a:accent4>
      <a:accent5>
        <a:srgbClr val="666666"/>
      </a:accent5>
      <a:accent6>
        <a:srgbClr val="666666"/>
      </a:accent6>
      <a:hlink>
        <a:srgbClr val="FDAC25"/>
      </a:hlink>
      <a:folHlink>
        <a:srgbClr val="999999"/>
      </a:folHlink>
    </a:clrScheme>
    <a:fontScheme name="ABB">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noFill/>
        </a:ln>
      </a:spPr>
      <a:bodyPr lIns="0" tIns="0" rIns="0" bIns="0" rtlCol="0" anchor="ctr"/>
      <a:lstStyle>
        <a:defPPr marL="0" indent="0" algn="ctr">
          <a:spcBef>
            <a:spcPts val="1100"/>
          </a:spcBef>
          <a:buClr>
            <a:schemeClr val="tx2"/>
          </a:buClr>
          <a:buSzPct val="70000"/>
          <a:buFont typeface="Wingdings" pitchFamily="2" charset="2"/>
          <a:buNone/>
          <a:defRPr dirty="0" err="1" smtClean="0">
            <a:solidFill>
              <a:schemeClr val="bg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ln w="9525">
          <a:noFill/>
          <a:miter lim="800000"/>
          <a:headEnd/>
          <a:tailEnd/>
        </a:ln>
      </a:spPr>
      <a:bodyPr vert="horz" wrap="none" lIns="0" tIns="36000" rIns="0" bIns="0" numCol="1" rtlCol="0" anchor="t" anchorCtr="0" compatLnSpc="1">
        <a:prstTxWarp prst="textNoShape">
          <a:avLst/>
        </a:prstTxWarp>
        <a:noAutofit/>
      </a:bodyPr>
      <a:lstStyle>
        <a:defPPr marL="0" indent="0" algn="l" rtl="0" fontAlgn="base">
          <a:spcBef>
            <a:spcPts val="1100"/>
          </a:spcBef>
          <a:spcAft>
            <a:spcPct val="0"/>
          </a:spcAft>
          <a:buClr>
            <a:schemeClr val="tx2"/>
          </a:buClr>
          <a:buSzPct val="70000"/>
          <a:buFont typeface="Wingdings" pitchFamily="2" charset="2"/>
          <a:buNone/>
          <a:defRPr sz="900" kern="1200" dirty="0" err="1" smtClean="0">
            <a:solidFill>
              <a:schemeClr val="tx1"/>
            </a:solidFill>
            <a:latin typeface="Arial" pitchFamily="34" charset="0"/>
            <a:ea typeface="+mn-ea"/>
            <a:cs typeface="Arial" pitchFamily="34" charset="0"/>
          </a:defRPr>
        </a:defPPr>
      </a:lstStyle>
    </a:txDef>
  </a:objectDefaults>
  <a:extraClrSchemeLst/>
</a:theme>
</file>

<file path=ppt/theme/theme4.xml><?xml version="1.0" encoding="utf-8"?>
<a:theme xmlns:a="http://schemas.openxmlformats.org/drawingml/2006/main" name="ABB_eLearning_Template_pptx_2007_Violet">
  <a:themeElements>
    <a:clrScheme name="ABB Design Violet">
      <a:dk1>
        <a:srgbClr val="000000"/>
      </a:dk1>
      <a:lt1>
        <a:srgbClr val="FFFFFF"/>
      </a:lt1>
      <a:dk2>
        <a:srgbClr val="601F69"/>
      </a:dk2>
      <a:lt2>
        <a:srgbClr val="666666"/>
      </a:lt2>
      <a:accent1>
        <a:srgbClr val="904AB0"/>
      </a:accent1>
      <a:accent2>
        <a:srgbClr val="9868EF"/>
      </a:accent2>
      <a:accent3>
        <a:srgbClr val="B4A0E8"/>
      </a:accent3>
      <a:accent4>
        <a:srgbClr val="999999"/>
      </a:accent4>
      <a:accent5>
        <a:srgbClr val="666666"/>
      </a:accent5>
      <a:accent6>
        <a:srgbClr val="666666"/>
      </a:accent6>
      <a:hlink>
        <a:srgbClr val="B4A0E8"/>
      </a:hlink>
      <a:folHlink>
        <a:srgbClr val="999999"/>
      </a:folHlink>
    </a:clrScheme>
    <a:fontScheme name="ABB">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noFill/>
        </a:ln>
      </a:spPr>
      <a:bodyPr lIns="0" tIns="0" rIns="0" bIns="0" rtlCol="0" anchor="ctr"/>
      <a:lstStyle>
        <a:defPPr marL="0" indent="0" algn="ctr">
          <a:spcBef>
            <a:spcPts val="1100"/>
          </a:spcBef>
          <a:buClr>
            <a:schemeClr val="tx2"/>
          </a:buClr>
          <a:buSzPct val="70000"/>
          <a:buFont typeface="Wingdings" pitchFamily="2" charset="2"/>
          <a:buNone/>
          <a:defRPr dirty="0" err="1" smtClean="0">
            <a:solidFill>
              <a:schemeClr val="bg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ln w="9525">
          <a:noFill/>
          <a:miter lim="800000"/>
          <a:headEnd/>
          <a:tailEnd/>
        </a:ln>
      </a:spPr>
      <a:bodyPr vert="horz" wrap="none" lIns="0" tIns="36000" rIns="0" bIns="0" numCol="1" rtlCol="0" anchor="t" anchorCtr="0" compatLnSpc="1">
        <a:prstTxWarp prst="textNoShape">
          <a:avLst/>
        </a:prstTxWarp>
        <a:noAutofit/>
      </a:bodyPr>
      <a:lstStyle>
        <a:defPPr marL="0" indent="0" algn="l" rtl="0" fontAlgn="base">
          <a:spcBef>
            <a:spcPts val="1100"/>
          </a:spcBef>
          <a:spcAft>
            <a:spcPct val="0"/>
          </a:spcAft>
          <a:buClr>
            <a:schemeClr val="tx2"/>
          </a:buClr>
          <a:buSzPct val="70000"/>
          <a:buFont typeface="Wingdings" pitchFamily="2" charset="2"/>
          <a:buNone/>
          <a:defRPr sz="900" kern="1200" dirty="0" err="1" smtClean="0">
            <a:solidFill>
              <a:schemeClr val="tx1"/>
            </a:solidFill>
            <a:latin typeface="Arial" pitchFamily="34" charset="0"/>
            <a:ea typeface="+mn-ea"/>
            <a:cs typeface="Arial" pitchFamily="34" charset="0"/>
          </a:defRPr>
        </a:defPPr>
      </a:lstStyle>
    </a:txDef>
  </a:objectDefaults>
  <a:extraClrSchemeLst/>
</a:theme>
</file>

<file path=ppt/theme/theme5.xml><?xml version="1.0" encoding="utf-8"?>
<a:theme xmlns:a="http://schemas.openxmlformats.org/drawingml/2006/main" name="Larissa-Design">
  <a:themeElements>
    <a:clrScheme name="ABB_Blue">
      <a:dk1>
        <a:srgbClr val="000000"/>
      </a:dk1>
      <a:lt1>
        <a:srgbClr val="FFFFFF"/>
      </a:lt1>
      <a:dk2>
        <a:srgbClr val="002897"/>
      </a:dk2>
      <a:lt2>
        <a:srgbClr val="666666"/>
      </a:lt2>
      <a:accent1>
        <a:srgbClr val="005ADE"/>
      </a:accent1>
      <a:accent2>
        <a:srgbClr val="0096EA"/>
      </a:accent2>
      <a:accent3>
        <a:srgbClr val="5BD8FF"/>
      </a:accent3>
      <a:accent4>
        <a:srgbClr val="999999"/>
      </a:accent4>
      <a:accent5>
        <a:srgbClr val="666666"/>
      </a:accent5>
      <a:accent6>
        <a:srgbClr val="666666"/>
      </a:accent6>
      <a:hlink>
        <a:srgbClr val="5BD8FF"/>
      </a:hlink>
      <a:folHlink>
        <a:srgbClr val="999999"/>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lIns="72000" tIns="72000" rIns="72000" bIns="7200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6.xml><?xml version="1.0" encoding="utf-8"?>
<a:theme xmlns:a="http://schemas.openxmlformats.org/drawingml/2006/main" name="Larissa-Design">
  <a:themeElements>
    <a:clrScheme name="ABB_Blue">
      <a:dk1>
        <a:srgbClr val="000000"/>
      </a:dk1>
      <a:lt1>
        <a:srgbClr val="FFFFFF"/>
      </a:lt1>
      <a:dk2>
        <a:srgbClr val="002897"/>
      </a:dk2>
      <a:lt2>
        <a:srgbClr val="666666"/>
      </a:lt2>
      <a:accent1>
        <a:srgbClr val="005ADE"/>
      </a:accent1>
      <a:accent2>
        <a:srgbClr val="0096EA"/>
      </a:accent2>
      <a:accent3>
        <a:srgbClr val="5BD8FF"/>
      </a:accent3>
      <a:accent4>
        <a:srgbClr val="999999"/>
      </a:accent4>
      <a:accent5>
        <a:srgbClr val="666666"/>
      </a:accent5>
      <a:accent6>
        <a:srgbClr val="666666"/>
      </a:accent6>
      <a:hlink>
        <a:srgbClr val="5BD8FF"/>
      </a:hlink>
      <a:folHlink>
        <a:srgbClr val="999999"/>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5DD8B61CE7B4F44B62F5854B6AFA59B" ma:contentTypeVersion="0" ma:contentTypeDescription="Create a new document." ma:contentTypeScope="" ma:versionID="817675dc5f9d30f9e392de8c9a0b29f8">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7CA34E7-419E-4FAE-BD6A-86D2296B2A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9E6193D7-ED45-4AAA-A3B6-9ECE672D1498}">
  <ds:schemaRefs>
    <ds:schemaRef ds:uri="http://schemas.openxmlformats.org/package/2006/metadata/core-properties"/>
    <ds:schemaRef ds:uri="http://schemas.microsoft.com/office/2006/documentManagement/types"/>
    <ds:schemaRef ds:uri="http://schemas.microsoft.com/office/infopath/2007/PartnerControls"/>
    <ds:schemaRef ds:uri="http://purl.org/dc/terms/"/>
    <ds:schemaRef ds:uri="http://purl.org/dc/dcmitype/"/>
    <ds:schemaRef ds:uri="http://schemas.microsoft.com/office/2006/metadata/properties"/>
    <ds:schemaRef ds:uri="http://www.w3.org/XML/1998/namespace"/>
    <ds:schemaRef ds:uri="http://purl.org/dc/elements/1.1/"/>
  </ds:schemaRefs>
</ds:datastoreItem>
</file>

<file path=customXml/itemProps3.xml><?xml version="1.0" encoding="utf-8"?>
<ds:datastoreItem xmlns:ds="http://schemas.openxmlformats.org/officeDocument/2006/customXml" ds:itemID="{75BEB9D1-70FC-4DA4-8A85-F8A671997AF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Vorlage_Elearning_03</Template>
  <TotalTime>0</TotalTime>
  <Words>1547</Words>
  <Application>Microsoft Office PowerPoint</Application>
  <PresentationFormat>Bildschirmpräsentation (4:3)</PresentationFormat>
  <Paragraphs>260</Paragraphs>
  <Slides>12</Slides>
  <Notes>12</Notes>
  <HiddenSlides>0</HiddenSlides>
  <MMClips>0</MMClips>
  <ScaleCrop>false</ScaleCrop>
  <HeadingPairs>
    <vt:vector size="4" baseType="variant">
      <vt:variant>
        <vt:lpstr>Design</vt:lpstr>
      </vt:variant>
      <vt:variant>
        <vt:i4>4</vt:i4>
      </vt:variant>
      <vt:variant>
        <vt:lpstr>Folientitel</vt:lpstr>
      </vt:variant>
      <vt:variant>
        <vt:i4>12</vt:i4>
      </vt:variant>
    </vt:vector>
  </HeadingPairs>
  <TitlesOfParts>
    <vt:vector size="16" baseType="lpstr">
      <vt:lpstr>ABB_eLearning_Template_pptx_2007_Blue</vt:lpstr>
      <vt:lpstr>ABB_eLearning_Template_pptx_2007_Green</vt:lpstr>
      <vt:lpstr>ABB_eLearning_Template_pptx_2007_Orange</vt:lpstr>
      <vt:lpstr>ABB_eLearning_Template_pptx_2007_Violet</vt:lpstr>
      <vt:lpstr>Basics in Continuous Gas Analysis Calibration with Test gases </vt:lpstr>
      <vt:lpstr>Learning objectives</vt:lpstr>
      <vt:lpstr>The gas analysis installation in operation</vt:lpstr>
      <vt:lpstr>Validation, adjustment </vt:lpstr>
      <vt:lpstr>Zero gases  Nitrogen</vt:lpstr>
      <vt:lpstr>Zero gases  Synthetic air</vt:lpstr>
      <vt:lpstr>Zero gases Ambient air </vt:lpstr>
      <vt:lpstr>Test gases Span gases</vt:lpstr>
      <vt:lpstr>What does “calibration” mean?</vt:lpstr>
      <vt:lpstr>Calculation of the emission</vt:lpstr>
      <vt:lpstr>Summary</vt:lpstr>
      <vt:lpstr>PowerPoint-Präsentation</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Name Applications</dc:title>
  <dc:creator>David Braganca</dc:creator>
  <cp:lastModifiedBy>Kai-Jan Neumann</cp:lastModifiedBy>
  <cp:revision>267</cp:revision>
  <cp:lastPrinted>2014-05-24T15:54:17Z</cp:lastPrinted>
  <dcterms:created xsi:type="dcterms:W3CDTF">2011-07-14T14:16:53Z</dcterms:created>
  <dcterms:modified xsi:type="dcterms:W3CDTF">2014-06-27T10:52:05Z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0x01010055DD8B61CE7B4F44B62F5854B6AFA59B</vt:lpwstr>
  </property>
  <property fmtid="{D5CDD505-2E9C-101B-9397-08002B2CF9AE}" pid="3" name="ArticulateUseProject">
    <vt:lpwstr>1</vt:lpwstr>
  </property>
  <property fmtid="{D5CDD505-2E9C-101B-9397-08002B2CF9AE}" pid="4" name="ArticulatePath">
    <vt:lpwstr>03_CGAII_Applications_EN_RevA_062014</vt:lpwstr>
  </property>
  <property fmtid="{D5CDD505-2E9C-101B-9397-08002B2CF9AE}" pid="5" name="ArticulateGUID">
    <vt:lpwstr>9F8A8649-B9DF-4D37-90FB-803434927172</vt:lpwstr>
  </property>
  <property fmtid="{D5CDD505-2E9C-101B-9397-08002B2CF9AE}" pid="6" name="ArticulateProjectFull">
    <vt:lpwstr>\\kadcfl01\EXP_PUBLIC\Projekte\ABB_APR_Instrumentierung\Entwicklung\eLearning\60_eLearning_CGA_II\06_Roll-out\03_CGAII_Calibration_with_Test_gases_EN_RevA_062014.ppta</vt:lpwstr>
  </property>
</Properties>
</file>