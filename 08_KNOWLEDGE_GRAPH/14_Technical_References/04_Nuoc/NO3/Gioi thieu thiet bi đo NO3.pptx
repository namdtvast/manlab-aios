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9" r:id="rId3"/>
    <p:sldId id="266" r:id="rId4"/>
    <p:sldId id="263" r:id="rId5"/>
    <p:sldId id="264" r:id="rId6"/>
    <p:sldId id="261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120" autoAdjust="0"/>
  </p:normalViewPr>
  <p:slideViewPr>
    <p:cSldViewPr>
      <p:cViewPr varScale="1">
        <p:scale>
          <a:sx n="54" d="100"/>
          <a:sy n="54" d="100"/>
        </p:scale>
        <p:origin x="-18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B5E3DB-23BD-4C09-AA80-27C595EE057F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631F8552-524A-4F54-A932-22B63FE78305}">
      <dgm:prSet phldrT="[Text]"/>
      <dgm:spPr/>
      <dgm:t>
        <a:bodyPr/>
        <a:lstStyle/>
        <a:p>
          <a:r>
            <a:rPr lang="en-US" dirty="0" err="1" smtClean="0"/>
            <a:t>Hãng</a:t>
          </a:r>
          <a:endParaRPr lang="en-US" dirty="0"/>
        </a:p>
      </dgm:t>
    </dgm:pt>
    <dgm:pt modelId="{CB8AFF84-D6B3-49FE-B7E8-F6F856F3CD4C}" type="parTrans" cxnId="{E98E6905-DB62-430B-AE31-2291EE4E5FA1}">
      <dgm:prSet/>
      <dgm:spPr/>
      <dgm:t>
        <a:bodyPr/>
        <a:lstStyle/>
        <a:p>
          <a:endParaRPr lang="en-US"/>
        </a:p>
      </dgm:t>
    </dgm:pt>
    <dgm:pt modelId="{6770B387-61A7-4D1C-8EC8-C82FFBA81213}" type="sibTrans" cxnId="{E98E6905-DB62-430B-AE31-2291EE4E5FA1}">
      <dgm:prSet/>
      <dgm:spPr/>
      <dgm:t>
        <a:bodyPr/>
        <a:lstStyle/>
        <a:p>
          <a:endParaRPr lang="en-US"/>
        </a:p>
      </dgm:t>
    </dgm:pt>
    <dgm:pt modelId="{79CC02C6-EADE-4382-8F2E-33B3BC3C2216}">
      <dgm:prSet phldrT="[Text]"/>
      <dgm:spPr/>
      <dgm:t>
        <a:bodyPr/>
        <a:lstStyle/>
        <a:p>
          <a:r>
            <a:rPr lang="en-US" dirty="0" err="1" smtClean="0"/>
            <a:t>Nguyên</a:t>
          </a:r>
          <a:r>
            <a:rPr lang="en-US" dirty="0" smtClean="0"/>
            <a:t> </a:t>
          </a:r>
          <a:r>
            <a:rPr lang="en-US" dirty="0" err="1" smtClean="0"/>
            <a:t>lý</a:t>
          </a:r>
          <a:endParaRPr lang="en-US" dirty="0"/>
        </a:p>
      </dgm:t>
    </dgm:pt>
    <dgm:pt modelId="{35ACA622-C945-4B59-A68F-DA37FE658152}" type="parTrans" cxnId="{E7E79CD0-72BD-4940-95CF-31E579F5E9E3}">
      <dgm:prSet/>
      <dgm:spPr/>
      <dgm:t>
        <a:bodyPr/>
        <a:lstStyle/>
        <a:p>
          <a:endParaRPr lang="en-US"/>
        </a:p>
      </dgm:t>
    </dgm:pt>
    <dgm:pt modelId="{A03EC190-EEF7-43FB-9B61-7F1E1A5A8557}" type="sibTrans" cxnId="{E7E79CD0-72BD-4940-95CF-31E579F5E9E3}">
      <dgm:prSet/>
      <dgm:spPr/>
      <dgm:t>
        <a:bodyPr/>
        <a:lstStyle/>
        <a:p>
          <a:endParaRPr lang="en-US"/>
        </a:p>
      </dgm:t>
    </dgm:pt>
    <dgm:pt modelId="{F68CF5DE-FD53-475F-AC83-FE5524B4E028}">
      <dgm:prSet phldrT="[Text]"/>
      <dgm:spPr/>
      <dgm:t>
        <a:bodyPr/>
        <a:lstStyle/>
        <a:p>
          <a:r>
            <a:rPr lang="en-US" dirty="0" err="1" smtClean="0"/>
            <a:t>Hiệu</a:t>
          </a:r>
          <a:r>
            <a:rPr lang="en-US" dirty="0" smtClean="0"/>
            <a:t> </a:t>
          </a:r>
          <a:r>
            <a:rPr lang="en-US" dirty="0" err="1" smtClean="0"/>
            <a:t>chuẩn</a:t>
          </a:r>
          <a:endParaRPr lang="en-US" dirty="0"/>
        </a:p>
      </dgm:t>
    </dgm:pt>
    <dgm:pt modelId="{FAB5860E-4742-43CC-8F10-0F861966F44B}" type="parTrans" cxnId="{AC4139BB-2086-4547-843A-BA15F618B235}">
      <dgm:prSet/>
      <dgm:spPr/>
      <dgm:t>
        <a:bodyPr/>
        <a:lstStyle/>
        <a:p>
          <a:endParaRPr lang="en-US"/>
        </a:p>
      </dgm:t>
    </dgm:pt>
    <dgm:pt modelId="{2A7B6551-468B-486F-BA81-C7CC4E29ED2A}" type="sibTrans" cxnId="{AC4139BB-2086-4547-843A-BA15F618B235}">
      <dgm:prSet/>
      <dgm:spPr/>
      <dgm:t>
        <a:bodyPr/>
        <a:lstStyle/>
        <a:p>
          <a:endParaRPr lang="en-US"/>
        </a:p>
      </dgm:t>
    </dgm:pt>
    <dgm:pt modelId="{7B2BBAF0-FB81-4D2C-AEC5-299275B29061}" type="pres">
      <dgm:prSet presAssocID="{DBB5E3DB-23BD-4C09-AA80-27C595EE057F}" presName="CompostProcess" presStyleCnt="0">
        <dgm:presLayoutVars>
          <dgm:dir/>
          <dgm:resizeHandles val="exact"/>
        </dgm:presLayoutVars>
      </dgm:prSet>
      <dgm:spPr/>
    </dgm:pt>
    <dgm:pt modelId="{2447D1FE-88C8-489C-8ABA-3C7C365C0869}" type="pres">
      <dgm:prSet presAssocID="{DBB5E3DB-23BD-4C09-AA80-27C595EE057F}" presName="arrow" presStyleLbl="bgShp" presStyleIdx="0" presStyleCnt="1"/>
      <dgm:spPr/>
    </dgm:pt>
    <dgm:pt modelId="{05BD53BC-565D-47AB-9D40-2615434D6B37}" type="pres">
      <dgm:prSet presAssocID="{DBB5E3DB-23BD-4C09-AA80-27C595EE057F}" presName="linearProcess" presStyleCnt="0"/>
      <dgm:spPr/>
    </dgm:pt>
    <dgm:pt modelId="{D3398CE9-FF91-453F-B457-D78FCE2CE9C7}" type="pres">
      <dgm:prSet presAssocID="{631F8552-524A-4F54-A932-22B63FE78305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EC461C-0D9E-4663-A895-83D4BDAABD2C}" type="pres">
      <dgm:prSet presAssocID="{6770B387-61A7-4D1C-8EC8-C82FFBA81213}" presName="sibTrans" presStyleCnt="0"/>
      <dgm:spPr/>
    </dgm:pt>
    <dgm:pt modelId="{074C7CB1-36A9-4DCB-A91D-2095F6FF42B8}" type="pres">
      <dgm:prSet presAssocID="{79CC02C6-EADE-4382-8F2E-33B3BC3C2216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16DB2D-F849-438D-BA40-D0192261AC23}" type="pres">
      <dgm:prSet presAssocID="{A03EC190-EEF7-43FB-9B61-7F1E1A5A8557}" presName="sibTrans" presStyleCnt="0"/>
      <dgm:spPr/>
    </dgm:pt>
    <dgm:pt modelId="{FED67F7D-92A0-4587-8D18-2430C4706ADD}" type="pres">
      <dgm:prSet presAssocID="{F68CF5DE-FD53-475F-AC83-FE5524B4E028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8E6905-DB62-430B-AE31-2291EE4E5FA1}" srcId="{DBB5E3DB-23BD-4C09-AA80-27C595EE057F}" destId="{631F8552-524A-4F54-A932-22B63FE78305}" srcOrd="0" destOrd="0" parTransId="{CB8AFF84-D6B3-49FE-B7E8-F6F856F3CD4C}" sibTransId="{6770B387-61A7-4D1C-8EC8-C82FFBA81213}"/>
    <dgm:cxn modelId="{A7558919-38B3-409E-97F7-4FC14E8CC118}" type="presOf" srcId="{F68CF5DE-FD53-475F-AC83-FE5524B4E028}" destId="{FED67F7D-92A0-4587-8D18-2430C4706ADD}" srcOrd="0" destOrd="0" presId="urn:microsoft.com/office/officeart/2005/8/layout/hProcess9"/>
    <dgm:cxn modelId="{7A5D97D4-7EAE-443E-850C-FEB4316D0497}" type="presOf" srcId="{631F8552-524A-4F54-A932-22B63FE78305}" destId="{D3398CE9-FF91-453F-B457-D78FCE2CE9C7}" srcOrd="0" destOrd="0" presId="urn:microsoft.com/office/officeart/2005/8/layout/hProcess9"/>
    <dgm:cxn modelId="{17802D14-BBF4-4EA8-8597-7915EFD4A6C9}" type="presOf" srcId="{DBB5E3DB-23BD-4C09-AA80-27C595EE057F}" destId="{7B2BBAF0-FB81-4D2C-AEC5-299275B29061}" srcOrd="0" destOrd="0" presId="urn:microsoft.com/office/officeart/2005/8/layout/hProcess9"/>
    <dgm:cxn modelId="{9B5C7A01-587F-401F-B899-833063FA15CF}" type="presOf" srcId="{79CC02C6-EADE-4382-8F2E-33B3BC3C2216}" destId="{074C7CB1-36A9-4DCB-A91D-2095F6FF42B8}" srcOrd="0" destOrd="0" presId="urn:microsoft.com/office/officeart/2005/8/layout/hProcess9"/>
    <dgm:cxn modelId="{AC4139BB-2086-4547-843A-BA15F618B235}" srcId="{DBB5E3DB-23BD-4C09-AA80-27C595EE057F}" destId="{F68CF5DE-FD53-475F-AC83-FE5524B4E028}" srcOrd="2" destOrd="0" parTransId="{FAB5860E-4742-43CC-8F10-0F861966F44B}" sibTransId="{2A7B6551-468B-486F-BA81-C7CC4E29ED2A}"/>
    <dgm:cxn modelId="{E7E79CD0-72BD-4940-95CF-31E579F5E9E3}" srcId="{DBB5E3DB-23BD-4C09-AA80-27C595EE057F}" destId="{79CC02C6-EADE-4382-8F2E-33B3BC3C2216}" srcOrd="1" destOrd="0" parTransId="{35ACA622-C945-4B59-A68F-DA37FE658152}" sibTransId="{A03EC190-EEF7-43FB-9B61-7F1E1A5A8557}"/>
    <dgm:cxn modelId="{D02286C3-B41C-4EB4-95E1-60DBA71644CE}" type="presParOf" srcId="{7B2BBAF0-FB81-4D2C-AEC5-299275B29061}" destId="{2447D1FE-88C8-489C-8ABA-3C7C365C0869}" srcOrd="0" destOrd="0" presId="urn:microsoft.com/office/officeart/2005/8/layout/hProcess9"/>
    <dgm:cxn modelId="{C48479D6-7F25-4053-B1FE-02E861F824D2}" type="presParOf" srcId="{7B2BBAF0-FB81-4D2C-AEC5-299275B29061}" destId="{05BD53BC-565D-47AB-9D40-2615434D6B37}" srcOrd="1" destOrd="0" presId="urn:microsoft.com/office/officeart/2005/8/layout/hProcess9"/>
    <dgm:cxn modelId="{9D7EDA5A-73DB-40C7-AF6A-5509D66448AB}" type="presParOf" srcId="{05BD53BC-565D-47AB-9D40-2615434D6B37}" destId="{D3398CE9-FF91-453F-B457-D78FCE2CE9C7}" srcOrd="0" destOrd="0" presId="urn:microsoft.com/office/officeart/2005/8/layout/hProcess9"/>
    <dgm:cxn modelId="{D9603BA8-A012-43B9-BA6C-3311091891F3}" type="presParOf" srcId="{05BD53BC-565D-47AB-9D40-2615434D6B37}" destId="{B8EC461C-0D9E-4663-A895-83D4BDAABD2C}" srcOrd="1" destOrd="0" presId="urn:microsoft.com/office/officeart/2005/8/layout/hProcess9"/>
    <dgm:cxn modelId="{79635FCB-E3C7-4CB0-AE0C-9A3628E846DE}" type="presParOf" srcId="{05BD53BC-565D-47AB-9D40-2615434D6B37}" destId="{074C7CB1-36A9-4DCB-A91D-2095F6FF42B8}" srcOrd="2" destOrd="0" presId="urn:microsoft.com/office/officeart/2005/8/layout/hProcess9"/>
    <dgm:cxn modelId="{411275F8-E723-4E2A-B912-D3521A858751}" type="presParOf" srcId="{05BD53BC-565D-47AB-9D40-2615434D6B37}" destId="{1E16DB2D-F849-438D-BA40-D0192261AC23}" srcOrd="3" destOrd="0" presId="urn:microsoft.com/office/officeart/2005/8/layout/hProcess9"/>
    <dgm:cxn modelId="{196FBF16-CDEC-4D79-9A86-408D3CF5D540}" type="presParOf" srcId="{05BD53BC-565D-47AB-9D40-2615434D6B37}" destId="{FED67F7D-92A0-4587-8D18-2430C4706AD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25D8B-D967-4D12-93A1-3CC7E10BD72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1FCC07-9282-49BA-8D47-5E6FAB86A16A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3600" dirty="0" smtClean="0">
              <a:latin typeface="Times New Roman" pitchFamily="18" charset="0"/>
              <a:cs typeface="Times New Roman" pitchFamily="18" charset="0"/>
            </a:rPr>
            <a:t>                    NITRATAX sc</a:t>
          </a:r>
          <a:endParaRPr lang="en-US" sz="3600" dirty="0"/>
        </a:p>
      </dgm:t>
    </dgm:pt>
    <dgm:pt modelId="{02946187-214C-4A7D-9978-BFD15CEAB286}" type="parTrans" cxnId="{24E3AA15-8651-4D96-95BF-D9ABAD1CD40C}">
      <dgm:prSet/>
      <dgm:spPr/>
      <dgm:t>
        <a:bodyPr/>
        <a:lstStyle/>
        <a:p>
          <a:endParaRPr lang="en-US"/>
        </a:p>
      </dgm:t>
    </dgm:pt>
    <dgm:pt modelId="{2E2D072A-4876-4DC3-BD1C-7230470C5F25}" type="sibTrans" cxnId="{24E3AA15-8651-4D96-95BF-D9ABAD1CD40C}">
      <dgm:prSet/>
      <dgm:spPr/>
      <dgm:t>
        <a:bodyPr/>
        <a:lstStyle/>
        <a:p>
          <a:endParaRPr lang="en-US"/>
        </a:p>
      </dgm:t>
    </dgm:pt>
    <dgm:pt modelId="{951B884A-837A-494A-9A3B-EF2BBE3371DB}">
      <dgm:prSet custT="1"/>
      <dgm:spPr/>
      <dgm:t>
        <a:bodyPr/>
        <a:lstStyle/>
        <a:p>
          <a:r>
            <a:rPr lang="en-US" sz="6500" dirty="0" smtClean="0">
              <a:latin typeface="Times New Roman" pitchFamily="18" charset="0"/>
              <a:cs typeface="Times New Roman" pitchFamily="18" charset="0"/>
            </a:rPr>
            <a:t>           </a:t>
          </a:r>
          <a:r>
            <a:rPr lang="en-US" sz="3600" dirty="0" smtClean="0">
              <a:latin typeface="Times New Roman" pitchFamily="18" charset="0"/>
              <a:cs typeface="Times New Roman" pitchFamily="18" charset="0"/>
            </a:rPr>
            <a:t>Sensor NO3D sc </a:t>
          </a:r>
          <a:endParaRPr lang="en-US" sz="3600" dirty="0"/>
        </a:p>
      </dgm:t>
    </dgm:pt>
    <dgm:pt modelId="{FB9ABAE9-6C13-4D8A-8F35-9B0903B2F23C}" type="parTrans" cxnId="{4A242C90-844C-4137-A6B8-E7B8F12F864C}">
      <dgm:prSet/>
      <dgm:spPr/>
      <dgm:t>
        <a:bodyPr/>
        <a:lstStyle/>
        <a:p>
          <a:endParaRPr lang="en-US"/>
        </a:p>
      </dgm:t>
    </dgm:pt>
    <dgm:pt modelId="{4691C5E9-4642-47A0-B915-7EA155D99296}" type="sibTrans" cxnId="{4A242C90-844C-4137-A6B8-E7B8F12F864C}">
      <dgm:prSet/>
      <dgm:spPr/>
      <dgm:t>
        <a:bodyPr/>
        <a:lstStyle/>
        <a:p>
          <a:endParaRPr lang="en-US"/>
        </a:p>
      </dgm:t>
    </dgm:pt>
    <dgm:pt modelId="{27E45F1B-C069-414F-8602-31C8D7A0CDF8}" type="pres">
      <dgm:prSet presAssocID="{2FF25D8B-D967-4D12-93A1-3CC7E10BD72A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FBB9CF-E188-4549-B3E3-E43FFF673610}" type="pres">
      <dgm:prSet presAssocID="{041FCC07-9282-49BA-8D47-5E6FAB86A16A}" presName="comp" presStyleCnt="0"/>
      <dgm:spPr/>
    </dgm:pt>
    <dgm:pt modelId="{E1109D55-E1E5-4A83-859C-0B1D1C324545}" type="pres">
      <dgm:prSet presAssocID="{041FCC07-9282-49BA-8D47-5E6FAB86A16A}" presName="box" presStyleLbl="node1" presStyleIdx="0" presStyleCnt="2" custScaleX="98513" custLinFactNeighborX="-5299"/>
      <dgm:spPr/>
      <dgm:t>
        <a:bodyPr/>
        <a:lstStyle/>
        <a:p>
          <a:endParaRPr lang="en-US"/>
        </a:p>
      </dgm:t>
    </dgm:pt>
    <dgm:pt modelId="{E9C6D7DD-CB5B-47BB-A161-514803A8EB15}" type="pres">
      <dgm:prSet presAssocID="{041FCC07-9282-49BA-8D47-5E6FAB86A16A}" presName="img" presStyleLbl="fgImgPlace1" presStyleIdx="0" presStyleCnt="2" custScaleX="224852" custLinFactNeighborX="54750" custLinFactNeighborY="392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946C1ECC-0531-4C7F-9F8D-A254B6456540}" type="pres">
      <dgm:prSet presAssocID="{041FCC07-9282-49BA-8D47-5E6FAB86A16A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64B7C6-09AB-4B7B-92E0-0471DD7CA23E}" type="pres">
      <dgm:prSet presAssocID="{2E2D072A-4876-4DC3-BD1C-7230470C5F25}" presName="spacer" presStyleCnt="0"/>
      <dgm:spPr/>
    </dgm:pt>
    <dgm:pt modelId="{8102E685-496A-4406-B197-9FD4E340B2AB}" type="pres">
      <dgm:prSet presAssocID="{951B884A-837A-494A-9A3B-EF2BBE3371DB}" presName="comp" presStyleCnt="0"/>
      <dgm:spPr/>
    </dgm:pt>
    <dgm:pt modelId="{E27CE5E2-719D-4BCD-B83E-D7982433FAB2}" type="pres">
      <dgm:prSet presAssocID="{951B884A-837A-494A-9A3B-EF2BBE3371DB}" presName="box" presStyleLbl="node1" presStyleIdx="1" presStyleCnt="2" custScaleX="98662" custLinFactNeighborX="-5243" custLinFactNeighborY="-1625"/>
      <dgm:spPr/>
      <dgm:t>
        <a:bodyPr/>
        <a:lstStyle/>
        <a:p>
          <a:endParaRPr lang="en-US"/>
        </a:p>
      </dgm:t>
    </dgm:pt>
    <dgm:pt modelId="{9858C34F-4C31-4A3B-86BF-0A390B7F6175}" type="pres">
      <dgm:prSet presAssocID="{951B884A-837A-494A-9A3B-EF2BBE3371DB}" presName="img" presStyleLbl="fgImgPlace1" presStyleIdx="1" presStyleCnt="2" custScaleX="226072" custLinFactNeighborX="52690" custLinFactNeighborY="1890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C2ED457-3711-469F-BE0D-65CDF994ED40}" type="pres">
      <dgm:prSet presAssocID="{951B884A-837A-494A-9A3B-EF2BBE3371DB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7CC311-1123-4DBD-9AEB-94BEA78DDE11}" type="presOf" srcId="{041FCC07-9282-49BA-8D47-5E6FAB86A16A}" destId="{946C1ECC-0531-4C7F-9F8D-A254B6456540}" srcOrd="1" destOrd="0" presId="urn:microsoft.com/office/officeart/2005/8/layout/vList4"/>
    <dgm:cxn modelId="{9AD257B3-6BFA-4E79-AF0F-759904C8F404}" type="presOf" srcId="{951B884A-837A-494A-9A3B-EF2BBE3371DB}" destId="{AC2ED457-3711-469F-BE0D-65CDF994ED40}" srcOrd="1" destOrd="0" presId="urn:microsoft.com/office/officeart/2005/8/layout/vList4"/>
    <dgm:cxn modelId="{24E3AA15-8651-4D96-95BF-D9ABAD1CD40C}" srcId="{2FF25D8B-D967-4D12-93A1-3CC7E10BD72A}" destId="{041FCC07-9282-49BA-8D47-5E6FAB86A16A}" srcOrd="0" destOrd="0" parTransId="{02946187-214C-4A7D-9978-BFD15CEAB286}" sibTransId="{2E2D072A-4876-4DC3-BD1C-7230470C5F25}"/>
    <dgm:cxn modelId="{1FF3417C-2CBF-4E4E-83F7-B439DFD19D26}" type="presOf" srcId="{951B884A-837A-494A-9A3B-EF2BBE3371DB}" destId="{E27CE5E2-719D-4BCD-B83E-D7982433FAB2}" srcOrd="0" destOrd="0" presId="urn:microsoft.com/office/officeart/2005/8/layout/vList4"/>
    <dgm:cxn modelId="{DDA6F157-12F2-48CA-BB3F-CD489024699B}" type="presOf" srcId="{2FF25D8B-D967-4D12-93A1-3CC7E10BD72A}" destId="{27E45F1B-C069-414F-8602-31C8D7A0CDF8}" srcOrd="0" destOrd="0" presId="urn:microsoft.com/office/officeart/2005/8/layout/vList4"/>
    <dgm:cxn modelId="{33ADAD55-953D-40E8-BC59-25B058C8FA12}" type="presOf" srcId="{041FCC07-9282-49BA-8D47-5E6FAB86A16A}" destId="{E1109D55-E1E5-4A83-859C-0B1D1C324545}" srcOrd="0" destOrd="0" presId="urn:microsoft.com/office/officeart/2005/8/layout/vList4"/>
    <dgm:cxn modelId="{4A242C90-844C-4137-A6B8-E7B8F12F864C}" srcId="{2FF25D8B-D967-4D12-93A1-3CC7E10BD72A}" destId="{951B884A-837A-494A-9A3B-EF2BBE3371DB}" srcOrd="1" destOrd="0" parTransId="{FB9ABAE9-6C13-4D8A-8F35-9B0903B2F23C}" sibTransId="{4691C5E9-4642-47A0-B915-7EA155D99296}"/>
    <dgm:cxn modelId="{BDE5DA28-6FE8-499A-B93D-89E62B43D915}" type="presParOf" srcId="{27E45F1B-C069-414F-8602-31C8D7A0CDF8}" destId="{FAFBB9CF-E188-4549-B3E3-E43FFF673610}" srcOrd="0" destOrd="0" presId="urn:microsoft.com/office/officeart/2005/8/layout/vList4"/>
    <dgm:cxn modelId="{50216158-146D-4729-BC21-AB5D6B41A3DB}" type="presParOf" srcId="{FAFBB9CF-E188-4549-B3E3-E43FFF673610}" destId="{E1109D55-E1E5-4A83-859C-0B1D1C324545}" srcOrd="0" destOrd="0" presId="urn:microsoft.com/office/officeart/2005/8/layout/vList4"/>
    <dgm:cxn modelId="{B5F31589-64A3-43F0-B370-C9ABF06F440A}" type="presParOf" srcId="{FAFBB9CF-E188-4549-B3E3-E43FFF673610}" destId="{E9C6D7DD-CB5B-47BB-A161-514803A8EB15}" srcOrd="1" destOrd="0" presId="urn:microsoft.com/office/officeart/2005/8/layout/vList4"/>
    <dgm:cxn modelId="{18EF27E5-8400-40F2-8551-F0FF54CE8C59}" type="presParOf" srcId="{FAFBB9CF-E188-4549-B3E3-E43FFF673610}" destId="{946C1ECC-0531-4C7F-9F8D-A254B6456540}" srcOrd="2" destOrd="0" presId="urn:microsoft.com/office/officeart/2005/8/layout/vList4"/>
    <dgm:cxn modelId="{006577E6-3CDE-495B-A0DB-4107C39F5515}" type="presParOf" srcId="{27E45F1B-C069-414F-8602-31C8D7A0CDF8}" destId="{5A64B7C6-09AB-4B7B-92E0-0471DD7CA23E}" srcOrd="1" destOrd="0" presId="urn:microsoft.com/office/officeart/2005/8/layout/vList4"/>
    <dgm:cxn modelId="{09C6C8FE-1C13-42EC-B30C-8CC5446E0E8B}" type="presParOf" srcId="{27E45F1B-C069-414F-8602-31C8D7A0CDF8}" destId="{8102E685-496A-4406-B197-9FD4E340B2AB}" srcOrd="2" destOrd="0" presId="urn:microsoft.com/office/officeart/2005/8/layout/vList4"/>
    <dgm:cxn modelId="{BC7CB224-A730-4376-949D-82BEDD88FEDE}" type="presParOf" srcId="{8102E685-496A-4406-B197-9FD4E340B2AB}" destId="{E27CE5E2-719D-4BCD-B83E-D7982433FAB2}" srcOrd="0" destOrd="0" presId="urn:microsoft.com/office/officeart/2005/8/layout/vList4"/>
    <dgm:cxn modelId="{7071BA97-CE7D-434B-9207-AF42C95DCFE9}" type="presParOf" srcId="{8102E685-496A-4406-B197-9FD4E340B2AB}" destId="{9858C34F-4C31-4A3B-86BF-0A390B7F6175}" srcOrd="1" destOrd="0" presId="urn:microsoft.com/office/officeart/2005/8/layout/vList4"/>
    <dgm:cxn modelId="{85FF000F-3DC4-44AE-B6C0-B84374DAB384}" type="presParOf" srcId="{8102E685-496A-4406-B197-9FD4E340B2AB}" destId="{AC2ED457-3711-469F-BE0D-65CDF994ED40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A29AE7-3326-42BB-A73E-64C09CD1B9EA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8D7A91-239A-4A7D-B012-F49AE52C33E9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3600" dirty="0" smtClean="0">
              <a:latin typeface="Times New Roman" pitchFamily="18" charset="0"/>
              <a:cs typeface="Times New Roman" pitchFamily="18" charset="0"/>
            </a:rPr>
            <a:t>                        HI 96728C</a:t>
          </a:r>
          <a:endParaRPr lang="en-US" sz="3600" dirty="0">
            <a:latin typeface="Times New Roman" pitchFamily="18" charset="0"/>
            <a:cs typeface="Times New Roman" pitchFamily="18" charset="0"/>
          </a:endParaRPr>
        </a:p>
      </dgm:t>
    </dgm:pt>
    <dgm:pt modelId="{6CE8BE3B-F893-4D1F-B479-147E5FB4F5B7}" type="parTrans" cxnId="{82353870-8228-4823-A1A2-72C53286BD27}">
      <dgm:prSet/>
      <dgm:spPr/>
      <dgm:t>
        <a:bodyPr/>
        <a:lstStyle/>
        <a:p>
          <a:endParaRPr lang="en-US"/>
        </a:p>
      </dgm:t>
    </dgm:pt>
    <dgm:pt modelId="{AB876F29-33A5-4B39-B703-BFAA808B55BD}" type="sibTrans" cxnId="{82353870-8228-4823-A1A2-72C53286BD27}">
      <dgm:prSet/>
      <dgm:spPr/>
      <dgm:t>
        <a:bodyPr/>
        <a:lstStyle/>
        <a:p>
          <a:endParaRPr lang="en-US"/>
        </a:p>
      </dgm:t>
    </dgm:pt>
    <dgm:pt modelId="{C7969A63-9CD9-4416-9868-F6811EDA9A1A}">
      <dgm:prSet phldrT="[Text]" custT="1"/>
      <dgm:spPr/>
      <dgm:t>
        <a:bodyPr/>
        <a:lstStyle/>
        <a:p>
          <a:r>
            <a:rPr lang="en-US" sz="3600" dirty="0" smtClean="0">
              <a:latin typeface="Times New Roman" pitchFamily="18" charset="0"/>
              <a:cs typeface="Times New Roman" pitchFamily="18" charset="0"/>
            </a:rPr>
            <a:t>                        HI </a:t>
          </a:r>
          <a:r>
            <a:rPr lang="en-US" sz="4000" dirty="0" smtClean="0">
              <a:latin typeface="Times New Roman" pitchFamily="18" charset="0"/>
              <a:cs typeface="Times New Roman" pitchFamily="18" charset="0"/>
            </a:rPr>
            <a:t>93728</a:t>
          </a:r>
          <a:endParaRPr lang="en-US" sz="4000" dirty="0">
            <a:latin typeface="Times New Roman" pitchFamily="18" charset="0"/>
            <a:cs typeface="Times New Roman" pitchFamily="18" charset="0"/>
          </a:endParaRPr>
        </a:p>
      </dgm:t>
    </dgm:pt>
    <dgm:pt modelId="{4B81FC3A-0C1F-4365-AA56-DD0ED1A68DB2}" type="parTrans" cxnId="{AAD49BCC-F3D2-4675-A3B9-7F2FFB905D5A}">
      <dgm:prSet/>
      <dgm:spPr/>
      <dgm:t>
        <a:bodyPr/>
        <a:lstStyle/>
        <a:p>
          <a:endParaRPr lang="en-US"/>
        </a:p>
      </dgm:t>
    </dgm:pt>
    <dgm:pt modelId="{D2D1B4B9-5C17-4B08-85EC-00D0DDF562E1}" type="sibTrans" cxnId="{AAD49BCC-F3D2-4675-A3B9-7F2FFB905D5A}">
      <dgm:prSet/>
      <dgm:spPr/>
      <dgm:t>
        <a:bodyPr/>
        <a:lstStyle/>
        <a:p>
          <a:endParaRPr lang="en-US"/>
        </a:p>
      </dgm:t>
    </dgm:pt>
    <dgm:pt modelId="{CA4F6216-2C8D-4F66-8A93-B7152CF21905}">
      <dgm:prSet custT="1"/>
      <dgm:spPr>
        <a:solidFill>
          <a:srgbClr val="92D050"/>
        </a:solidFill>
      </dgm:spPr>
      <dgm:t>
        <a:bodyPr/>
        <a:lstStyle/>
        <a:p>
          <a:r>
            <a:rPr lang="en-US" sz="4500" dirty="0" smtClean="0">
              <a:latin typeface="Times New Roman" pitchFamily="18" charset="0"/>
              <a:cs typeface="Times New Roman" pitchFamily="18" charset="0"/>
            </a:rPr>
            <a:t>                   </a:t>
          </a:r>
          <a:r>
            <a:rPr lang="en-US" sz="3600" dirty="0" smtClean="0">
              <a:latin typeface="Times New Roman" pitchFamily="18" charset="0"/>
              <a:cs typeface="Times New Roman" pitchFamily="18" charset="0"/>
            </a:rPr>
            <a:t>HI 93828</a:t>
          </a:r>
          <a:endParaRPr lang="en-US" sz="3600" dirty="0"/>
        </a:p>
      </dgm:t>
    </dgm:pt>
    <dgm:pt modelId="{E2ABA6BB-3CD7-4F1A-A752-7DF71885D7DB}" type="parTrans" cxnId="{31E89F22-F1D9-4EBF-8ED5-55C79D1F3577}">
      <dgm:prSet/>
      <dgm:spPr/>
      <dgm:t>
        <a:bodyPr/>
        <a:lstStyle/>
        <a:p>
          <a:endParaRPr lang="en-US"/>
        </a:p>
      </dgm:t>
    </dgm:pt>
    <dgm:pt modelId="{32174676-4BEF-4664-A165-719E648BDA72}" type="sibTrans" cxnId="{31E89F22-F1D9-4EBF-8ED5-55C79D1F3577}">
      <dgm:prSet/>
      <dgm:spPr/>
      <dgm:t>
        <a:bodyPr/>
        <a:lstStyle/>
        <a:p>
          <a:endParaRPr lang="en-US"/>
        </a:p>
      </dgm:t>
    </dgm:pt>
    <dgm:pt modelId="{7E01A2E2-1F16-4464-B53A-F569600ED2F7}" type="pres">
      <dgm:prSet presAssocID="{E8A29AE7-3326-42BB-A73E-64C09CD1B9EA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08AA66-79A1-4086-B1F0-198917FCD849}" type="pres">
      <dgm:prSet presAssocID="{9B8D7A91-239A-4A7D-B012-F49AE52C33E9}" presName="comp" presStyleCnt="0"/>
      <dgm:spPr/>
    </dgm:pt>
    <dgm:pt modelId="{7EF99B2E-2335-45B8-A30E-74D488DE8E71}" type="pres">
      <dgm:prSet presAssocID="{9B8D7A91-239A-4A7D-B012-F49AE52C33E9}" presName="box" presStyleLbl="node1" presStyleIdx="0" presStyleCnt="3" custLinFactNeighborX="-2528" custLinFactNeighborY="3284"/>
      <dgm:spPr/>
      <dgm:t>
        <a:bodyPr/>
        <a:lstStyle/>
        <a:p>
          <a:endParaRPr lang="en-US"/>
        </a:p>
      </dgm:t>
    </dgm:pt>
    <dgm:pt modelId="{013EA368-090D-4F5A-885C-CF27193036E4}" type="pres">
      <dgm:prSet presAssocID="{9B8D7A91-239A-4A7D-B012-F49AE52C33E9}" presName="img" presStyleLbl="fgImgPlace1" presStyleIdx="0" presStyleCnt="3" custScaleX="202041" custLinFactNeighborX="88928" custLinFactNeighborY="740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1D2FE6D4-B004-41B3-B09B-0D5329A793C3}" type="pres">
      <dgm:prSet presAssocID="{9B8D7A91-239A-4A7D-B012-F49AE52C33E9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32EACF-79F8-4A23-A442-A17E8866D1F8}" type="pres">
      <dgm:prSet presAssocID="{AB876F29-33A5-4B39-B703-BFAA808B55BD}" presName="spacer" presStyleCnt="0"/>
      <dgm:spPr/>
    </dgm:pt>
    <dgm:pt modelId="{6E1D7AAC-9BF4-4EF1-A1D5-ABE3459B6A77}" type="pres">
      <dgm:prSet presAssocID="{CA4F6216-2C8D-4F66-8A93-B7152CF21905}" presName="comp" presStyleCnt="0"/>
      <dgm:spPr/>
    </dgm:pt>
    <dgm:pt modelId="{0D898A37-F11C-4164-98DA-1BD02553A3AE}" type="pres">
      <dgm:prSet presAssocID="{CA4F6216-2C8D-4F66-8A93-B7152CF21905}" presName="box" presStyleLbl="node1" presStyleIdx="1" presStyleCnt="3" custLinFactNeighborX="-2520" custLinFactNeighborY="1583"/>
      <dgm:spPr/>
      <dgm:t>
        <a:bodyPr/>
        <a:lstStyle/>
        <a:p>
          <a:endParaRPr lang="en-US"/>
        </a:p>
      </dgm:t>
    </dgm:pt>
    <dgm:pt modelId="{3A1CCB05-3718-49C2-9431-A3A3FBDE59FD}" type="pres">
      <dgm:prSet presAssocID="{CA4F6216-2C8D-4F66-8A93-B7152CF21905}" presName="img" presStyleLbl="fgImgPlace1" presStyleIdx="1" presStyleCnt="3" custScaleX="191838" custLinFactNeighborX="89130" custLinFactNeighborY="-4457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3B12F05D-4A69-4612-85DB-6993DA6CE8C3}" type="pres">
      <dgm:prSet presAssocID="{CA4F6216-2C8D-4F66-8A93-B7152CF21905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122771-5A14-41C3-931A-1AB8675393E0}" type="pres">
      <dgm:prSet presAssocID="{32174676-4BEF-4664-A165-719E648BDA72}" presName="spacer" presStyleCnt="0"/>
      <dgm:spPr/>
    </dgm:pt>
    <dgm:pt modelId="{E27BB8E0-CCE2-4E68-85E5-CF9597BB8D72}" type="pres">
      <dgm:prSet presAssocID="{C7969A63-9CD9-4416-9868-F6811EDA9A1A}" presName="comp" presStyleCnt="0"/>
      <dgm:spPr/>
    </dgm:pt>
    <dgm:pt modelId="{4978E7B7-6C14-446A-811A-8A7F732DAE7F}" type="pres">
      <dgm:prSet presAssocID="{C7969A63-9CD9-4416-9868-F6811EDA9A1A}" presName="box" presStyleLbl="node1" presStyleIdx="2" presStyleCnt="3" custLinFactNeighborX="-2724" custLinFactNeighborY="3166"/>
      <dgm:spPr/>
      <dgm:t>
        <a:bodyPr/>
        <a:lstStyle/>
        <a:p>
          <a:endParaRPr lang="en-US"/>
        </a:p>
      </dgm:t>
    </dgm:pt>
    <dgm:pt modelId="{897540DF-B46E-403E-AD4E-A0CC6A5ADEFF}" type="pres">
      <dgm:prSet presAssocID="{C7969A63-9CD9-4416-9868-F6811EDA9A1A}" presName="img" presStyleLbl="fgImgPlace1" presStyleIdx="2" presStyleCnt="3" custScaleX="195919" custLinFactNeighborX="81518" custLinFactNeighborY="-2215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2CA4D787-D990-49A5-887B-00A1F3F2D9EE}" type="pres">
      <dgm:prSet presAssocID="{C7969A63-9CD9-4416-9868-F6811EDA9A1A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7E9CC14-22DE-48DC-A9FD-B29480CDE709}" type="presOf" srcId="{9B8D7A91-239A-4A7D-B012-F49AE52C33E9}" destId="{7EF99B2E-2335-45B8-A30E-74D488DE8E71}" srcOrd="0" destOrd="0" presId="urn:microsoft.com/office/officeart/2005/8/layout/vList4"/>
    <dgm:cxn modelId="{45C67A87-2972-46BF-A9F4-1371A1785E6A}" type="presOf" srcId="{C7969A63-9CD9-4416-9868-F6811EDA9A1A}" destId="{4978E7B7-6C14-446A-811A-8A7F732DAE7F}" srcOrd="0" destOrd="0" presId="urn:microsoft.com/office/officeart/2005/8/layout/vList4"/>
    <dgm:cxn modelId="{31E89F22-F1D9-4EBF-8ED5-55C79D1F3577}" srcId="{E8A29AE7-3326-42BB-A73E-64C09CD1B9EA}" destId="{CA4F6216-2C8D-4F66-8A93-B7152CF21905}" srcOrd="1" destOrd="0" parTransId="{E2ABA6BB-3CD7-4F1A-A752-7DF71885D7DB}" sibTransId="{32174676-4BEF-4664-A165-719E648BDA72}"/>
    <dgm:cxn modelId="{82353870-8228-4823-A1A2-72C53286BD27}" srcId="{E8A29AE7-3326-42BB-A73E-64C09CD1B9EA}" destId="{9B8D7A91-239A-4A7D-B012-F49AE52C33E9}" srcOrd="0" destOrd="0" parTransId="{6CE8BE3B-F893-4D1F-B479-147E5FB4F5B7}" sibTransId="{AB876F29-33A5-4B39-B703-BFAA808B55BD}"/>
    <dgm:cxn modelId="{D7ADC91C-2D31-48C2-9387-C685DCE9DF0D}" type="presOf" srcId="{CA4F6216-2C8D-4F66-8A93-B7152CF21905}" destId="{0D898A37-F11C-4164-98DA-1BD02553A3AE}" srcOrd="0" destOrd="0" presId="urn:microsoft.com/office/officeart/2005/8/layout/vList4"/>
    <dgm:cxn modelId="{AB8F2AD7-0380-4621-8F85-3DF7CE08900D}" type="presOf" srcId="{C7969A63-9CD9-4416-9868-F6811EDA9A1A}" destId="{2CA4D787-D990-49A5-887B-00A1F3F2D9EE}" srcOrd="1" destOrd="0" presId="urn:microsoft.com/office/officeart/2005/8/layout/vList4"/>
    <dgm:cxn modelId="{7EFAD530-36F0-466D-B4D2-DEC9093C7726}" type="presOf" srcId="{9B8D7A91-239A-4A7D-B012-F49AE52C33E9}" destId="{1D2FE6D4-B004-41B3-B09B-0D5329A793C3}" srcOrd="1" destOrd="0" presId="urn:microsoft.com/office/officeart/2005/8/layout/vList4"/>
    <dgm:cxn modelId="{AAD49BCC-F3D2-4675-A3B9-7F2FFB905D5A}" srcId="{E8A29AE7-3326-42BB-A73E-64C09CD1B9EA}" destId="{C7969A63-9CD9-4416-9868-F6811EDA9A1A}" srcOrd="2" destOrd="0" parTransId="{4B81FC3A-0C1F-4365-AA56-DD0ED1A68DB2}" sibTransId="{D2D1B4B9-5C17-4B08-85EC-00D0DDF562E1}"/>
    <dgm:cxn modelId="{A964EA10-6484-4435-8F5E-DA5E014DE080}" type="presOf" srcId="{CA4F6216-2C8D-4F66-8A93-B7152CF21905}" destId="{3B12F05D-4A69-4612-85DB-6993DA6CE8C3}" srcOrd="1" destOrd="0" presId="urn:microsoft.com/office/officeart/2005/8/layout/vList4"/>
    <dgm:cxn modelId="{F0BE7566-7CD4-4458-876F-92CD59738A7C}" type="presOf" srcId="{E8A29AE7-3326-42BB-A73E-64C09CD1B9EA}" destId="{7E01A2E2-1F16-4464-B53A-F569600ED2F7}" srcOrd="0" destOrd="0" presId="urn:microsoft.com/office/officeart/2005/8/layout/vList4"/>
    <dgm:cxn modelId="{6815CB97-9132-4DB9-A21E-FD36FF7C0DAF}" type="presParOf" srcId="{7E01A2E2-1F16-4464-B53A-F569600ED2F7}" destId="{1308AA66-79A1-4086-B1F0-198917FCD849}" srcOrd="0" destOrd="0" presId="urn:microsoft.com/office/officeart/2005/8/layout/vList4"/>
    <dgm:cxn modelId="{04355268-543B-4CEA-B8A4-5C1555DDD873}" type="presParOf" srcId="{1308AA66-79A1-4086-B1F0-198917FCD849}" destId="{7EF99B2E-2335-45B8-A30E-74D488DE8E71}" srcOrd="0" destOrd="0" presId="urn:microsoft.com/office/officeart/2005/8/layout/vList4"/>
    <dgm:cxn modelId="{34A7B4DC-F195-43D9-ADBA-06667BA1223A}" type="presParOf" srcId="{1308AA66-79A1-4086-B1F0-198917FCD849}" destId="{013EA368-090D-4F5A-885C-CF27193036E4}" srcOrd="1" destOrd="0" presId="urn:microsoft.com/office/officeart/2005/8/layout/vList4"/>
    <dgm:cxn modelId="{30BB241A-BE6D-4CFC-B7BE-1DE488BE27F7}" type="presParOf" srcId="{1308AA66-79A1-4086-B1F0-198917FCD849}" destId="{1D2FE6D4-B004-41B3-B09B-0D5329A793C3}" srcOrd="2" destOrd="0" presId="urn:microsoft.com/office/officeart/2005/8/layout/vList4"/>
    <dgm:cxn modelId="{E4A575AE-0D35-471D-8E13-703CAAC2182B}" type="presParOf" srcId="{7E01A2E2-1F16-4464-B53A-F569600ED2F7}" destId="{E232EACF-79F8-4A23-A442-A17E8866D1F8}" srcOrd="1" destOrd="0" presId="urn:microsoft.com/office/officeart/2005/8/layout/vList4"/>
    <dgm:cxn modelId="{D8D5953B-4538-4A0F-A569-2B8C7C586A80}" type="presParOf" srcId="{7E01A2E2-1F16-4464-B53A-F569600ED2F7}" destId="{6E1D7AAC-9BF4-4EF1-A1D5-ABE3459B6A77}" srcOrd="2" destOrd="0" presId="urn:microsoft.com/office/officeart/2005/8/layout/vList4"/>
    <dgm:cxn modelId="{6C2635FD-3D29-4DD4-8BFA-52CA89741955}" type="presParOf" srcId="{6E1D7AAC-9BF4-4EF1-A1D5-ABE3459B6A77}" destId="{0D898A37-F11C-4164-98DA-1BD02553A3AE}" srcOrd="0" destOrd="0" presId="urn:microsoft.com/office/officeart/2005/8/layout/vList4"/>
    <dgm:cxn modelId="{63A29266-17E9-4D6E-BF28-51F409DE0A57}" type="presParOf" srcId="{6E1D7AAC-9BF4-4EF1-A1D5-ABE3459B6A77}" destId="{3A1CCB05-3718-49C2-9431-A3A3FBDE59FD}" srcOrd="1" destOrd="0" presId="urn:microsoft.com/office/officeart/2005/8/layout/vList4"/>
    <dgm:cxn modelId="{CAC96BF6-1467-4DFB-9842-40EE48866E90}" type="presParOf" srcId="{6E1D7AAC-9BF4-4EF1-A1D5-ABE3459B6A77}" destId="{3B12F05D-4A69-4612-85DB-6993DA6CE8C3}" srcOrd="2" destOrd="0" presId="urn:microsoft.com/office/officeart/2005/8/layout/vList4"/>
    <dgm:cxn modelId="{FBD02F32-F84B-4EAD-945B-6B980F77F0C8}" type="presParOf" srcId="{7E01A2E2-1F16-4464-B53A-F569600ED2F7}" destId="{C1122771-5A14-41C3-931A-1AB8675393E0}" srcOrd="3" destOrd="0" presId="urn:microsoft.com/office/officeart/2005/8/layout/vList4"/>
    <dgm:cxn modelId="{4B210D51-B4EC-4D2D-B8A1-25C3FD4EC865}" type="presParOf" srcId="{7E01A2E2-1F16-4464-B53A-F569600ED2F7}" destId="{E27BB8E0-CCE2-4E68-85E5-CF9597BB8D72}" srcOrd="4" destOrd="0" presId="urn:microsoft.com/office/officeart/2005/8/layout/vList4"/>
    <dgm:cxn modelId="{1BA06A86-D645-4274-8E1F-51036868EB95}" type="presParOf" srcId="{E27BB8E0-CCE2-4E68-85E5-CF9597BB8D72}" destId="{4978E7B7-6C14-446A-811A-8A7F732DAE7F}" srcOrd="0" destOrd="0" presId="urn:microsoft.com/office/officeart/2005/8/layout/vList4"/>
    <dgm:cxn modelId="{71EF554F-CC91-4361-B254-91BCB9346A75}" type="presParOf" srcId="{E27BB8E0-CCE2-4E68-85E5-CF9597BB8D72}" destId="{897540DF-B46E-403E-AD4E-A0CC6A5ADEFF}" srcOrd="1" destOrd="0" presId="urn:microsoft.com/office/officeart/2005/8/layout/vList4"/>
    <dgm:cxn modelId="{5718B84D-A35B-4566-BA9D-C0DDEAA08381}" type="presParOf" srcId="{E27BB8E0-CCE2-4E68-85E5-CF9597BB8D72}" destId="{2CA4D787-D990-49A5-887B-00A1F3F2D9E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447D1FE-88C8-489C-8ABA-3C7C365C0869}">
      <dsp:nvSpPr>
        <dsp:cNvPr id="0" name=""/>
        <dsp:cNvSpPr/>
      </dsp:nvSpPr>
      <dsp:spPr>
        <a:xfrm>
          <a:off x="462914" y="0"/>
          <a:ext cx="5246370" cy="4572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3398CE9-FF91-453F-B457-D78FCE2CE9C7}">
      <dsp:nvSpPr>
        <dsp:cNvPr id="0" name=""/>
        <dsp:cNvSpPr/>
      </dsp:nvSpPr>
      <dsp:spPr>
        <a:xfrm>
          <a:off x="2517" y="1371599"/>
          <a:ext cx="1974249" cy="1828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err="1" smtClean="0"/>
            <a:t>Hãng</a:t>
          </a:r>
          <a:endParaRPr lang="en-US" sz="3300" kern="1200" dirty="0"/>
        </a:p>
      </dsp:txBody>
      <dsp:txXfrm>
        <a:off x="2517" y="1371599"/>
        <a:ext cx="1974249" cy="1828800"/>
      </dsp:txXfrm>
    </dsp:sp>
    <dsp:sp modelId="{074C7CB1-36A9-4DCB-A91D-2095F6FF42B8}">
      <dsp:nvSpPr>
        <dsp:cNvPr id="0" name=""/>
        <dsp:cNvSpPr/>
      </dsp:nvSpPr>
      <dsp:spPr>
        <a:xfrm>
          <a:off x="2098975" y="1371599"/>
          <a:ext cx="1974249" cy="1828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err="1" smtClean="0"/>
            <a:t>Nguyên</a:t>
          </a:r>
          <a:r>
            <a:rPr lang="en-US" sz="3300" kern="1200" dirty="0" smtClean="0"/>
            <a:t> </a:t>
          </a:r>
          <a:r>
            <a:rPr lang="en-US" sz="3300" kern="1200" dirty="0" err="1" smtClean="0"/>
            <a:t>lý</a:t>
          </a:r>
          <a:endParaRPr lang="en-US" sz="3300" kern="1200" dirty="0"/>
        </a:p>
      </dsp:txBody>
      <dsp:txXfrm>
        <a:off x="2098975" y="1371599"/>
        <a:ext cx="1974249" cy="1828800"/>
      </dsp:txXfrm>
    </dsp:sp>
    <dsp:sp modelId="{FED67F7D-92A0-4587-8D18-2430C4706ADD}">
      <dsp:nvSpPr>
        <dsp:cNvPr id="0" name=""/>
        <dsp:cNvSpPr/>
      </dsp:nvSpPr>
      <dsp:spPr>
        <a:xfrm>
          <a:off x="4195433" y="1371599"/>
          <a:ext cx="1974249" cy="1828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err="1" smtClean="0"/>
            <a:t>Hiệu</a:t>
          </a:r>
          <a:r>
            <a:rPr lang="en-US" sz="3300" kern="1200" dirty="0" smtClean="0"/>
            <a:t> </a:t>
          </a:r>
          <a:r>
            <a:rPr lang="en-US" sz="3300" kern="1200" dirty="0" err="1" smtClean="0"/>
            <a:t>chuẩn</a:t>
          </a:r>
          <a:endParaRPr lang="en-US" sz="3300" kern="1200" dirty="0"/>
        </a:p>
      </dsp:txBody>
      <dsp:txXfrm>
        <a:off x="4195433" y="1371599"/>
        <a:ext cx="1974249" cy="182880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109D55-E1E5-4A83-859C-0B1D1C324545}">
      <dsp:nvSpPr>
        <dsp:cNvPr id="0" name=""/>
        <dsp:cNvSpPr/>
      </dsp:nvSpPr>
      <dsp:spPr>
        <a:xfrm>
          <a:off x="37733" y="0"/>
          <a:ext cx="7356556" cy="2320267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itchFamily="18" charset="0"/>
              <a:cs typeface="Times New Roman" pitchFamily="18" charset="0"/>
            </a:rPr>
            <a:t>                    NITRATAX sc</a:t>
          </a:r>
          <a:endParaRPr lang="en-US" sz="3600" kern="1200" dirty="0"/>
        </a:p>
      </dsp:txBody>
      <dsp:txXfrm>
        <a:off x="1737621" y="0"/>
        <a:ext cx="5656668" cy="2320267"/>
      </dsp:txXfrm>
    </dsp:sp>
    <dsp:sp modelId="{E9C6D7DD-CB5B-47BB-A161-514803A8EB15}">
      <dsp:nvSpPr>
        <dsp:cNvPr id="0" name=""/>
        <dsp:cNvSpPr/>
      </dsp:nvSpPr>
      <dsp:spPr>
        <a:xfrm>
          <a:off x="495303" y="304808"/>
          <a:ext cx="3358209" cy="185621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CE5E2-719D-4BCD-B83E-D7982433FAB2}">
      <dsp:nvSpPr>
        <dsp:cNvPr id="0" name=""/>
        <dsp:cNvSpPr/>
      </dsp:nvSpPr>
      <dsp:spPr>
        <a:xfrm>
          <a:off x="38125" y="2514590"/>
          <a:ext cx="7367683" cy="2320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>
              <a:latin typeface="Times New Roman" pitchFamily="18" charset="0"/>
              <a:cs typeface="Times New Roman" pitchFamily="18" charset="0"/>
            </a:rPr>
            <a:t>           </a:t>
          </a:r>
          <a:r>
            <a:rPr lang="en-US" sz="3600" kern="1200" dirty="0" smtClean="0">
              <a:latin typeface="Times New Roman" pitchFamily="18" charset="0"/>
              <a:cs typeface="Times New Roman" pitchFamily="18" charset="0"/>
            </a:rPr>
            <a:t>Sensor NO3D sc </a:t>
          </a:r>
          <a:endParaRPr lang="en-US" sz="3600" kern="1200" dirty="0"/>
        </a:p>
      </dsp:txBody>
      <dsp:txXfrm>
        <a:off x="1740584" y="2514590"/>
        <a:ext cx="5665224" cy="2320267"/>
      </dsp:txXfrm>
    </dsp:sp>
    <dsp:sp modelId="{9858C34F-4C31-4A3B-86BF-0A390B7F6175}">
      <dsp:nvSpPr>
        <dsp:cNvPr id="0" name=""/>
        <dsp:cNvSpPr/>
      </dsp:nvSpPr>
      <dsp:spPr>
        <a:xfrm>
          <a:off x="457200" y="2819403"/>
          <a:ext cx="3376430" cy="1856214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EF99B2E-2335-45B8-A30E-74D488DE8E71}">
      <dsp:nvSpPr>
        <dsp:cNvPr id="0" name=""/>
        <dsp:cNvSpPr/>
      </dsp:nvSpPr>
      <dsp:spPr>
        <a:xfrm>
          <a:off x="113686" y="51580"/>
          <a:ext cx="7467600" cy="1570672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itchFamily="18" charset="0"/>
              <a:cs typeface="Times New Roman" pitchFamily="18" charset="0"/>
            </a:rPr>
            <a:t>                        HI 96728C</a:t>
          </a:r>
          <a:endParaRPr lang="en-US" sz="3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764273" y="51580"/>
        <a:ext cx="5817012" cy="1570672"/>
      </dsp:txXfrm>
    </dsp:sp>
    <dsp:sp modelId="{013EA368-090D-4F5A-885C-CF27193036E4}">
      <dsp:nvSpPr>
        <dsp:cNvPr id="0" name=""/>
        <dsp:cNvSpPr/>
      </dsp:nvSpPr>
      <dsp:spPr>
        <a:xfrm>
          <a:off x="1025690" y="250088"/>
          <a:ext cx="3017522" cy="125653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98A37-F11C-4164-98DA-1BD02553A3AE}">
      <dsp:nvSpPr>
        <dsp:cNvPr id="0" name=""/>
        <dsp:cNvSpPr/>
      </dsp:nvSpPr>
      <dsp:spPr>
        <a:xfrm>
          <a:off x="76187" y="1752603"/>
          <a:ext cx="7467600" cy="1570672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 dirty="0" smtClean="0">
              <a:latin typeface="Times New Roman" pitchFamily="18" charset="0"/>
              <a:cs typeface="Times New Roman" pitchFamily="18" charset="0"/>
            </a:rPr>
            <a:t>                   </a:t>
          </a:r>
          <a:r>
            <a:rPr lang="en-US" sz="3600" kern="1200" dirty="0" smtClean="0">
              <a:latin typeface="Times New Roman" pitchFamily="18" charset="0"/>
              <a:cs typeface="Times New Roman" pitchFamily="18" charset="0"/>
            </a:rPr>
            <a:t>HI 93828</a:t>
          </a:r>
          <a:endParaRPr lang="en-US" sz="3600" kern="1200" dirty="0"/>
        </a:p>
      </dsp:txBody>
      <dsp:txXfrm>
        <a:off x="1726774" y="1752603"/>
        <a:ext cx="5817012" cy="1570672"/>
      </dsp:txXfrm>
    </dsp:sp>
    <dsp:sp modelId="{3A1CCB05-3718-49C2-9431-A3A3FBDE59FD}">
      <dsp:nvSpPr>
        <dsp:cNvPr id="0" name=""/>
        <dsp:cNvSpPr/>
      </dsp:nvSpPr>
      <dsp:spPr>
        <a:xfrm>
          <a:off x="1066803" y="1828803"/>
          <a:ext cx="2865138" cy="125653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78E7B7-6C14-446A-811A-8A7F732DAE7F}">
      <dsp:nvSpPr>
        <dsp:cNvPr id="0" name=""/>
        <dsp:cNvSpPr/>
      </dsp:nvSpPr>
      <dsp:spPr>
        <a:xfrm>
          <a:off x="76191" y="3455479"/>
          <a:ext cx="7467600" cy="15706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itchFamily="18" charset="0"/>
              <a:cs typeface="Times New Roman" pitchFamily="18" charset="0"/>
            </a:rPr>
            <a:t>                        HI </a:t>
          </a:r>
          <a:r>
            <a:rPr lang="en-US" sz="4000" kern="1200" dirty="0" smtClean="0">
              <a:latin typeface="Times New Roman" pitchFamily="18" charset="0"/>
              <a:cs typeface="Times New Roman" pitchFamily="18" charset="0"/>
            </a:rPr>
            <a:t>93728</a:t>
          </a:r>
          <a:endParaRPr lang="en-US" sz="4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726778" y="3455479"/>
        <a:ext cx="5817012" cy="1570672"/>
      </dsp:txXfrm>
    </dsp:sp>
    <dsp:sp modelId="{897540DF-B46E-403E-AD4E-A0CC6A5ADEFF}">
      <dsp:nvSpPr>
        <dsp:cNvPr id="0" name=""/>
        <dsp:cNvSpPr/>
      </dsp:nvSpPr>
      <dsp:spPr>
        <a:xfrm>
          <a:off x="937878" y="3584714"/>
          <a:ext cx="2926089" cy="1256538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EA010-849D-46DA-AEE2-8006790D5584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F83C3-ED35-4C42-A2D9-B22AFD71C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F83C3-ED35-4C42-A2D9-B22AFD71CFA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F83C3-ED35-4C42-A2D9-B22AFD71CFA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6017C52-B6A5-4C33-A281-14AA572CBD2A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AA7AC9C-E10B-4808-B151-4E402BA7EC9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743200"/>
            <a:ext cx="6172200" cy="914400"/>
          </a:xfrm>
          <a:noFill/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THIẾT BỊ ĐO NO</a:t>
            </a:r>
            <a:r>
              <a:rPr lang="en-US" sz="4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-</a:t>
            </a:r>
            <a:endParaRPr 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1600200"/>
            <a:ext cx="6172200" cy="1524000"/>
          </a:xfrm>
        </p:spPr>
        <p:txBody>
          <a:bodyPr>
            <a:normAutofit/>
          </a:bodyPr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381000"/>
            <a:ext cx="6172200" cy="99060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NỘI DUNG</a:t>
            </a:r>
            <a:endParaRPr lang="en-US" sz="3600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2286000" y="1600200"/>
          <a:ext cx="6172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685800"/>
            <a:ext cx="7467600" cy="4873752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838200" y="1371600"/>
            <a:ext cx="1905000" cy="419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 smtClean="0"/>
              <a:t>Hãng</a:t>
            </a:r>
            <a:r>
              <a:rPr lang="en-US" sz="4400" dirty="0" smtClean="0"/>
              <a:t> </a:t>
            </a:r>
            <a:r>
              <a:rPr lang="en-US" sz="4400" dirty="0" err="1" smtClean="0"/>
              <a:t>sản</a:t>
            </a:r>
            <a:r>
              <a:rPr lang="en-US" sz="4400" dirty="0" smtClean="0"/>
              <a:t> </a:t>
            </a:r>
            <a:r>
              <a:rPr lang="en-US" sz="4400" dirty="0" err="1" smtClean="0"/>
              <a:t>xuất</a:t>
            </a:r>
            <a:endParaRPr lang="en-US" sz="4400" dirty="0"/>
          </a:p>
        </p:txBody>
      </p:sp>
      <p:sp>
        <p:nvSpPr>
          <p:cNvPr id="5" name="Rounded Rectangle 4"/>
          <p:cNvSpPr/>
          <p:nvPr/>
        </p:nvSpPr>
        <p:spPr>
          <a:xfrm>
            <a:off x="4343400" y="1676400"/>
            <a:ext cx="2895600" cy="15240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HACH</a:t>
            </a:r>
            <a:endParaRPr lang="en-US" sz="3600" dirty="0"/>
          </a:p>
        </p:txBody>
      </p:sp>
      <p:sp>
        <p:nvSpPr>
          <p:cNvPr id="6" name="Rounded Rectangle 5"/>
          <p:cNvSpPr/>
          <p:nvPr/>
        </p:nvSpPr>
        <p:spPr>
          <a:xfrm>
            <a:off x="4419600" y="3810000"/>
            <a:ext cx="2895600" cy="1676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Hanna</a:t>
            </a:r>
            <a:endParaRPr lang="en-US" sz="40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667000" y="3505200"/>
            <a:ext cx="76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29000" y="2590800"/>
            <a:ext cx="0" cy="198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429000" y="25908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429000" y="4572000"/>
            <a:ext cx="990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04800"/>
            <a:ext cx="7467600" cy="1447800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 smtClean="0"/>
              <a:t>hach</a:t>
            </a:r>
            <a:endParaRPr lang="en-US" sz="4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609600" y="1676400"/>
          <a:ext cx="7467600" cy="4873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554162"/>
          </a:xfrm>
        </p:spPr>
        <p:txBody>
          <a:bodyPr>
            <a:normAutofit/>
          </a:bodyPr>
          <a:lstStyle/>
          <a:p>
            <a:pPr lvl="0" algn="ctr"/>
            <a:r>
              <a:rPr lang="en-US" sz="5300" dirty="0" err="1" smtClean="0">
                <a:latin typeface="Times New Roman" pitchFamily="18" charset="0"/>
                <a:cs typeface="Times New Roman" pitchFamily="18" charset="0"/>
              </a:rPr>
              <a:t>hanna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457200" y="1447800"/>
          <a:ext cx="7467600" cy="502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467600" cy="990600"/>
          </a:xfrm>
        </p:spPr>
        <p:txBody>
          <a:bodyPr>
            <a:normAutofit fontScale="90000"/>
          </a:bodyPr>
          <a:lstStyle/>
          <a:p>
            <a:pPr lvl="0" algn="ctr"/>
            <a:r>
              <a:rPr lang="en-US" sz="4400" dirty="0" err="1" smtClean="0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latin typeface="Times New Roman" pitchFamily="18" charset="0"/>
                <a:cs typeface="Times New Roman" pitchFamily="18" charset="0"/>
              </a:rPr>
              <a:t>tắc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7467600" cy="5178552"/>
          </a:xfrm>
        </p:spPr>
        <p:txBody>
          <a:bodyPr>
            <a:normAutofit/>
          </a:bodyPr>
          <a:lstStyle/>
          <a:p>
            <a:pPr lvl="1"/>
            <a:r>
              <a:rPr lang="vi-VN" sz="3200" dirty="0" smtClean="0">
                <a:latin typeface="+mj-lt"/>
              </a:rPr>
              <a:t>Thích ứng của phương pháp giảm cadmium.</a:t>
            </a:r>
            <a:endParaRPr lang="en-US" sz="3200" dirty="0" smtClean="0">
              <a:latin typeface="+mj-lt"/>
            </a:endParaRPr>
          </a:p>
          <a:p>
            <a:pPr lvl="1"/>
            <a:r>
              <a:rPr lang="en-US" sz="3200" dirty="0" err="1" smtClean="0">
                <a:latin typeface="+mj-lt"/>
                <a:cs typeface="Times New Roman" pitchFamily="18" charset="0"/>
              </a:rPr>
              <a:t>Hấp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thụ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tia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UV,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không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sử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dụng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thuốc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thử</a:t>
            </a:r>
            <a:r>
              <a:rPr lang="en-US" sz="3200" dirty="0" smtClean="0">
                <a:latin typeface="+mj-lt"/>
                <a:cs typeface="Times New Roman" pitchFamily="18" charset="0"/>
              </a:rPr>
              <a:t>.</a:t>
            </a:r>
          </a:p>
          <a:p>
            <a:pPr lvl="1"/>
            <a:r>
              <a:rPr lang="en-US" sz="3200" dirty="0" smtClean="0">
                <a:latin typeface="+mj-lt"/>
                <a:cs typeface="Times New Roman" pitchFamily="18" charset="0"/>
              </a:rPr>
              <a:t>P</a:t>
            </a:r>
            <a:r>
              <a:rPr lang="vi-VN" sz="3200" dirty="0" smtClean="0">
                <a:latin typeface="+mj-lt"/>
                <a:cs typeface="Times New Roman" pitchFamily="18" charset="0"/>
              </a:rPr>
              <a:t>hương pháp đo theo công nghệ ISE (chọn lọc ion)</a:t>
            </a:r>
            <a:r>
              <a:rPr lang="en-US" sz="3200" dirty="0" smtClean="0">
                <a:latin typeface="+mj-lt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Sử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+mj-lt"/>
                <a:cs typeface="Times New Roman" pitchFamily="18" charset="0"/>
              </a:rPr>
              <a:t>dụng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đ</a:t>
            </a:r>
            <a:r>
              <a:rPr lang="vi-VN" sz="3200" dirty="0" smtClean="0">
                <a:latin typeface="+mj-lt"/>
                <a:cs typeface="Times New Roman" pitchFamily="18" charset="0"/>
              </a:rPr>
              <a:t>iện cực chọn lọc ion nitrat và clorua, điện cực tham chiếu pH</a:t>
            </a:r>
            <a:r>
              <a:rPr lang="en-US" sz="3200" dirty="0" smtClean="0">
                <a:latin typeface="+mj-lt"/>
                <a:cs typeface="Times New Roman" pitchFamily="18" charset="0"/>
              </a:rPr>
              <a:t> Differential </a:t>
            </a:r>
            <a:r>
              <a:rPr lang="vi-VN" sz="3200" dirty="0" smtClean="0">
                <a:latin typeface="+mj-lt"/>
                <a:cs typeface="Times New Roman" pitchFamily="18" charset="0"/>
              </a:rPr>
              <a:t>và cảm biến nhiệt độ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vi-VN" sz="3200" dirty="0" smtClean="0"/>
              <a:t>	</a:t>
            </a:r>
          </a:p>
          <a:p>
            <a:pPr lvl="1"/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381000"/>
            <a:ext cx="7467600" cy="12954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 smtClean="0"/>
              <a:t>phương</a:t>
            </a:r>
            <a:r>
              <a:rPr lang="en-US" sz="3600" dirty="0" smtClean="0"/>
              <a:t> </a:t>
            </a:r>
            <a:r>
              <a:rPr lang="en-US" sz="3600" dirty="0" err="1" smtClean="0"/>
              <a:t>pháp</a:t>
            </a:r>
            <a:r>
              <a:rPr lang="en-US" sz="3600" dirty="0" smtClean="0"/>
              <a:t> </a:t>
            </a:r>
            <a:r>
              <a:rPr lang="en-US" sz="3600" dirty="0" err="1" smtClean="0"/>
              <a:t>hiệu</a:t>
            </a:r>
            <a:r>
              <a:rPr lang="en-US" sz="3600" dirty="0" smtClean="0"/>
              <a:t> </a:t>
            </a:r>
            <a:r>
              <a:rPr lang="en-US" sz="3600" dirty="0" err="1" smtClean="0"/>
              <a:t>chuẩn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914400"/>
            <a:ext cx="7467600" cy="4873752"/>
          </a:xfrm>
        </p:spPr>
        <p:txBody>
          <a:bodyPr>
            <a:no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nghệ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CARTRICAL </a:t>
            </a:r>
            <a:r>
              <a:rPr lang="vi-VN" sz="3200" dirty="0" smtClean="0">
                <a:latin typeface="Times New Roman" pitchFamily="18" charset="0"/>
                <a:cs typeface="Times New Roman" pitchFamily="18" charset="0"/>
              </a:rPr>
              <a:t>plus : tự động nhập mã cho dữ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3200" dirty="0" smtClean="0">
                <a:latin typeface="Times New Roman" pitchFamily="18" charset="0"/>
                <a:cs typeface="Times New Roman" pitchFamily="18" charset="0"/>
              </a:rPr>
              <a:t>từ cartridge đến đầu đo bằng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3200" dirty="0" smtClean="0">
                <a:latin typeface="Times New Roman" pitchFamily="18" charset="0"/>
                <a:cs typeface="Times New Roman" pitchFamily="18" charset="0"/>
              </a:rPr>
              <a:t>công nghệ RFID; điều chỉnh 1 và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3200" dirty="0" smtClean="0">
                <a:latin typeface="Times New Roman" pitchFamily="18" charset="0"/>
                <a:cs typeface="Times New Roman" pitchFamily="18" charset="0"/>
              </a:rPr>
              <a:t>2 điểm ma trận mẫu.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dịch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NO</a:t>
            </a:r>
            <a:r>
              <a:rPr lang="en-US" sz="3200" baseline="-25000" dirty="0" smtClean="0">
                <a:latin typeface="Times New Roman" pitchFamily="18" charset="0"/>
                <a:cs typeface="Times New Roman" pitchFamily="18" charset="0"/>
              </a:rPr>
              <a:t>3-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phòng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thí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nghiệm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cuvet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chuẩn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406</TotalTime>
  <Words>164</Words>
  <Application>Microsoft Office PowerPoint</Application>
  <PresentationFormat>On-screen Show (4:3)</PresentationFormat>
  <Paragraphs>31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Oriel</vt:lpstr>
      <vt:lpstr>THIẾT BỊ ĐO NO3-</vt:lpstr>
      <vt:lpstr>NỘI DUNG</vt:lpstr>
      <vt:lpstr>Slide 3</vt:lpstr>
      <vt:lpstr>hach</vt:lpstr>
      <vt:lpstr>hanna </vt:lpstr>
      <vt:lpstr>nguyên tắc hoạt động </vt:lpstr>
      <vt:lpstr>phương pháp hiệu chuẩn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BỊ ĐO NO3-</dc:title>
  <dc:creator>sony</dc:creator>
  <cp:lastModifiedBy>sony</cp:lastModifiedBy>
  <cp:revision>33</cp:revision>
  <dcterms:created xsi:type="dcterms:W3CDTF">2013-06-03T09:25:56Z</dcterms:created>
  <dcterms:modified xsi:type="dcterms:W3CDTF">2013-06-07T07:26:52Z</dcterms:modified>
</cp:coreProperties>
</file>