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CC00CC"/>
    <a:srgbClr val="00FFFF"/>
    <a:srgbClr val="99FF33"/>
    <a:srgbClr val="66FFFF"/>
    <a:srgbClr val="FFC000"/>
    <a:srgbClr val="FF6699"/>
    <a:srgbClr val="FF0066"/>
    <a:srgbClr val="FF0000"/>
    <a:srgbClr val="B17E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31" autoAdjust="0"/>
    <p:restoredTop sz="94660"/>
  </p:normalViewPr>
  <p:slideViewPr>
    <p:cSldViewPr snapToGrid="0">
      <p:cViewPr>
        <p:scale>
          <a:sx n="50" d="100"/>
          <a:sy n="50" d="100"/>
        </p:scale>
        <p:origin x="1452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B6D89D-05E3-47CC-ADF8-9737F144F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12E688-970E-4553-AE3F-5740E20450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7A3FBAC-3812-4B0A-BAB0-EBB276BC4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5FF33-E76D-4F85-94B3-BAB32FC46BE4}" type="datetimeFigureOut">
              <a:rPr lang="fr-FR" smtClean="0"/>
              <a:t>26/02/2021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9586BCD-4537-4D7A-B26F-E461DD769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5D8D3DA-CE8D-4604-B4A0-7D5D7A68D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0E40B-4C63-4427-8F0F-081D9B27A1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9650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015C10-80DC-4E42-9DB1-EB5F35146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28CE6B-8A05-4833-A19F-5B4726513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57C193F-EB6C-48A9-8147-E28AF7EC8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5FF33-E76D-4F85-94B3-BAB32FC46BE4}" type="datetimeFigureOut">
              <a:rPr lang="fr-FR" smtClean="0"/>
              <a:t>26/02/2021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857C655-D7E6-4732-AAC6-853D9B3A2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A919DE-3DF9-4BC9-86A4-6F33CDA9B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0E40B-4C63-4427-8F0F-081D9B27A1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1317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4C28C0-3408-401C-92C2-71EF126EA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7701AF7-D3FC-40EB-9F57-90DF39633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F1FBD47-3CEC-4F8E-8440-38787F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5FF33-E76D-4F85-94B3-BAB32FC46BE4}" type="datetimeFigureOut">
              <a:rPr lang="fr-FR" smtClean="0"/>
              <a:t>26/02/2021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CD86090-F35E-4410-B271-BB5E89893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42B5DF2-700D-402C-9BE0-4DAB83189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0E40B-4C63-4427-8F0F-081D9B27A1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8575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F5CFB3-860B-474A-8AD8-3BBA08CFF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D0D625-A0F7-4938-B321-4D706E598B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2D71527-2EDC-45FB-AB76-31E5C5D927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2D0C6D5-935E-47C8-96C4-EC4262090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5FF33-E76D-4F85-94B3-BAB32FC46BE4}" type="datetimeFigureOut">
              <a:rPr lang="fr-FR" smtClean="0"/>
              <a:t>26/02/2021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7243B7B-03C4-43EC-8F1C-BCF322712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CC6A40F-E60C-4DD7-9B70-C472280B5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0E40B-4C63-4427-8F0F-081D9B27A1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6716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0CC855-AC94-4820-A16A-D2DFEB6BB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DB7E0BD-842B-4865-9731-878704168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85244B7-19B1-4E00-88A2-8E2D566476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BD0C629-1746-4AA3-97FC-43BBED77CF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D4AC65B-76E9-490B-9D51-E94CBF4D7A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3A547A0-42E7-4420-9775-CA862ABF4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5FF33-E76D-4F85-94B3-BAB32FC46BE4}" type="datetimeFigureOut">
              <a:rPr lang="fr-FR" smtClean="0"/>
              <a:t>26/02/2021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675007C-A77E-4E67-93D6-AD1CA2BED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A5A9813-D69E-4DB3-9360-01D57DAA8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0E40B-4C63-4427-8F0F-081D9B27A1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320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C5D133-5305-4C90-9330-AE4D506C9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9FAD5DB-35E5-4723-AF7C-5177B750C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5FF33-E76D-4F85-94B3-BAB32FC46BE4}" type="datetimeFigureOut">
              <a:rPr lang="fr-FR" smtClean="0"/>
              <a:t>26/02/2021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628B057-9DC9-4C4E-A6A9-EC00A5690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B6F45D3-B31D-4714-8913-E8BA2B24D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0E40B-4C63-4427-8F0F-081D9B27A1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8736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1EE576B-C5DD-47E2-A1AA-DFC45B31D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5FF33-E76D-4F85-94B3-BAB32FC46BE4}" type="datetimeFigureOut">
              <a:rPr lang="fr-FR" smtClean="0"/>
              <a:t>26/02/2021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DF76630-1DBE-4591-8206-C0699CE0F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B383B10-8B02-4FB2-817C-F1EA7E155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0E40B-4C63-4427-8F0F-081D9B27A1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6943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B782A9-6300-4466-9001-C09EC1A8B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61C80F-018E-4015-B395-916A0C841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EA99A21-6702-45CC-861D-45C0DB9B8E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AC332D1-490D-4D98-969A-48D49706C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5FF33-E76D-4F85-94B3-BAB32FC46BE4}" type="datetimeFigureOut">
              <a:rPr lang="fr-FR" smtClean="0"/>
              <a:t>26/02/2021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5A7D3ED-622C-40F4-AF40-2E9866027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9E3B307-34E0-4C2E-A344-11DC76077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0E40B-4C63-4427-8F0F-081D9B27A1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2119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A3B51D-EF6E-4B45-AD5D-26CC680AB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8CE6570-3719-483C-9CC2-F21CC1137C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6D70362-F968-4570-8B5D-FE76C4F7D4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AE8D85B-3AD0-4D31-90E5-EBF6D5E41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5FF33-E76D-4F85-94B3-BAB32FC46BE4}" type="datetimeFigureOut">
              <a:rPr lang="fr-FR" smtClean="0"/>
              <a:t>26/02/2021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DCFAD76-4553-4B8D-B341-9C9F789E7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6BC9E7A-43D0-471A-815E-814865516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0E40B-4C63-4427-8F0F-081D9B27A1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0237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C522D8-FDC6-4FB9-8468-82AD63F59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45005BF-F968-439E-8BDA-8434BCCA00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32FE586-85D4-4E31-9BEE-E5DD38F0C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5FF33-E76D-4F85-94B3-BAB32FC46BE4}" type="datetimeFigureOut">
              <a:rPr lang="fr-FR" smtClean="0"/>
              <a:t>26/02/2021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937D411-6E2A-4445-8217-FB8427EC2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14F7FA5-DF47-4C58-8E58-FA31A6C9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0E40B-4C63-4427-8F0F-081D9B27A1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356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6CD462C-2919-4E1E-B65D-B29EF39625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370E3B4-1313-431D-9F2B-7E7428EA87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83D94F6-C095-46F2-ADF4-957FC2777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5FF33-E76D-4F85-94B3-BAB32FC46BE4}" type="datetimeFigureOut">
              <a:rPr lang="fr-FR" smtClean="0"/>
              <a:t>26/02/2021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950675-7A62-4113-BD45-655B1ECB2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2642F02-4930-4173-8E19-6E826D932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0E40B-4C63-4427-8F0F-081D9B27A1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8222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BD5E2BA-3C01-4EF6-A19E-EC8BC111E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FDA7701-FDF2-4C36-ADE8-9E2496AF96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93682E-39AB-4A8C-A866-C501068662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5FF33-E76D-4F85-94B3-BAB32FC46BE4}" type="datetimeFigureOut">
              <a:rPr lang="fr-FR" smtClean="0"/>
              <a:t>26/02/2021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EEDEAFC-E61E-4F96-989D-5CCAD550A7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9BA2EE5-D853-450B-87C4-D491AA2766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0E40B-4C63-4427-8F0F-081D9B27A1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537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2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5" Type="http://schemas.microsoft.com/office/2007/relationships/hdphoto" Target="../media/hdphoto3.wdp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1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e 20">
            <a:extLst>
              <a:ext uri="{FF2B5EF4-FFF2-40B4-BE49-F238E27FC236}">
                <a16:creationId xmlns:a16="http://schemas.microsoft.com/office/drawing/2014/main" id="{0637FEC3-C848-45E9-8D97-1F9D7A60D047}"/>
              </a:ext>
            </a:extLst>
          </p:cNvPr>
          <p:cNvGrpSpPr/>
          <p:nvPr/>
        </p:nvGrpSpPr>
        <p:grpSpPr>
          <a:xfrm>
            <a:off x="-3871249" y="-14705"/>
            <a:ext cx="18875718" cy="7428631"/>
            <a:chOff x="-3871249" y="-14705"/>
            <a:chExt cx="18875718" cy="7428631"/>
          </a:xfrm>
        </p:grpSpPr>
        <p:sp>
          <p:nvSpPr>
            <p:cNvPr id="67" name="Rectangle : coins arrondis 66">
              <a:extLst>
                <a:ext uri="{FF2B5EF4-FFF2-40B4-BE49-F238E27FC236}">
                  <a16:creationId xmlns:a16="http://schemas.microsoft.com/office/drawing/2014/main" id="{C6E6DF8C-A6D2-4B75-A00A-965DCD826241}"/>
                </a:ext>
              </a:extLst>
            </p:cNvPr>
            <p:cNvSpPr/>
            <p:nvPr/>
          </p:nvSpPr>
          <p:spPr>
            <a:xfrm>
              <a:off x="2469288" y="-14705"/>
              <a:ext cx="6173192" cy="7373388"/>
            </a:xfrm>
            <a:prstGeom prst="roundRect">
              <a:avLst>
                <a:gd name="adj" fmla="val 8804"/>
              </a:avLst>
            </a:prstGeom>
            <a:solidFill>
              <a:srgbClr val="FFF8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9" name="ZoneTexte 68">
              <a:extLst>
                <a:ext uri="{FF2B5EF4-FFF2-40B4-BE49-F238E27FC236}">
                  <a16:creationId xmlns:a16="http://schemas.microsoft.com/office/drawing/2014/main" id="{D3E45AEA-626D-41E6-B52F-339319177B9A}"/>
                </a:ext>
              </a:extLst>
            </p:cNvPr>
            <p:cNvSpPr txBox="1"/>
            <p:nvPr/>
          </p:nvSpPr>
          <p:spPr>
            <a:xfrm rot="19102470">
              <a:off x="3817111" y="1708146"/>
              <a:ext cx="2420856" cy="461665"/>
            </a:xfrm>
            <a:prstGeom prst="rect">
              <a:avLst/>
            </a:prstGeom>
            <a:solidFill>
              <a:schemeClr val="bg1">
                <a:lumMod val="65000"/>
                <a:alpha val="902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fr-FR" sz="2400" i="1" dirty="0" err="1">
                  <a:solidFill>
                    <a:schemeClr val="bg1"/>
                  </a:solidFill>
                  <a:latin typeface="Playfair Display" pitchFamily="2" charset="0"/>
                </a:rPr>
                <a:t>Lê</a:t>
              </a:r>
              <a:r>
                <a:rPr lang="fr-FR" sz="2400" i="1" dirty="0">
                  <a:solidFill>
                    <a:schemeClr val="bg1"/>
                  </a:solidFill>
                  <a:latin typeface="Playfair Display" pitchFamily="2" charset="0"/>
                </a:rPr>
                <a:t> </a:t>
              </a:r>
              <a:r>
                <a:rPr lang="fr-FR" sz="2400" i="1" dirty="0" err="1">
                  <a:solidFill>
                    <a:schemeClr val="bg1"/>
                  </a:solidFill>
                  <a:latin typeface="Playfair Display" pitchFamily="2" charset="0"/>
                </a:rPr>
                <a:t>Ngọc</a:t>
              </a:r>
              <a:r>
                <a:rPr lang="fr-FR" sz="2400" i="1" dirty="0">
                  <a:solidFill>
                    <a:schemeClr val="bg1"/>
                  </a:solidFill>
                  <a:latin typeface="Playfair Display" pitchFamily="2" charset="0"/>
                </a:rPr>
                <a:t> </a:t>
              </a:r>
              <a:r>
                <a:rPr lang="fr-FR" sz="2400" i="1" dirty="0" err="1">
                  <a:solidFill>
                    <a:schemeClr val="bg1"/>
                  </a:solidFill>
                  <a:latin typeface="Playfair Display" pitchFamily="2" charset="0"/>
                </a:rPr>
                <a:t>Khả</a:t>
              </a:r>
              <a:r>
                <a:rPr lang="fr-FR" sz="2400" i="1" dirty="0">
                  <a:solidFill>
                    <a:schemeClr val="bg1"/>
                  </a:solidFill>
                  <a:latin typeface="Playfair Display" pitchFamily="2" charset="0"/>
                </a:rPr>
                <a:t> </a:t>
              </a:r>
              <a:r>
                <a:rPr lang="fr-FR" sz="2400" i="1" dirty="0" err="1">
                  <a:solidFill>
                    <a:schemeClr val="bg1"/>
                  </a:solidFill>
                  <a:latin typeface="Playfair Display" pitchFamily="2" charset="0"/>
                </a:rPr>
                <a:t>Nhi</a:t>
              </a:r>
              <a:endParaRPr lang="fr-FR" sz="2400" i="1" dirty="0">
                <a:solidFill>
                  <a:schemeClr val="bg1"/>
                </a:solidFill>
                <a:latin typeface="Playfair Display" pitchFamily="2" charset="0"/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54BC9C0E-8CC4-4AF5-B2C7-EC33375EF05C}"/>
                </a:ext>
              </a:extLst>
            </p:cNvPr>
            <p:cNvSpPr/>
            <p:nvPr/>
          </p:nvSpPr>
          <p:spPr>
            <a:xfrm>
              <a:off x="4711263" y="1455033"/>
              <a:ext cx="464024" cy="950198"/>
            </a:xfrm>
            <a:prstGeom prst="rect">
              <a:avLst/>
            </a:prstGeom>
            <a:solidFill>
              <a:srgbClr val="66FFFF">
                <a:alpha val="47451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83E024B3-B419-446B-8B4F-C1498D3822FA}"/>
                </a:ext>
              </a:extLst>
            </p:cNvPr>
            <p:cNvSpPr/>
            <p:nvPr/>
          </p:nvSpPr>
          <p:spPr>
            <a:xfrm>
              <a:off x="3706418" y="1447135"/>
              <a:ext cx="464024" cy="950198"/>
            </a:xfrm>
            <a:prstGeom prst="rect">
              <a:avLst/>
            </a:prstGeom>
            <a:solidFill>
              <a:srgbClr val="66FFFF">
                <a:alpha val="47451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D86B49E2-3A4E-404E-9010-E1663BA1F3DA}"/>
                </a:ext>
              </a:extLst>
            </p:cNvPr>
            <p:cNvSpPr/>
            <p:nvPr/>
          </p:nvSpPr>
          <p:spPr>
            <a:xfrm>
              <a:off x="4212498" y="1439905"/>
              <a:ext cx="464024" cy="950198"/>
            </a:xfrm>
            <a:prstGeom prst="rect">
              <a:avLst/>
            </a:prstGeom>
            <a:solidFill>
              <a:srgbClr val="FFC000">
                <a:alpha val="47451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1E5C4E51-C5D4-4197-84C8-FFDDD99B51BD}"/>
                </a:ext>
              </a:extLst>
            </p:cNvPr>
            <p:cNvSpPr/>
            <p:nvPr/>
          </p:nvSpPr>
          <p:spPr>
            <a:xfrm>
              <a:off x="2464041" y="4118838"/>
              <a:ext cx="6173192" cy="3225265"/>
            </a:xfrm>
            <a:prstGeom prst="rect">
              <a:avLst/>
            </a:prstGeom>
            <a:gradFill flip="none" rotWithShape="1">
              <a:gsLst>
                <a:gs pos="0">
                  <a:srgbClr val="00B050">
                    <a:alpha val="0"/>
                  </a:srgbClr>
                </a:gs>
                <a:gs pos="100000">
                  <a:srgbClr val="00B0F0">
                    <a:alpha val="27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2" name="Rectangle : coins arrondis 41">
              <a:extLst>
                <a:ext uri="{FF2B5EF4-FFF2-40B4-BE49-F238E27FC236}">
                  <a16:creationId xmlns:a16="http://schemas.microsoft.com/office/drawing/2014/main" id="{654789CA-EE6F-4DAA-BC60-FF6627C68956}"/>
                </a:ext>
              </a:extLst>
            </p:cNvPr>
            <p:cNvSpPr/>
            <p:nvPr/>
          </p:nvSpPr>
          <p:spPr>
            <a:xfrm>
              <a:off x="-3288707" y="40538"/>
              <a:ext cx="5601434" cy="7373388"/>
            </a:xfrm>
            <a:prstGeom prst="roundRect">
              <a:avLst>
                <a:gd name="adj" fmla="val 8804"/>
              </a:avLst>
            </a:prstGeom>
            <a:solidFill>
              <a:srgbClr val="FFF8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FB3C5392-DA7E-4F6F-BEDF-2CECCA1D1520}"/>
                </a:ext>
              </a:extLst>
            </p:cNvPr>
            <p:cNvSpPr/>
            <p:nvPr/>
          </p:nvSpPr>
          <p:spPr>
            <a:xfrm>
              <a:off x="-3295903" y="4148123"/>
              <a:ext cx="5608629" cy="3265803"/>
            </a:xfrm>
            <a:prstGeom prst="rect">
              <a:avLst/>
            </a:prstGeom>
            <a:gradFill flip="none" rotWithShape="1">
              <a:gsLst>
                <a:gs pos="0">
                  <a:srgbClr val="00B050">
                    <a:alpha val="0"/>
                  </a:srgbClr>
                </a:gs>
                <a:gs pos="100000">
                  <a:srgbClr val="00B0F0">
                    <a:alpha val="27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43" name="Groupe 42">
              <a:extLst>
                <a:ext uri="{FF2B5EF4-FFF2-40B4-BE49-F238E27FC236}">
                  <a16:creationId xmlns:a16="http://schemas.microsoft.com/office/drawing/2014/main" id="{8CD071D4-04F8-44A4-AF22-A620B0E3B22E}"/>
                </a:ext>
              </a:extLst>
            </p:cNvPr>
            <p:cNvGrpSpPr/>
            <p:nvPr/>
          </p:nvGrpSpPr>
          <p:grpSpPr>
            <a:xfrm>
              <a:off x="-2989794" y="230862"/>
              <a:ext cx="506437" cy="559882"/>
              <a:chOff x="7531837" y="2403752"/>
              <a:chExt cx="506437" cy="584775"/>
            </a:xfrm>
          </p:grpSpPr>
          <p:sp>
            <p:nvSpPr>
              <p:cNvPr id="32" name="Ellipse 31">
                <a:extLst>
                  <a:ext uri="{FF2B5EF4-FFF2-40B4-BE49-F238E27FC236}">
                    <a16:creationId xmlns:a16="http://schemas.microsoft.com/office/drawing/2014/main" id="{3016965C-4F19-4E57-A9AE-10E1B00864E1}"/>
                  </a:ext>
                </a:extLst>
              </p:cNvPr>
              <p:cNvSpPr/>
              <p:nvPr/>
            </p:nvSpPr>
            <p:spPr>
              <a:xfrm>
                <a:off x="7531837" y="2461917"/>
                <a:ext cx="506437" cy="526610"/>
              </a:xfrm>
              <a:prstGeom prst="ellipse">
                <a:avLst/>
              </a:prstGeom>
              <a:solidFill>
                <a:srgbClr val="FFCC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>
                  <a:latin typeface="Playfair Display" pitchFamily="2" charset="0"/>
                </a:endParaRPr>
              </a:p>
            </p:txBody>
          </p:sp>
          <p:sp>
            <p:nvSpPr>
              <p:cNvPr id="33" name="ZoneTexte 32">
                <a:extLst>
                  <a:ext uri="{FF2B5EF4-FFF2-40B4-BE49-F238E27FC236}">
                    <a16:creationId xmlns:a16="http://schemas.microsoft.com/office/drawing/2014/main" id="{7CA2BB78-4443-4D2D-B765-E68670BD9138}"/>
                  </a:ext>
                </a:extLst>
              </p:cNvPr>
              <p:cNvSpPr txBox="1"/>
              <p:nvPr/>
            </p:nvSpPr>
            <p:spPr>
              <a:xfrm>
                <a:off x="7621048" y="2403752"/>
                <a:ext cx="33695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3200" dirty="0">
                    <a:latin typeface="Playfair Display" pitchFamily="2" charset="0"/>
                  </a:rPr>
                  <a:t>1</a:t>
                </a:r>
              </a:p>
            </p:txBody>
          </p:sp>
        </p:grpSp>
        <p:sp>
          <p:nvSpPr>
            <p:cNvPr id="61" name="ZoneTexte 60">
              <a:extLst>
                <a:ext uri="{FF2B5EF4-FFF2-40B4-BE49-F238E27FC236}">
                  <a16:creationId xmlns:a16="http://schemas.microsoft.com/office/drawing/2014/main" id="{22CA9321-D9CD-4F21-962D-D530FAB7DCC2}"/>
                </a:ext>
              </a:extLst>
            </p:cNvPr>
            <p:cNvSpPr txBox="1"/>
            <p:nvPr/>
          </p:nvSpPr>
          <p:spPr>
            <a:xfrm rot="19102470">
              <a:off x="-3156524" y="5876189"/>
              <a:ext cx="2420856" cy="461665"/>
            </a:xfrm>
            <a:prstGeom prst="rect">
              <a:avLst/>
            </a:prstGeom>
            <a:solidFill>
              <a:schemeClr val="bg1">
                <a:lumMod val="65000"/>
                <a:alpha val="902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fr-FR" sz="2400" i="1" dirty="0" err="1">
                  <a:solidFill>
                    <a:schemeClr val="bg1"/>
                  </a:solidFill>
                  <a:latin typeface="Playfair Display" pitchFamily="2" charset="0"/>
                </a:rPr>
                <a:t>Lê</a:t>
              </a:r>
              <a:r>
                <a:rPr lang="fr-FR" sz="2400" i="1" dirty="0">
                  <a:solidFill>
                    <a:schemeClr val="bg1"/>
                  </a:solidFill>
                  <a:latin typeface="Playfair Display" pitchFamily="2" charset="0"/>
                </a:rPr>
                <a:t> </a:t>
              </a:r>
              <a:r>
                <a:rPr lang="fr-FR" sz="2400" i="1" dirty="0" err="1">
                  <a:solidFill>
                    <a:schemeClr val="bg1"/>
                  </a:solidFill>
                  <a:latin typeface="Playfair Display" pitchFamily="2" charset="0"/>
                </a:rPr>
                <a:t>Ngọc</a:t>
              </a:r>
              <a:r>
                <a:rPr lang="fr-FR" sz="2400" i="1" dirty="0">
                  <a:solidFill>
                    <a:schemeClr val="bg1"/>
                  </a:solidFill>
                  <a:latin typeface="Playfair Display" pitchFamily="2" charset="0"/>
                </a:rPr>
                <a:t> </a:t>
              </a:r>
              <a:r>
                <a:rPr lang="fr-FR" sz="2400" i="1" dirty="0" err="1">
                  <a:solidFill>
                    <a:schemeClr val="bg1"/>
                  </a:solidFill>
                  <a:latin typeface="Playfair Display" pitchFamily="2" charset="0"/>
                </a:rPr>
                <a:t>Khả</a:t>
              </a:r>
              <a:r>
                <a:rPr lang="fr-FR" sz="2400" i="1" dirty="0">
                  <a:solidFill>
                    <a:schemeClr val="bg1"/>
                  </a:solidFill>
                  <a:latin typeface="Playfair Display" pitchFamily="2" charset="0"/>
                </a:rPr>
                <a:t> </a:t>
              </a:r>
              <a:r>
                <a:rPr lang="fr-FR" sz="2400" i="1" dirty="0" err="1">
                  <a:solidFill>
                    <a:schemeClr val="bg1"/>
                  </a:solidFill>
                  <a:latin typeface="Playfair Display" pitchFamily="2" charset="0"/>
                </a:rPr>
                <a:t>Nhi</a:t>
              </a:r>
              <a:endParaRPr lang="fr-FR" sz="2400" i="1" dirty="0">
                <a:solidFill>
                  <a:schemeClr val="bg1"/>
                </a:solidFill>
                <a:latin typeface="Playfair Display" pitchFamily="2" charset="0"/>
              </a:endParaRPr>
            </a:p>
          </p:txBody>
        </p:sp>
        <p:pic>
          <p:nvPicPr>
            <p:cNvPr id="28" name="Image 27">
              <a:extLst>
                <a:ext uri="{FF2B5EF4-FFF2-40B4-BE49-F238E27FC236}">
                  <a16:creationId xmlns:a16="http://schemas.microsoft.com/office/drawing/2014/main" id="{6138451E-13E0-4EC9-9FDB-F081B513C8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-2430578" y="912633"/>
              <a:ext cx="2613712" cy="1177730"/>
            </a:xfrm>
            <a:prstGeom prst="rect">
              <a:avLst/>
            </a:prstGeom>
          </p:spPr>
        </p:pic>
        <p:sp>
          <p:nvSpPr>
            <p:cNvPr id="18" name="Rectangle : coins arrondis 17">
              <a:extLst>
                <a:ext uri="{FF2B5EF4-FFF2-40B4-BE49-F238E27FC236}">
                  <a16:creationId xmlns:a16="http://schemas.microsoft.com/office/drawing/2014/main" id="{955FCE52-70AB-4FD3-8490-B617A89726C2}"/>
                </a:ext>
              </a:extLst>
            </p:cNvPr>
            <p:cNvSpPr/>
            <p:nvPr/>
          </p:nvSpPr>
          <p:spPr>
            <a:xfrm>
              <a:off x="-1335824" y="3001096"/>
              <a:ext cx="1016000" cy="104334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1D4999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1" name="Image 10">
              <a:extLst>
                <a:ext uri="{FF2B5EF4-FFF2-40B4-BE49-F238E27FC236}">
                  <a16:creationId xmlns:a16="http://schemas.microsoft.com/office/drawing/2014/main" id="{F08F6959-2285-4128-A933-C407FBE9D6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7F7F7"/>
                </a:clrFrom>
                <a:clrTo>
                  <a:srgbClr val="F7F7F7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275190" y="4690929"/>
              <a:ext cx="1870782" cy="1805522"/>
            </a:xfrm>
            <a:prstGeom prst="rect">
              <a:avLst/>
            </a:prstGeom>
          </p:spPr>
        </p:pic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CFCC73BC-5FBD-4C03-929B-2050DE26E844}"/>
                </a:ext>
              </a:extLst>
            </p:cNvPr>
            <p:cNvSpPr/>
            <p:nvPr/>
          </p:nvSpPr>
          <p:spPr>
            <a:xfrm>
              <a:off x="-2273549" y="4635960"/>
              <a:ext cx="1846837" cy="1878649"/>
            </a:xfrm>
            <a:custGeom>
              <a:avLst/>
              <a:gdLst>
                <a:gd name="connsiteX0" fmla="*/ 1523452 w 1852748"/>
                <a:gd name="connsiteY0" fmla="*/ 50464 h 1925300"/>
                <a:gd name="connsiteX1" fmla="*/ 319120 w 1852748"/>
                <a:gd name="connsiteY1" fmla="*/ 585722 h 1925300"/>
                <a:gd name="connsiteX2" fmla="*/ 6886 w 1852748"/>
                <a:gd name="connsiteY2" fmla="*/ 1109829 h 1925300"/>
                <a:gd name="connsiteX3" fmla="*/ 140701 w 1852748"/>
                <a:gd name="connsiteY3" fmla="*/ 1622786 h 1925300"/>
                <a:gd name="connsiteX4" fmla="*/ 564447 w 1852748"/>
                <a:gd name="connsiteY4" fmla="*/ 1890415 h 1925300"/>
                <a:gd name="connsiteX5" fmla="*/ 1110857 w 1852748"/>
                <a:gd name="connsiteY5" fmla="*/ 1856961 h 1925300"/>
                <a:gd name="connsiteX6" fmla="*/ 1612662 w 1852748"/>
                <a:gd name="connsiteY6" fmla="*/ 1299400 h 1925300"/>
                <a:gd name="connsiteX7" fmla="*/ 1846837 w 1852748"/>
                <a:gd name="connsiteY7" fmla="*/ 396151 h 1925300"/>
                <a:gd name="connsiteX8" fmla="*/ 1757628 w 1852748"/>
                <a:gd name="connsiteY8" fmla="*/ 61615 h 1925300"/>
                <a:gd name="connsiteX9" fmla="*/ 1523452 w 1852748"/>
                <a:gd name="connsiteY9" fmla="*/ 50464 h 1925300"/>
                <a:gd name="connsiteX0" fmla="*/ 1523452 w 1846837"/>
                <a:gd name="connsiteY0" fmla="*/ 3813 h 1878649"/>
                <a:gd name="connsiteX1" fmla="*/ 319120 w 1846837"/>
                <a:gd name="connsiteY1" fmla="*/ 539071 h 1878649"/>
                <a:gd name="connsiteX2" fmla="*/ 6886 w 1846837"/>
                <a:gd name="connsiteY2" fmla="*/ 1063178 h 1878649"/>
                <a:gd name="connsiteX3" fmla="*/ 140701 w 1846837"/>
                <a:gd name="connsiteY3" fmla="*/ 1576135 h 1878649"/>
                <a:gd name="connsiteX4" fmla="*/ 564447 w 1846837"/>
                <a:gd name="connsiteY4" fmla="*/ 1843764 h 1878649"/>
                <a:gd name="connsiteX5" fmla="*/ 1110857 w 1846837"/>
                <a:gd name="connsiteY5" fmla="*/ 1810310 h 1878649"/>
                <a:gd name="connsiteX6" fmla="*/ 1612662 w 1846837"/>
                <a:gd name="connsiteY6" fmla="*/ 1252749 h 1878649"/>
                <a:gd name="connsiteX7" fmla="*/ 1846837 w 1846837"/>
                <a:gd name="connsiteY7" fmla="*/ 349500 h 1878649"/>
                <a:gd name="connsiteX8" fmla="*/ 1523452 w 1846837"/>
                <a:gd name="connsiteY8" fmla="*/ 3813 h 1878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46837" h="1878649">
                  <a:moveTo>
                    <a:pt x="1523452" y="3813"/>
                  </a:moveTo>
                  <a:cubicBezTo>
                    <a:pt x="1268833" y="35408"/>
                    <a:pt x="571881" y="362510"/>
                    <a:pt x="319120" y="539071"/>
                  </a:cubicBezTo>
                  <a:cubicBezTo>
                    <a:pt x="66359" y="715632"/>
                    <a:pt x="36623" y="890334"/>
                    <a:pt x="6886" y="1063178"/>
                  </a:cubicBezTo>
                  <a:cubicBezTo>
                    <a:pt x="-22851" y="1236022"/>
                    <a:pt x="47774" y="1446037"/>
                    <a:pt x="140701" y="1576135"/>
                  </a:cubicBezTo>
                  <a:cubicBezTo>
                    <a:pt x="233628" y="1706233"/>
                    <a:pt x="402754" y="1804735"/>
                    <a:pt x="564447" y="1843764"/>
                  </a:cubicBezTo>
                  <a:cubicBezTo>
                    <a:pt x="726140" y="1882793"/>
                    <a:pt x="936155" y="1908812"/>
                    <a:pt x="1110857" y="1810310"/>
                  </a:cubicBezTo>
                  <a:cubicBezTo>
                    <a:pt x="1285559" y="1711808"/>
                    <a:pt x="1489999" y="1496217"/>
                    <a:pt x="1612662" y="1252749"/>
                  </a:cubicBezTo>
                  <a:cubicBezTo>
                    <a:pt x="1735325" y="1009281"/>
                    <a:pt x="1822676" y="555797"/>
                    <a:pt x="1846837" y="349500"/>
                  </a:cubicBezTo>
                  <a:cubicBezTo>
                    <a:pt x="1831969" y="141344"/>
                    <a:pt x="1778072" y="-27782"/>
                    <a:pt x="1523452" y="3813"/>
                  </a:cubicBez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7" name="Image 16">
              <a:extLst>
                <a:ext uri="{FF2B5EF4-FFF2-40B4-BE49-F238E27FC236}">
                  <a16:creationId xmlns:a16="http://schemas.microsoft.com/office/drawing/2014/main" id="{987701EB-C791-4531-BC91-07CDC861AC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70510" y="3067607"/>
              <a:ext cx="914400" cy="914400"/>
            </a:xfrm>
            <a:prstGeom prst="rect">
              <a:avLst/>
            </a:prstGeom>
          </p:spPr>
        </p:pic>
        <p:sp>
          <p:nvSpPr>
            <p:cNvPr id="24" name="Flèche : bas 23">
              <a:extLst>
                <a:ext uri="{FF2B5EF4-FFF2-40B4-BE49-F238E27FC236}">
                  <a16:creationId xmlns:a16="http://schemas.microsoft.com/office/drawing/2014/main" id="{7BC81482-908F-4291-8B32-CC3B4ECF43C2}"/>
                </a:ext>
              </a:extLst>
            </p:cNvPr>
            <p:cNvSpPr/>
            <p:nvPr/>
          </p:nvSpPr>
          <p:spPr>
            <a:xfrm flipV="1">
              <a:off x="-924859" y="4114615"/>
              <a:ext cx="199013" cy="677409"/>
            </a:xfrm>
            <a:prstGeom prst="downArrow">
              <a:avLst>
                <a:gd name="adj1" fmla="val 42307"/>
                <a:gd name="adj2" fmla="val 5000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Flèche : bas 24">
              <a:extLst>
                <a:ext uri="{FF2B5EF4-FFF2-40B4-BE49-F238E27FC236}">
                  <a16:creationId xmlns:a16="http://schemas.microsoft.com/office/drawing/2014/main" id="{E1B1A1AF-0862-4C46-B70C-43E5DFC714E0}"/>
                </a:ext>
              </a:extLst>
            </p:cNvPr>
            <p:cNvSpPr/>
            <p:nvPr/>
          </p:nvSpPr>
          <p:spPr>
            <a:xfrm flipV="1">
              <a:off x="-927331" y="2507782"/>
              <a:ext cx="199014" cy="451642"/>
            </a:xfrm>
            <a:prstGeom prst="downArrow">
              <a:avLst>
                <a:gd name="adj1" fmla="val 42307"/>
                <a:gd name="adj2" fmla="val 5000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1" name="Forme libre : forme 30">
              <a:extLst>
                <a:ext uri="{FF2B5EF4-FFF2-40B4-BE49-F238E27FC236}">
                  <a16:creationId xmlns:a16="http://schemas.microsoft.com/office/drawing/2014/main" id="{BD23D4D3-96F5-4F41-BA64-43C49BF5679F}"/>
                </a:ext>
              </a:extLst>
            </p:cNvPr>
            <p:cNvSpPr/>
            <p:nvPr/>
          </p:nvSpPr>
          <p:spPr>
            <a:xfrm rot="14910229">
              <a:off x="-779087" y="5006204"/>
              <a:ext cx="1771532" cy="1605960"/>
            </a:xfrm>
            <a:custGeom>
              <a:avLst/>
              <a:gdLst>
                <a:gd name="connsiteX0" fmla="*/ 1523452 w 1852748"/>
                <a:gd name="connsiteY0" fmla="*/ 50464 h 1925300"/>
                <a:gd name="connsiteX1" fmla="*/ 319120 w 1852748"/>
                <a:gd name="connsiteY1" fmla="*/ 585722 h 1925300"/>
                <a:gd name="connsiteX2" fmla="*/ 6886 w 1852748"/>
                <a:gd name="connsiteY2" fmla="*/ 1109829 h 1925300"/>
                <a:gd name="connsiteX3" fmla="*/ 140701 w 1852748"/>
                <a:gd name="connsiteY3" fmla="*/ 1622786 h 1925300"/>
                <a:gd name="connsiteX4" fmla="*/ 564447 w 1852748"/>
                <a:gd name="connsiteY4" fmla="*/ 1890415 h 1925300"/>
                <a:gd name="connsiteX5" fmla="*/ 1110857 w 1852748"/>
                <a:gd name="connsiteY5" fmla="*/ 1856961 h 1925300"/>
                <a:gd name="connsiteX6" fmla="*/ 1612662 w 1852748"/>
                <a:gd name="connsiteY6" fmla="*/ 1299400 h 1925300"/>
                <a:gd name="connsiteX7" fmla="*/ 1846837 w 1852748"/>
                <a:gd name="connsiteY7" fmla="*/ 396151 h 1925300"/>
                <a:gd name="connsiteX8" fmla="*/ 1757628 w 1852748"/>
                <a:gd name="connsiteY8" fmla="*/ 61615 h 1925300"/>
                <a:gd name="connsiteX9" fmla="*/ 1523452 w 1852748"/>
                <a:gd name="connsiteY9" fmla="*/ 50464 h 1925300"/>
                <a:gd name="connsiteX0" fmla="*/ 1523452 w 1846837"/>
                <a:gd name="connsiteY0" fmla="*/ 3813 h 1878649"/>
                <a:gd name="connsiteX1" fmla="*/ 319120 w 1846837"/>
                <a:gd name="connsiteY1" fmla="*/ 539071 h 1878649"/>
                <a:gd name="connsiteX2" fmla="*/ 6886 w 1846837"/>
                <a:gd name="connsiteY2" fmla="*/ 1063178 h 1878649"/>
                <a:gd name="connsiteX3" fmla="*/ 140701 w 1846837"/>
                <a:gd name="connsiteY3" fmla="*/ 1576135 h 1878649"/>
                <a:gd name="connsiteX4" fmla="*/ 564447 w 1846837"/>
                <a:gd name="connsiteY4" fmla="*/ 1843764 h 1878649"/>
                <a:gd name="connsiteX5" fmla="*/ 1110857 w 1846837"/>
                <a:gd name="connsiteY5" fmla="*/ 1810310 h 1878649"/>
                <a:gd name="connsiteX6" fmla="*/ 1612662 w 1846837"/>
                <a:gd name="connsiteY6" fmla="*/ 1252749 h 1878649"/>
                <a:gd name="connsiteX7" fmla="*/ 1846837 w 1846837"/>
                <a:gd name="connsiteY7" fmla="*/ 349500 h 1878649"/>
                <a:gd name="connsiteX8" fmla="*/ 1523452 w 1846837"/>
                <a:gd name="connsiteY8" fmla="*/ 3813 h 1878649"/>
                <a:gd name="connsiteX0" fmla="*/ 1523452 w 1864712"/>
                <a:gd name="connsiteY0" fmla="*/ 3813 h 1878649"/>
                <a:gd name="connsiteX1" fmla="*/ 319120 w 1864712"/>
                <a:gd name="connsiteY1" fmla="*/ 539071 h 1878649"/>
                <a:gd name="connsiteX2" fmla="*/ 6886 w 1864712"/>
                <a:gd name="connsiteY2" fmla="*/ 1063178 h 1878649"/>
                <a:gd name="connsiteX3" fmla="*/ 140701 w 1864712"/>
                <a:gd name="connsiteY3" fmla="*/ 1576135 h 1878649"/>
                <a:gd name="connsiteX4" fmla="*/ 564447 w 1864712"/>
                <a:gd name="connsiteY4" fmla="*/ 1843764 h 1878649"/>
                <a:gd name="connsiteX5" fmla="*/ 1110857 w 1864712"/>
                <a:gd name="connsiteY5" fmla="*/ 1810310 h 1878649"/>
                <a:gd name="connsiteX6" fmla="*/ 1612662 w 1864712"/>
                <a:gd name="connsiteY6" fmla="*/ 1252749 h 1878649"/>
                <a:gd name="connsiteX7" fmla="*/ 1846837 w 1864712"/>
                <a:gd name="connsiteY7" fmla="*/ 349500 h 1878649"/>
                <a:gd name="connsiteX8" fmla="*/ 1523452 w 1864712"/>
                <a:gd name="connsiteY8" fmla="*/ 3813 h 1878649"/>
                <a:gd name="connsiteX0" fmla="*/ 1523452 w 1873119"/>
                <a:gd name="connsiteY0" fmla="*/ 3813 h 1873954"/>
                <a:gd name="connsiteX1" fmla="*/ 319120 w 1873119"/>
                <a:gd name="connsiteY1" fmla="*/ 539071 h 1873954"/>
                <a:gd name="connsiteX2" fmla="*/ 6886 w 1873119"/>
                <a:gd name="connsiteY2" fmla="*/ 1063178 h 1873954"/>
                <a:gd name="connsiteX3" fmla="*/ 140701 w 1873119"/>
                <a:gd name="connsiteY3" fmla="*/ 1576135 h 1873954"/>
                <a:gd name="connsiteX4" fmla="*/ 564447 w 1873119"/>
                <a:gd name="connsiteY4" fmla="*/ 1843764 h 1873954"/>
                <a:gd name="connsiteX5" fmla="*/ 1110857 w 1873119"/>
                <a:gd name="connsiteY5" fmla="*/ 1810310 h 1873954"/>
                <a:gd name="connsiteX6" fmla="*/ 1696723 w 1873119"/>
                <a:gd name="connsiteY6" fmla="*/ 1332542 h 1873954"/>
                <a:gd name="connsiteX7" fmla="*/ 1846837 w 1873119"/>
                <a:gd name="connsiteY7" fmla="*/ 349500 h 1873954"/>
                <a:gd name="connsiteX8" fmla="*/ 1523452 w 1873119"/>
                <a:gd name="connsiteY8" fmla="*/ 3813 h 1873954"/>
                <a:gd name="connsiteX0" fmla="*/ 1523452 w 2025846"/>
                <a:gd name="connsiteY0" fmla="*/ 3813 h 1873954"/>
                <a:gd name="connsiteX1" fmla="*/ 319120 w 2025846"/>
                <a:gd name="connsiteY1" fmla="*/ 539071 h 1873954"/>
                <a:gd name="connsiteX2" fmla="*/ 6886 w 2025846"/>
                <a:gd name="connsiteY2" fmla="*/ 1063178 h 1873954"/>
                <a:gd name="connsiteX3" fmla="*/ 140701 w 2025846"/>
                <a:gd name="connsiteY3" fmla="*/ 1576135 h 1873954"/>
                <a:gd name="connsiteX4" fmla="*/ 564447 w 2025846"/>
                <a:gd name="connsiteY4" fmla="*/ 1843764 h 1873954"/>
                <a:gd name="connsiteX5" fmla="*/ 1110857 w 2025846"/>
                <a:gd name="connsiteY5" fmla="*/ 1810310 h 1873954"/>
                <a:gd name="connsiteX6" fmla="*/ 1696723 w 2025846"/>
                <a:gd name="connsiteY6" fmla="*/ 1332542 h 1873954"/>
                <a:gd name="connsiteX7" fmla="*/ 1846837 w 2025846"/>
                <a:gd name="connsiteY7" fmla="*/ 349500 h 1873954"/>
                <a:gd name="connsiteX8" fmla="*/ 1523452 w 2025846"/>
                <a:gd name="connsiteY8" fmla="*/ 3813 h 1873954"/>
                <a:gd name="connsiteX0" fmla="*/ 1523452 w 2006885"/>
                <a:gd name="connsiteY0" fmla="*/ 3813 h 1873954"/>
                <a:gd name="connsiteX1" fmla="*/ 319120 w 2006885"/>
                <a:gd name="connsiteY1" fmla="*/ 539071 h 1873954"/>
                <a:gd name="connsiteX2" fmla="*/ 6886 w 2006885"/>
                <a:gd name="connsiteY2" fmla="*/ 1063178 h 1873954"/>
                <a:gd name="connsiteX3" fmla="*/ 140701 w 2006885"/>
                <a:gd name="connsiteY3" fmla="*/ 1576135 h 1873954"/>
                <a:gd name="connsiteX4" fmla="*/ 564447 w 2006885"/>
                <a:gd name="connsiteY4" fmla="*/ 1843764 h 1873954"/>
                <a:gd name="connsiteX5" fmla="*/ 1110857 w 2006885"/>
                <a:gd name="connsiteY5" fmla="*/ 1810310 h 1873954"/>
                <a:gd name="connsiteX6" fmla="*/ 1696723 w 2006885"/>
                <a:gd name="connsiteY6" fmla="*/ 1332542 h 1873954"/>
                <a:gd name="connsiteX7" fmla="*/ 1846837 w 2006885"/>
                <a:gd name="connsiteY7" fmla="*/ 349500 h 1873954"/>
                <a:gd name="connsiteX8" fmla="*/ 1523452 w 2006885"/>
                <a:gd name="connsiteY8" fmla="*/ 3813 h 1873954"/>
                <a:gd name="connsiteX0" fmla="*/ 1523452 w 1930939"/>
                <a:gd name="connsiteY0" fmla="*/ 3813 h 1873954"/>
                <a:gd name="connsiteX1" fmla="*/ 319120 w 1930939"/>
                <a:gd name="connsiteY1" fmla="*/ 539071 h 1873954"/>
                <a:gd name="connsiteX2" fmla="*/ 6886 w 1930939"/>
                <a:gd name="connsiteY2" fmla="*/ 1063178 h 1873954"/>
                <a:gd name="connsiteX3" fmla="*/ 140701 w 1930939"/>
                <a:gd name="connsiteY3" fmla="*/ 1576135 h 1873954"/>
                <a:gd name="connsiteX4" fmla="*/ 564447 w 1930939"/>
                <a:gd name="connsiteY4" fmla="*/ 1843764 h 1873954"/>
                <a:gd name="connsiteX5" fmla="*/ 1110857 w 1930939"/>
                <a:gd name="connsiteY5" fmla="*/ 1810310 h 1873954"/>
                <a:gd name="connsiteX6" fmla="*/ 1696723 w 1930939"/>
                <a:gd name="connsiteY6" fmla="*/ 1332542 h 1873954"/>
                <a:gd name="connsiteX7" fmla="*/ 1846837 w 1930939"/>
                <a:gd name="connsiteY7" fmla="*/ 349500 h 1873954"/>
                <a:gd name="connsiteX8" fmla="*/ 1523452 w 1930939"/>
                <a:gd name="connsiteY8" fmla="*/ 3813 h 1873954"/>
                <a:gd name="connsiteX0" fmla="*/ 1523452 w 2012594"/>
                <a:gd name="connsiteY0" fmla="*/ 3813 h 1873954"/>
                <a:gd name="connsiteX1" fmla="*/ 319120 w 2012594"/>
                <a:gd name="connsiteY1" fmla="*/ 539071 h 1873954"/>
                <a:gd name="connsiteX2" fmla="*/ 6886 w 2012594"/>
                <a:gd name="connsiteY2" fmla="*/ 1063178 h 1873954"/>
                <a:gd name="connsiteX3" fmla="*/ 140701 w 2012594"/>
                <a:gd name="connsiteY3" fmla="*/ 1576135 h 1873954"/>
                <a:gd name="connsiteX4" fmla="*/ 564447 w 2012594"/>
                <a:gd name="connsiteY4" fmla="*/ 1843764 h 1873954"/>
                <a:gd name="connsiteX5" fmla="*/ 1110857 w 2012594"/>
                <a:gd name="connsiteY5" fmla="*/ 1810310 h 1873954"/>
                <a:gd name="connsiteX6" fmla="*/ 1696723 w 2012594"/>
                <a:gd name="connsiteY6" fmla="*/ 1332542 h 1873954"/>
                <a:gd name="connsiteX7" fmla="*/ 1846837 w 2012594"/>
                <a:gd name="connsiteY7" fmla="*/ 349500 h 1873954"/>
                <a:gd name="connsiteX8" fmla="*/ 1523452 w 2012594"/>
                <a:gd name="connsiteY8" fmla="*/ 3813 h 1873954"/>
                <a:gd name="connsiteX0" fmla="*/ 1523452 w 2046417"/>
                <a:gd name="connsiteY0" fmla="*/ 3813 h 1873954"/>
                <a:gd name="connsiteX1" fmla="*/ 319120 w 2046417"/>
                <a:gd name="connsiteY1" fmla="*/ 539071 h 1873954"/>
                <a:gd name="connsiteX2" fmla="*/ 6886 w 2046417"/>
                <a:gd name="connsiteY2" fmla="*/ 1063178 h 1873954"/>
                <a:gd name="connsiteX3" fmla="*/ 140701 w 2046417"/>
                <a:gd name="connsiteY3" fmla="*/ 1576135 h 1873954"/>
                <a:gd name="connsiteX4" fmla="*/ 564447 w 2046417"/>
                <a:gd name="connsiteY4" fmla="*/ 1843764 h 1873954"/>
                <a:gd name="connsiteX5" fmla="*/ 1110857 w 2046417"/>
                <a:gd name="connsiteY5" fmla="*/ 1810310 h 1873954"/>
                <a:gd name="connsiteX6" fmla="*/ 1696723 w 2046417"/>
                <a:gd name="connsiteY6" fmla="*/ 1332542 h 1873954"/>
                <a:gd name="connsiteX7" fmla="*/ 1846837 w 2046417"/>
                <a:gd name="connsiteY7" fmla="*/ 349500 h 1873954"/>
                <a:gd name="connsiteX8" fmla="*/ 1523452 w 2046417"/>
                <a:gd name="connsiteY8" fmla="*/ 3813 h 1873954"/>
                <a:gd name="connsiteX0" fmla="*/ 1528408 w 2051373"/>
                <a:gd name="connsiteY0" fmla="*/ 3813 h 1873954"/>
                <a:gd name="connsiteX1" fmla="*/ 324076 w 2051373"/>
                <a:gd name="connsiteY1" fmla="*/ 539071 h 1873954"/>
                <a:gd name="connsiteX2" fmla="*/ 11842 w 2051373"/>
                <a:gd name="connsiteY2" fmla="*/ 1063178 h 1873954"/>
                <a:gd name="connsiteX3" fmla="*/ 145657 w 2051373"/>
                <a:gd name="connsiteY3" fmla="*/ 1576135 h 1873954"/>
                <a:gd name="connsiteX4" fmla="*/ 569403 w 2051373"/>
                <a:gd name="connsiteY4" fmla="*/ 1843764 h 1873954"/>
                <a:gd name="connsiteX5" fmla="*/ 1115813 w 2051373"/>
                <a:gd name="connsiteY5" fmla="*/ 1810310 h 1873954"/>
                <a:gd name="connsiteX6" fmla="*/ 1701679 w 2051373"/>
                <a:gd name="connsiteY6" fmla="*/ 1332542 h 1873954"/>
                <a:gd name="connsiteX7" fmla="*/ 1851793 w 2051373"/>
                <a:gd name="connsiteY7" fmla="*/ 349500 h 1873954"/>
                <a:gd name="connsiteX8" fmla="*/ 1528408 w 2051373"/>
                <a:gd name="connsiteY8" fmla="*/ 3813 h 1873954"/>
                <a:gd name="connsiteX0" fmla="*/ 1472589 w 1995554"/>
                <a:gd name="connsiteY0" fmla="*/ 3813 h 1873954"/>
                <a:gd name="connsiteX1" fmla="*/ 268257 w 1995554"/>
                <a:gd name="connsiteY1" fmla="*/ 539071 h 1873954"/>
                <a:gd name="connsiteX2" fmla="*/ 12267 w 1995554"/>
                <a:gd name="connsiteY2" fmla="*/ 1155156 h 1873954"/>
                <a:gd name="connsiteX3" fmla="*/ 89838 w 1995554"/>
                <a:gd name="connsiteY3" fmla="*/ 1576135 h 1873954"/>
                <a:gd name="connsiteX4" fmla="*/ 513584 w 1995554"/>
                <a:gd name="connsiteY4" fmla="*/ 1843764 h 1873954"/>
                <a:gd name="connsiteX5" fmla="*/ 1059994 w 1995554"/>
                <a:gd name="connsiteY5" fmla="*/ 1810310 h 1873954"/>
                <a:gd name="connsiteX6" fmla="*/ 1645860 w 1995554"/>
                <a:gd name="connsiteY6" fmla="*/ 1332542 h 1873954"/>
                <a:gd name="connsiteX7" fmla="*/ 1795974 w 1995554"/>
                <a:gd name="connsiteY7" fmla="*/ 349500 h 1873954"/>
                <a:gd name="connsiteX8" fmla="*/ 1472589 w 1995554"/>
                <a:gd name="connsiteY8" fmla="*/ 3813 h 1873954"/>
                <a:gd name="connsiteX0" fmla="*/ 1481272 w 2004237"/>
                <a:gd name="connsiteY0" fmla="*/ 3453 h 1873594"/>
                <a:gd name="connsiteX1" fmla="*/ 396367 w 2004237"/>
                <a:gd name="connsiteY1" fmla="*/ 528040 h 1873594"/>
                <a:gd name="connsiteX2" fmla="*/ 20950 w 2004237"/>
                <a:gd name="connsiteY2" fmla="*/ 1154796 h 1873594"/>
                <a:gd name="connsiteX3" fmla="*/ 98521 w 2004237"/>
                <a:gd name="connsiteY3" fmla="*/ 1575775 h 1873594"/>
                <a:gd name="connsiteX4" fmla="*/ 522267 w 2004237"/>
                <a:gd name="connsiteY4" fmla="*/ 1843404 h 1873594"/>
                <a:gd name="connsiteX5" fmla="*/ 1068677 w 2004237"/>
                <a:gd name="connsiteY5" fmla="*/ 1809950 h 1873594"/>
                <a:gd name="connsiteX6" fmla="*/ 1654543 w 2004237"/>
                <a:gd name="connsiteY6" fmla="*/ 1332182 h 1873594"/>
                <a:gd name="connsiteX7" fmla="*/ 1804657 w 2004237"/>
                <a:gd name="connsiteY7" fmla="*/ 349140 h 1873594"/>
                <a:gd name="connsiteX8" fmla="*/ 1481272 w 2004237"/>
                <a:gd name="connsiteY8" fmla="*/ 3453 h 1873594"/>
                <a:gd name="connsiteX0" fmla="*/ 1481272 w 2004237"/>
                <a:gd name="connsiteY0" fmla="*/ 3453 h 1873594"/>
                <a:gd name="connsiteX1" fmla="*/ 396367 w 2004237"/>
                <a:gd name="connsiteY1" fmla="*/ 528040 h 1873594"/>
                <a:gd name="connsiteX2" fmla="*/ 20950 w 2004237"/>
                <a:gd name="connsiteY2" fmla="*/ 1154796 h 1873594"/>
                <a:gd name="connsiteX3" fmla="*/ 98521 w 2004237"/>
                <a:gd name="connsiteY3" fmla="*/ 1575775 h 1873594"/>
                <a:gd name="connsiteX4" fmla="*/ 522267 w 2004237"/>
                <a:gd name="connsiteY4" fmla="*/ 1843404 h 1873594"/>
                <a:gd name="connsiteX5" fmla="*/ 1068677 w 2004237"/>
                <a:gd name="connsiteY5" fmla="*/ 1809950 h 1873594"/>
                <a:gd name="connsiteX6" fmla="*/ 1654543 w 2004237"/>
                <a:gd name="connsiteY6" fmla="*/ 1332182 h 1873594"/>
                <a:gd name="connsiteX7" fmla="*/ 1804657 w 2004237"/>
                <a:gd name="connsiteY7" fmla="*/ 349140 h 1873594"/>
                <a:gd name="connsiteX8" fmla="*/ 1481272 w 2004237"/>
                <a:gd name="connsiteY8" fmla="*/ 3453 h 1873594"/>
                <a:gd name="connsiteX0" fmla="*/ 1385743 w 1908708"/>
                <a:gd name="connsiteY0" fmla="*/ 3453 h 1873594"/>
                <a:gd name="connsiteX1" fmla="*/ 300838 w 1908708"/>
                <a:gd name="connsiteY1" fmla="*/ 528040 h 1873594"/>
                <a:gd name="connsiteX2" fmla="*/ 2992 w 1908708"/>
                <a:gd name="connsiteY2" fmla="*/ 1575775 h 1873594"/>
                <a:gd name="connsiteX3" fmla="*/ 426738 w 1908708"/>
                <a:gd name="connsiteY3" fmla="*/ 1843404 h 1873594"/>
                <a:gd name="connsiteX4" fmla="*/ 973148 w 1908708"/>
                <a:gd name="connsiteY4" fmla="*/ 1809950 h 1873594"/>
                <a:gd name="connsiteX5" fmla="*/ 1559014 w 1908708"/>
                <a:gd name="connsiteY5" fmla="*/ 1332182 h 1873594"/>
                <a:gd name="connsiteX6" fmla="*/ 1709128 w 1908708"/>
                <a:gd name="connsiteY6" fmla="*/ 349140 h 1873594"/>
                <a:gd name="connsiteX7" fmla="*/ 1385743 w 1908708"/>
                <a:gd name="connsiteY7" fmla="*/ 3453 h 1873594"/>
                <a:gd name="connsiteX0" fmla="*/ 1516718 w 2039683"/>
                <a:gd name="connsiteY0" fmla="*/ 3453 h 1886909"/>
                <a:gd name="connsiteX1" fmla="*/ 431813 w 2039683"/>
                <a:gd name="connsiteY1" fmla="*/ 528040 h 1886909"/>
                <a:gd name="connsiteX2" fmla="*/ 1521 w 2039683"/>
                <a:gd name="connsiteY2" fmla="*/ 1383904 h 1886909"/>
                <a:gd name="connsiteX3" fmla="*/ 557713 w 2039683"/>
                <a:gd name="connsiteY3" fmla="*/ 1843404 h 1886909"/>
                <a:gd name="connsiteX4" fmla="*/ 1104123 w 2039683"/>
                <a:gd name="connsiteY4" fmla="*/ 1809950 h 1886909"/>
                <a:gd name="connsiteX5" fmla="*/ 1689989 w 2039683"/>
                <a:gd name="connsiteY5" fmla="*/ 1332182 h 1886909"/>
                <a:gd name="connsiteX6" fmla="*/ 1840103 w 2039683"/>
                <a:gd name="connsiteY6" fmla="*/ 349140 h 1886909"/>
                <a:gd name="connsiteX7" fmla="*/ 1516718 w 2039683"/>
                <a:gd name="connsiteY7" fmla="*/ 3453 h 1886909"/>
                <a:gd name="connsiteX0" fmla="*/ 1471687 w 1994652"/>
                <a:gd name="connsiteY0" fmla="*/ 3453 h 1893078"/>
                <a:gd name="connsiteX1" fmla="*/ 386782 w 1994652"/>
                <a:gd name="connsiteY1" fmla="*/ 528040 h 1893078"/>
                <a:gd name="connsiteX2" fmla="*/ 1835 w 1994652"/>
                <a:gd name="connsiteY2" fmla="*/ 1297400 h 1893078"/>
                <a:gd name="connsiteX3" fmla="*/ 512682 w 1994652"/>
                <a:gd name="connsiteY3" fmla="*/ 1843404 h 1893078"/>
                <a:gd name="connsiteX4" fmla="*/ 1059092 w 1994652"/>
                <a:gd name="connsiteY4" fmla="*/ 1809950 h 1893078"/>
                <a:gd name="connsiteX5" fmla="*/ 1644958 w 1994652"/>
                <a:gd name="connsiteY5" fmla="*/ 1332182 h 1893078"/>
                <a:gd name="connsiteX6" fmla="*/ 1795072 w 1994652"/>
                <a:gd name="connsiteY6" fmla="*/ 349140 h 1893078"/>
                <a:gd name="connsiteX7" fmla="*/ 1471687 w 1994652"/>
                <a:gd name="connsiteY7" fmla="*/ 3453 h 1893078"/>
                <a:gd name="connsiteX0" fmla="*/ 1470365 w 1993330"/>
                <a:gd name="connsiteY0" fmla="*/ 3453 h 1851264"/>
                <a:gd name="connsiteX1" fmla="*/ 385460 w 1993330"/>
                <a:gd name="connsiteY1" fmla="*/ 528040 h 1851264"/>
                <a:gd name="connsiteX2" fmla="*/ 513 w 1993330"/>
                <a:gd name="connsiteY2" fmla="*/ 1297400 h 1851264"/>
                <a:gd name="connsiteX3" fmla="*/ 321778 w 1993330"/>
                <a:gd name="connsiteY3" fmla="*/ 1768191 h 1851264"/>
                <a:gd name="connsiteX4" fmla="*/ 1057770 w 1993330"/>
                <a:gd name="connsiteY4" fmla="*/ 1809950 h 1851264"/>
                <a:gd name="connsiteX5" fmla="*/ 1643636 w 1993330"/>
                <a:gd name="connsiteY5" fmla="*/ 1332182 h 1851264"/>
                <a:gd name="connsiteX6" fmla="*/ 1793750 w 1993330"/>
                <a:gd name="connsiteY6" fmla="*/ 349140 h 1851264"/>
                <a:gd name="connsiteX7" fmla="*/ 1470365 w 1993330"/>
                <a:gd name="connsiteY7" fmla="*/ 3453 h 1851264"/>
                <a:gd name="connsiteX0" fmla="*/ 1470365 w 1993330"/>
                <a:gd name="connsiteY0" fmla="*/ 3453 h 1851264"/>
                <a:gd name="connsiteX1" fmla="*/ 385460 w 1993330"/>
                <a:gd name="connsiteY1" fmla="*/ 528040 h 1851264"/>
                <a:gd name="connsiteX2" fmla="*/ 513 w 1993330"/>
                <a:gd name="connsiteY2" fmla="*/ 1297400 h 1851264"/>
                <a:gd name="connsiteX3" fmla="*/ 321778 w 1993330"/>
                <a:gd name="connsiteY3" fmla="*/ 1768191 h 1851264"/>
                <a:gd name="connsiteX4" fmla="*/ 1057770 w 1993330"/>
                <a:gd name="connsiteY4" fmla="*/ 1809950 h 1851264"/>
                <a:gd name="connsiteX5" fmla="*/ 1643636 w 1993330"/>
                <a:gd name="connsiteY5" fmla="*/ 1332182 h 1851264"/>
                <a:gd name="connsiteX6" fmla="*/ 1793750 w 1993330"/>
                <a:gd name="connsiteY6" fmla="*/ 349140 h 1851264"/>
                <a:gd name="connsiteX7" fmla="*/ 1470365 w 1993330"/>
                <a:gd name="connsiteY7" fmla="*/ 3453 h 1851264"/>
                <a:gd name="connsiteX0" fmla="*/ 1400828 w 1993330"/>
                <a:gd name="connsiteY0" fmla="*/ 4071 h 1821416"/>
                <a:gd name="connsiteX1" fmla="*/ 385460 w 1993330"/>
                <a:gd name="connsiteY1" fmla="*/ 498192 h 1821416"/>
                <a:gd name="connsiteX2" fmla="*/ 513 w 1993330"/>
                <a:gd name="connsiteY2" fmla="*/ 1267552 h 1821416"/>
                <a:gd name="connsiteX3" fmla="*/ 321778 w 1993330"/>
                <a:gd name="connsiteY3" fmla="*/ 1738343 h 1821416"/>
                <a:gd name="connsiteX4" fmla="*/ 1057770 w 1993330"/>
                <a:gd name="connsiteY4" fmla="*/ 1780102 h 1821416"/>
                <a:gd name="connsiteX5" fmla="*/ 1643636 w 1993330"/>
                <a:gd name="connsiteY5" fmla="*/ 1302334 h 1821416"/>
                <a:gd name="connsiteX6" fmla="*/ 1793750 w 1993330"/>
                <a:gd name="connsiteY6" fmla="*/ 319292 h 1821416"/>
                <a:gd name="connsiteX7" fmla="*/ 1400828 w 1993330"/>
                <a:gd name="connsiteY7" fmla="*/ 4071 h 1821416"/>
                <a:gd name="connsiteX0" fmla="*/ 1402000 w 1994502"/>
                <a:gd name="connsiteY0" fmla="*/ 4060 h 1821405"/>
                <a:gd name="connsiteX1" fmla="*/ 444381 w 1994502"/>
                <a:gd name="connsiteY1" fmla="*/ 497871 h 1821405"/>
                <a:gd name="connsiteX2" fmla="*/ 1685 w 1994502"/>
                <a:gd name="connsiteY2" fmla="*/ 1267541 h 1821405"/>
                <a:gd name="connsiteX3" fmla="*/ 322950 w 1994502"/>
                <a:gd name="connsiteY3" fmla="*/ 1738332 h 1821405"/>
                <a:gd name="connsiteX4" fmla="*/ 1058942 w 1994502"/>
                <a:gd name="connsiteY4" fmla="*/ 1780091 h 1821405"/>
                <a:gd name="connsiteX5" fmla="*/ 1644808 w 1994502"/>
                <a:gd name="connsiteY5" fmla="*/ 1302323 h 1821405"/>
                <a:gd name="connsiteX6" fmla="*/ 1794922 w 1994502"/>
                <a:gd name="connsiteY6" fmla="*/ 319281 h 1821405"/>
                <a:gd name="connsiteX7" fmla="*/ 1402000 w 1994502"/>
                <a:gd name="connsiteY7" fmla="*/ 4060 h 1821405"/>
                <a:gd name="connsiteX0" fmla="*/ 1402000 w 1994502"/>
                <a:gd name="connsiteY0" fmla="*/ 4060 h 1821405"/>
                <a:gd name="connsiteX1" fmla="*/ 444381 w 1994502"/>
                <a:gd name="connsiteY1" fmla="*/ 497871 h 1821405"/>
                <a:gd name="connsiteX2" fmla="*/ 1685 w 1994502"/>
                <a:gd name="connsiteY2" fmla="*/ 1267541 h 1821405"/>
                <a:gd name="connsiteX3" fmla="*/ 322950 w 1994502"/>
                <a:gd name="connsiteY3" fmla="*/ 1738332 h 1821405"/>
                <a:gd name="connsiteX4" fmla="*/ 1058942 w 1994502"/>
                <a:gd name="connsiteY4" fmla="*/ 1780091 h 1821405"/>
                <a:gd name="connsiteX5" fmla="*/ 1644808 w 1994502"/>
                <a:gd name="connsiteY5" fmla="*/ 1302323 h 1821405"/>
                <a:gd name="connsiteX6" fmla="*/ 1794922 w 1994502"/>
                <a:gd name="connsiteY6" fmla="*/ 319281 h 1821405"/>
                <a:gd name="connsiteX7" fmla="*/ 1402000 w 1994502"/>
                <a:gd name="connsiteY7" fmla="*/ 4060 h 1821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94502" h="1821405">
                  <a:moveTo>
                    <a:pt x="1402000" y="4060"/>
                  </a:moveTo>
                  <a:cubicBezTo>
                    <a:pt x="1176910" y="33825"/>
                    <a:pt x="698954" y="527905"/>
                    <a:pt x="444381" y="497871"/>
                  </a:cubicBezTo>
                  <a:cubicBezTo>
                    <a:pt x="189808" y="467837"/>
                    <a:pt x="21923" y="1060798"/>
                    <a:pt x="1685" y="1267541"/>
                  </a:cubicBezTo>
                  <a:cubicBezTo>
                    <a:pt x="-18553" y="1474284"/>
                    <a:pt x="146740" y="1652907"/>
                    <a:pt x="322950" y="1738332"/>
                  </a:cubicBezTo>
                  <a:cubicBezTo>
                    <a:pt x="499160" y="1823757"/>
                    <a:pt x="838632" y="1852759"/>
                    <a:pt x="1058942" y="1780091"/>
                  </a:cubicBezTo>
                  <a:cubicBezTo>
                    <a:pt x="1279252" y="1707423"/>
                    <a:pt x="967621" y="1372235"/>
                    <a:pt x="1644808" y="1302323"/>
                  </a:cubicBezTo>
                  <a:cubicBezTo>
                    <a:pt x="2321995" y="1232411"/>
                    <a:pt x="1809786" y="750048"/>
                    <a:pt x="1794922" y="319281"/>
                  </a:cubicBezTo>
                  <a:cubicBezTo>
                    <a:pt x="1780054" y="111125"/>
                    <a:pt x="1627090" y="-25705"/>
                    <a:pt x="1402000" y="4060"/>
                  </a:cubicBezTo>
                  <a:close/>
                </a:path>
              </a:pathLst>
            </a:custGeom>
            <a:noFill/>
            <a:ln w="38100">
              <a:solidFill>
                <a:srgbClr val="1D4999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494658C5-CC69-49B9-B8EF-21DE62C172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7F7F7"/>
                </a:clrFrom>
                <a:clrTo>
                  <a:srgbClr val="F7F7F7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5356078">
              <a:off x="-657194" y="4990755"/>
              <a:ext cx="1555259" cy="1614938"/>
            </a:xfrm>
            <a:prstGeom prst="rect">
              <a:avLst/>
            </a:prstGeom>
          </p:spPr>
        </p:pic>
        <p:sp>
          <p:nvSpPr>
            <p:cNvPr id="34" name="Forme libre : forme 33">
              <a:extLst>
                <a:ext uri="{FF2B5EF4-FFF2-40B4-BE49-F238E27FC236}">
                  <a16:creationId xmlns:a16="http://schemas.microsoft.com/office/drawing/2014/main" id="{4A554541-0BBD-4C03-A8BF-8A94D07B617E}"/>
                </a:ext>
              </a:extLst>
            </p:cNvPr>
            <p:cNvSpPr/>
            <p:nvPr/>
          </p:nvSpPr>
          <p:spPr>
            <a:xfrm rot="259748">
              <a:off x="-752819" y="4513752"/>
              <a:ext cx="1097280" cy="562707"/>
            </a:xfrm>
            <a:custGeom>
              <a:avLst/>
              <a:gdLst>
                <a:gd name="connsiteX0" fmla="*/ 0 w 1097280"/>
                <a:gd name="connsiteY0" fmla="*/ 562707 h 562707"/>
                <a:gd name="connsiteX1" fmla="*/ 506437 w 1097280"/>
                <a:gd name="connsiteY1" fmla="*/ 42203 h 562707"/>
                <a:gd name="connsiteX2" fmla="*/ 914400 w 1097280"/>
                <a:gd name="connsiteY2" fmla="*/ 126609 h 562707"/>
                <a:gd name="connsiteX3" fmla="*/ 1097280 w 1097280"/>
                <a:gd name="connsiteY3" fmla="*/ 0 h 56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7280" h="562707">
                  <a:moveTo>
                    <a:pt x="0" y="562707"/>
                  </a:moveTo>
                  <a:cubicBezTo>
                    <a:pt x="177018" y="338796"/>
                    <a:pt x="354037" y="114886"/>
                    <a:pt x="506437" y="42203"/>
                  </a:cubicBezTo>
                  <a:cubicBezTo>
                    <a:pt x="658837" y="-30480"/>
                    <a:pt x="815926" y="133643"/>
                    <a:pt x="914400" y="126609"/>
                  </a:cubicBezTo>
                  <a:cubicBezTo>
                    <a:pt x="1012874" y="119575"/>
                    <a:pt x="1055077" y="59787"/>
                    <a:pt x="1097280" y="0"/>
                  </a:cubicBezTo>
                </a:path>
              </a:pathLst>
            </a:custGeom>
            <a:noFill/>
            <a:ln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5" name="ZoneTexte 34">
              <a:extLst>
                <a:ext uri="{FF2B5EF4-FFF2-40B4-BE49-F238E27FC236}">
                  <a16:creationId xmlns:a16="http://schemas.microsoft.com/office/drawing/2014/main" id="{60695A95-C010-408C-9A7F-653C0FC1FDA0}"/>
                </a:ext>
              </a:extLst>
            </p:cNvPr>
            <p:cNvSpPr txBox="1"/>
            <p:nvPr/>
          </p:nvSpPr>
          <p:spPr>
            <a:xfrm>
              <a:off x="-2513744" y="4349122"/>
              <a:ext cx="119936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i="1" dirty="0" err="1">
                  <a:latin typeface="Playfair Display" pitchFamily="2" charset="0"/>
                </a:rPr>
                <a:t>Tiến</a:t>
              </a:r>
              <a:r>
                <a:rPr lang="fr-FR" i="1" dirty="0">
                  <a:latin typeface="Playfair Display" pitchFamily="2" charset="0"/>
                </a:rPr>
                <a:t> </a:t>
              </a:r>
              <a:r>
                <a:rPr lang="fr-FR" i="1" dirty="0" err="1">
                  <a:latin typeface="Playfair Display" pitchFamily="2" charset="0"/>
                </a:rPr>
                <a:t>trình</a:t>
              </a:r>
              <a:endParaRPr lang="fr-FR" i="1" dirty="0">
                <a:latin typeface="Playfair Display" pitchFamily="2" charset="0"/>
              </a:endParaRPr>
            </a:p>
            <a:p>
              <a:r>
                <a:rPr lang="fr-FR" i="1" dirty="0" err="1">
                  <a:latin typeface="Playfair Display" pitchFamily="2" charset="0"/>
                </a:rPr>
                <a:t>sinh</a:t>
              </a:r>
              <a:r>
                <a:rPr lang="fr-FR" i="1" dirty="0">
                  <a:latin typeface="Playfair Display" pitchFamily="2" charset="0"/>
                </a:rPr>
                <a:t> </a:t>
              </a:r>
              <a:r>
                <a:rPr lang="fr-FR" i="1" dirty="0" err="1">
                  <a:latin typeface="Playfair Display" pitchFamily="2" charset="0"/>
                </a:rPr>
                <a:t>lý</a:t>
              </a:r>
              <a:r>
                <a:rPr lang="fr-FR" i="1" dirty="0">
                  <a:latin typeface="Playfair Display" pitchFamily="2" charset="0"/>
                </a:rPr>
                <a:t> P</a:t>
              </a:r>
            </a:p>
          </p:txBody>
        </p:sp>
        <p:sp>
          <p:nvSpPr>
            <p:cNvPr id="36" name="Forme libre : forme 35">
              <a:extLst>
                <a:ext uri="{FF2B5EF4-FFF2-40B4-BE49-F238E27FC236}">
                  <a16:creationId xmlns:a16="http://schemas.microsoft.com/office/drawing/2014/main" id="{13321A46-1FA2-4E62-B398-0D53EC3D25DB}"/>
                </a:ext>
              </a:extLst>
            </p:cNvPr>
            <p:cNvSpPr/>
            <p:nvPr/>
          </p:nvSpPr>
          <p:spPr>
            <a:xfrm rot="1838719" flipH="1">
              <a:off x="-1824099" y="5855700"/>
              <a:ext cx="661181" cy="1020676"/>
            </a:xfrm>
            <a:custGeom>
              <a:avLst/>
              <a:gdLst>
                <a:gd name="connsiteX0" fmla="*/ 1378634 w 1378634"/>
                <a:gd name="connsiteY0" fmla="*/ 0 h 1020676"/>
                <a:gd name="connsiteX1" fmla="*/ 717452 w 1378634"/>
                <a:gd name="connsiteY1" fmla="*/ 872197 h 1020676"/>
                <a:gd name="connsiteX2" fmla="*/ 0 w 1378634"/>
                <a:gd name="connsiteY2" fmla="*/ 1012874 h 1020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78634" h="1020676">
                  <a:moveTo>
                    <a:pt x="1378634" y="0"/>
                  </a:moveTo>
                  <a:cubicBezTo>
                    <a:pt x="1162929" y="351692"/>
                    <a:pt x="947224" y="703385"/>
                    <a:pt x="717452" y="872197"/>
                  </a:cubicBezTo>
                  <a:cubicBezTo>
                    <a:pt x="487680" y="1041009"/>
                    <a:pt x="243840" y="1026941"/>
                    <a:pt x="0" y="1012874"/>
                  </a:cubicBezTo>
                </a:path>
              </a:pathLst>
            </a:custGeom>
            <a:no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7" name="ZoneTexte 36">
              <a:extLst>
                <a:ext uri="{FF2B5EF4-FFF2-40B4-BE49-F238E27FC236}">
                  <a16:creationId xmlns:a16="http://schemas.microsoft.com/office/drawing/2014/main" id="{22534F15-5985-4910-A308-6488FE39792D}"/>
                </a:ext>
              </a:extLst>
            </p:cNvPr>
            <p:cNvSpPr txBox="1"/>
            <p:nvPr/>
          </p:nvSpPr>
          <p:spPr>
            <a:xfrm>
              <a:off x="-1463371" y="6825742"/>
              <a:ext cx="18229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i="1" dirty="0" err="1">
                  <a:latin typeface="Playfair Display" pitchFamily="2" charset="0"/>
                </a:rPr>
                <a:t>Nguồn</a:t>
              </a:r>
              <a:r>
                <a:rPr lang="fr-FR" i="1" dirty="0">
                  <a:latin typeface="Playfair Display" pitchFamily="2" charset="0"/>
                </a:rPr>
                <a:t> </a:t>
              </a:r>
              <a:r>
                <a:rPr lang="fr-FR" i="1" dirty="0" err="1">
                  <a:latin typeface="Playfair Display" pitchFamily="2" charset="0"/>
                </a:rPr>
                <a:t>phát</a:t>
              </a:r>
              <a:r>
                <a:rPr lang="fr-FR" i="1" dirty="0">
                  <a:latin typeface="Playfair Display" pitchFamily="2" charset="0"/>
                </a:rPr>
                <a:t> </a:t>
              </a:r>
              <a:r>
                <a:rPr lang="fr-FR" i="1" dirty="0" err="1">
                  <a:latin typeface="Playfair Display" pitchFamily="2" charset="0"/>
                </a:rPr>
                <a:t>sinh</a:t>
              </a:r>
              <a:endParaRPr lang="fr-FR" i="1" dirty="0">
                <a:latin typeface="Playfair Display" pitchFamily="2" charset="0"/>
              </a:endParaRPr>
            </a:p>
          </p:txBody>
        </p:sp>
        <p:sp>
          <p:nvSpPr>
            <p:cNvPr id="38" name="ZoneTexte 37">
              <a:extLst>
                <a:ext uri="{FF2B5EF4-FFF2-40B4-BE49-F238E27FC236}">
                  <a16:creationId xmlns:a16="http://schemas.microsoft.com/office/drawing/2014/main" id="{00349BB4-EAEA-4350-9CD1-B1C9AA1E1BBC}"/>
                </a:ext>
              </a:extLst>
            </p:cNvPr>
            <p:cNvSpPr txBox="1"/>
            <p:nvPr/>
          </p:nvSpPr>
          <p:spPr>
            <a:xfrm>
              <a:off x="388061" y="4230641"/>
              <a:ext cx="1486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i="1" dirty="0" err="1">
                  <a:latin typeface="Playfair Display" pitchFamily="2" charset="0"/>
                </a:rPr>
                <a:t>Cơ</a:t>
              </a:r>
              <a:r>
                <a:rPr lang="fr-FR" i="1" dirty="0">
                  <a:latin typeface="Playfair Display" pitchFamily="2" charset="0"/>
                </a:rPr>
                <a:t> </a:t>
              </a:r>
              <a:r>
                <a:rPr lang="fr-FR" i="1" dirty="0" err="1">
                  <a:latin typeface="Playfair Display" pitchFamily="2" charset="0"/>
                </a:rPr>
                <a:t>quan</a:t>
              </a:r>
              <a:r>
                <a:rPr lang="fr-FR" i="1" dirty="0">
                  <a:latin typeface="Playfair Display" pitchFamily="2" charset="0"/>
                </a:rPr>
                <a:t> </a:t>
              </a:r>
              <a:r>
                <a:rPr lang="fr-FR" i="1" dirty="0" err="1">
                  <a:latin typeface="Playfair Display" pitchFamily="2" charset="0"/>
                </a:rPr>
                <a:t>đích</a:t>
              </a:r>
              <a:endParaRPr lang="fr-FR" i="1" dirty="0">
                <a:latin typeface="Playfair Display" pitchFamily="2" charset="0"/>
              </a:endParaRPr>
            </a:p>
          </p:txBody>
        </p:sp>
        <p:sp>
          <p:nvSpPr>
            <p:cNvPr id="40" name="ZoneTexte 39">
              <a:extLst>
                <a:ext uri="{FF2B5EF4-FFF2-40B4-BE49-F238E27FC236}">
                  <a16:creationId xmlns:a16="http://schemas.microsoft.com/office/drawing/2014/main" id="{366CB85E-8A29-4DA8-97FE-DF01F5BE6EDF}"/>
                </a:ext>
              </a:extLst>
            </p:cNvPr>
            <p:cNvSpPr txBox="1"/>
            <p:nvPr/>
          </p:nvSpPr>
          <p:spPr>
            <a:xfrm>
              <a:off x="-116379" y="3163380"/>
              <a:ext cx="214994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i="1" dirty="0" err="1">
                  <a:latin typeface="Playfair Display" pitchFamily="2" charset="0"/>
                </a:rPr>
                <a:t>Công</a:t>
              </a:r>
              <a:r>
                <a:rPr lang="fr-FR" i="1" dirty="0">
                  <a:latin typeface="Playfair Display" pitchFamily="2" charset="0"/>
                </a:rPr>
                <a:t> </a:t>
              </a:r>
              <a:r>
                <a:rPr lang="fr-FR" i="1" dirty="0" err="1">
                  <a:latin typeface="Playfair Display" pitchFamily="2" charset="0"/>
                </a:rPr>
                <a:t>nghệ</a:t>
              </a:r>
              <a:r>
                <a:rPr lang="fr-FR" i="1" dirty="0">
                  <a:latin typeface="Playfair Display" pitchFamily="2" charset="0"/>
                </a:rPr>
                <a:t> </a:t>
              </a:r>
              <a:r>
                <a:rPr lang="fr-FR" i="1" dirty="0" err="1">
                  <a:latin typeface="Playfair Display" pitchFamily="2" charset="0"/>
                </a:rPr>
                <a:t>cảm</a:t>
              </a:r>
              <a:r>
                <a:rPr lang="fr-FR" i="1" dirty="0">
                  <a:latin typeface="Playfair Display" pitchFamily="2" charset="0"/>
                </a:rPr>
                <a:t> </a:t>
              </a:r>
              <a:r>
                <a:rPr lang="fr-FR" i="1" dirty="0" err="1">
                  <a:latin typeface="Playfair Display" pitchFamily="2" charset="0"/>
                </a:rPr>
                <a:t>biến</a:t>
              </a:r>
              <a:endParaRPr lang="fr-FR" i="1" dirty="0">
                <a:latin typeface="Playfair Display" pitchFamily="2" charset="0"/>
              </a:endParaRPr>
            </a:p>
            <a:p>
              <a:r>
                <a:rPr lang="fr-FR" i="1" dirty="0">
                  <a:latin typeface="Playfair Display" pitchFamily="2" charset="0"/>
                </a:rPr>
                <a:t>/ </a:t>
              </a:r>
              <a:r>
                <a:rPr lang="fr-FR" i="1" dirty="0" err="1">
                  <a:latin typeface="Playfair Display" pitchFamily="2" charset="0"/>
                </a:rPr>
                <a:t>thuật</a:t>
              </a:r>
              <a:r>
                <a:rPr lang="fr-FR" i="1" dirty="0">
                  <a:latin typeface="Playfair Display" pitchFamily="2" charset="0"/>
                </a:rPr>
                <a:t> </a:t>
              </a:r>
              <a:r>
                <a:rPr lang="fr-FR" i="1" dirty="0" err="1">
                  <a:latin typeface="Playfair Display" pitchFamily="2" charset="0"/>
                </a:rPr>
                <a:t>toán</a:t>
              </a:r>
              <a:r>
                <a:rPr lang="fr-FR" i="1" dirty="0">
                  <a:latin typeface="Playfair Display" pitchFamily="2" charset="0"/>
                </a:rPr>
                <a:t> </a:t>
              </a:r>
              <a:r>
                <a:rPr lang="fr-FR" i="1" dirty="0" err="1">
                  <a:latin typeface="Playfair Display" pitchFamily="2" charset="0"/>
                </a:rPr>
                <a:t>xử</a:t>
              </a:r>
              <a:r>
                <a:rPr lang="fr-FR" i="1" dirty="0">
                  <a:latin typeface="Playfair Display" pitchFamily="2" charset="0"/>
                </a:rPr>
                <a:t> </a:t>
              </a:r>
              <a:r>
                <a:rPr lang="fr-FR" i="1" dirty="0" err="1">
                  <a:latin typeface="Playfair Display" pitchFamily="2" charset="0"/>
                </a:rPr>
                <a:t>lý</a:t>
              </a:r>
              <a:endParaRPr lang="fr-FR" i="1" dirty="0">
                <a:latin typeface="Playfair Display" pitchFamily="2" charset="0"/>
              </a:endParaRPr>
            </a:p>
          </p:txBody>
        </p:sp>
        <p:sp>
          <p:nvSpPr>
            <p:cNvPr id="41" name="ZoneTexte 40">
              <a:extLst>
                <a:ext uri="{FF2B5EF4-FFF2-40B4-BE49-F238E27FC236}">
                  <a16:creationId xmlns:a16="http://schemas.microsoft.com/office/drawing/2014/main" id="{E049B01E-749F-4A14-807A-0804795B04DD}"/>
                </a:ext>
              </a:extLst>
            </p:cNvPr>
            <p:cNvSpPr txBox="1"/>
            <p:nvPr/>
          </p:nvSpPr>
          <p:spPr>
            <a:xfrm>
              <a:off x="1012572" y="6011634"/>
              <a:ext cx="119936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i="1" dirty="0" err="1">
                  <a:latin typeface="Playfair Display" pitchFamily="2" charset="0"/>
                </a:rPr>
                <a:t>Tiến</a:t>
              </a:r>
              <a:r>
                <a:rPr lang="fr-FR" i="1" dirty="0">
                  <a:latin typeface="Playfair Display" pitchFamily="2" charset="0"/>
                </a:rPr>
                <a:t> </a:t>
              </a:r>
              <a:r>
                <a:rPr lang="fr-FR" i="1" dirty="0" err="1">
                  <a:latin typeface="Playfair Display" pitchFamily="2" charset="0"/>
                </a:rPr>
                <a:t>trình</a:t>
              </a:r>
              <a:endParaRPr lang="fr-FR" i="1" dirty="0">
                <a:latin typeface="Playfair Display" pitchFamily="2" charset="0"/>
              </a:endParaRPr>
            </a:p>
            <a:p>
              <a:r>
                <a:rPr lang="fr-FR" i="1" dirty="0" err="1">
                  <a:latin typeface="Playfair Display" pitchFamily="2" charset="0"/>
                </a:rPr>
                <a:t>sinh</a:t>
              </a:r>
              <a:r>
                <a:rPr lang="fr-FR" i="1" dirty="0">
                  <a:latin typeface="Playfair Display" pitchFamily="2" charset="0"/>
                </a:rPr>
                <a:t> </a:t>
              </a:r>
              <a:r>
                <a:rPr lang="fr-FR" i="1" dirty="0" err="1">
                  <a:latin typeface="Playfair Display" pitchFamily="2" charset="0"/>
                </a:rPr>
                <a:t>lý</a:t>
              </a:r>
              <a:r>
                <a:rPr lang="fr-FR" i="1" dirty="0">
                  <a:latin typeface="Playfair Display" pitchFamily="2" charset="0"/>
                </a:rPr>
                <a:t> P’’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EEB5711-E29B-4873-A171-BC41D6C1E407}"/>
                </a:ext>
              </a:extLst>
            </p:cNvPr>
            <p:cNvSpPr/>
            <p:nvPr/>
          </p:nvSpPr>
          <p:spPr>
            <a:xfrm>
              <a:off x="-1971049" y="906402"/>
              <a:ext cx="458884" cy="1183961"/>
            </a:xfrm>
            <a:prstGeom prst="rect">
              <a:avLst/>
            </a:prstGeom>
            <a:solidFill>
              <a:srgbClr val="FF6699">
                <a:alpha val="47451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A30A8563-A693-4A75-BFE6-55001B645B79}"/>
                </a:ext>
              </a:extLst>
            </p:cNvPr>
            <p:cNvSpPr/>
            <p:nvPr/>
          </p:nvSpPr>
          <p:spPr>
            <a:xfrm>
              <a:off x="-2392022" y="1100750"/>
              <a:ext cx="1232907" cy="691644"/>
            </a:xfrm>
            <a:custGeom>
              <a:avLst/>
              <a:gdLst>
                <a:gd name="connsiteX0" fmla="*/ 0 w 3280229"/>
                <a:gd name="connsiteY0" fmla="*/ 1563364 h 1880999"/>
                <a:gd name="connsiteX1" fmla="*/ 246743 w 3280229"/>
                <a:gd name="connsiteY1" fmla="*/ 1476279 h 1880999"/>
                <a:gd name="connsiteX2" fmla="*/ 493486 w 3280229"/>
                <a:gd name="connsiteY2" fmla="*/ 1592393 h 1880999"/>
                <a:gd name="connsiteX3" fmla="*/ 827315 w 3280229"/>
                <a:gd name="connsiteY3" fmla="*/ 1432736 h 1880999"/>
                <a:gd name="connsiteX4" fmla="*/ 1059543 w 3280229"/>
                <a:gd name="connsiteY4" fmla="*/ 1563364 h 1880999"/>
                <a:gd name="connsiteX5" fmla="*/ 1291772 w 3280229"/>
                <a:gd name="connsiteY5" fmla="*/ 1432736 h 1880999"/>
                <a:gd name="connsiteX6" fmla="*/ 1509486 w 3280229"/>
                <a:gd name="connsiteY6" fmla="*/ 1606907 h 1880999"/>
                <a:gd name="connsiteX7" fmla="*/ 1611086 w 3280229"/>
                <a:gd name="connsiteY7" fmla="*/ 416736 h 1880999"/>
                <a:gd name="connsiteX8" fmla="*/ 1683657 w 3280229"/>
                <a:gd name="connsiteY8" fmla="*/ 1055364 h 1880999"/>
                <a:gd name="connsiteX9" fmla="*/ 1770743 w 3280229"/>
                <a:gd name="connsiteY9" fmla="*/ 10336 h 1880999"/>
                <a:gd name="connsiteX10" fmla="*/ 1901372 w 3280229"/>
                <a:gd name="connsiteY10" fmla="*/ 1824621 h 1880999"/>
                <a:gd name="connsiteX11" fmla="*/ 1959429 w 3280229"/>
                <a:gd name="connsiteY11" fmla="*/ 1447250 h 1880999"/>
                <a:gd name="connsiteX12" fmla="*/ 2046515 w 3280229"/>
                <a:gd name="connsiteY12" fmla="*/ 1723021 h 1880999"/>
                <a:gd name="connsiteX13" fmla="*/ 2133600 w 3280229"/>
                <a:gd name="connsiteY13" fmla="*/ 1505307 h 1880999"/>
                <a:gd name="connsiteX14" fmla="*/ 2452915 w 3280229"/>
                <a:gd name="connsiteY14" fmla="*/ 1592393 h 1880999"/>
                <a:gd name="connsiteX15" fmla="*/ 2873829 w 3280229"/>
                <a:gd name="connsiteY15" fmla="*/ 1490793 h 1880999"/>
                <a:gd name="connsiteX16" fmla="*/ 3135086 w 3280229"/>
                <a:gd name="connsiteY16" fmla="*/ 1592393 h 1880999"/>
                <a:gd name="connsiteX17" fmla="*/ 3280229 w 3280229"/>
                <a:gd name="connsiteY17" fmla="*/ 1592393 h 1880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80229" h="1880999">
                  <a:moveTo>
                    <a:pt x="0" y="1563364"/>
                  </a:moveTo>
                  <a:cubicBezTo>
                    <a:pt x="82247" y="1517402"/>
                    <a:pt x="164495" y="1471441"/>
                    <a:pt x="246743" y="1476279"/>
                  </a:cubicBezTo>
                  <a:cubicBezTo>
                    <a:pt x="328991" y="1481117"/>
                    <a:pt x="396724" y="1599650"/>
                    <a:pt x="493486" y="1592393"/>
                  </a:cubicBezTo>
                  <a:cubicBezTo>
                    <a:pt x="590248" y="1585136"/>
                    <a:pt x="732972" y="1437574"/>
                    <a:pt x="827315" y="1432736"/>
                  </a:cubicBezTo>
                  <a:cubicBezTo>
                    <a:pt x="921658" y="1427898"/>
                    <a:pt x="982134" y="1563364"/>
                    <a:pt x="1059543" y="1563364"/>
                  </a:cubicBezTo>
                  <a:cubicBezTo>
                    <a:pt x="1136952" y="1563364"/>
                    <a:pt x="1216782" y="1425479"/>
                    <a:pt x="1291772" y="1432736"/>
                  </a:cubicBezTo>
                  <a:cubicBezTo>
                    <a:pt x="1366762" y="1439993"/>
                    <a:pt x="1456267" y="1776240"/>
                    <a:pt x="1509486" y="1606907"/>
                  </a:cubicBezTo>
                  <a:cubicBezTo>
                    <a:pt x="1562705" y="1437574"/>
                    <a:pt x="1582058" y="508660"/>
                    <a:pt x="1611086" y="416736"/>
                  </a:cubicBezTo>
                  <a:cubicBezTo>
                    <a:pt x="1640115" y="324812"/>
                    <a:pt x="1657048" y="1123097"/>
                    <a:pt x="1683657" y="1055364"/>
                  </a:cubicBezTo>
                  <a:cubicBezTo>
                    <a:pt x="1710266" y="987631"/>
                    <a:pt x="1734457" y="-117873"/>
                    <a:pt x="1770743" y="10336"/>
                  </a:cubicBezTo>
                  <a:cubicBezTo>
                    <a:pt x="1807029" y="138545"/>
                    <a:pt x="1869924" y="1585135"/>
                    <a:pt x="1901372" y="1824621"/>
                  </a:cubicBezTo>
                  <a:cubicBezTo>
                    <a:pt x="1932820" y="2064107"/>
                    <a:pt x="1935239" y="1464183"/>
                    <a:pt x="1959429" y="1447250"/>
                  </a:cubicBezTo>
                  <a:cubicBezTo>
                    <a:pt x="1983619" y="1430317"/>
                    <a:pt x="2017487" y="1713345"/>
                    <a:pt x="2046515" y="1723021"/>
                  </a:cubicBezTo>
                  <a:cubicBezTo>
                    <a:pt x="2075543" y="1732697"/>
                    <a:pt x="2065867" y="1527078"/>
                    <a:pt x="2133600" y="1505307"/>
                  </a:cubicBezTo>
                  <a:cubicBezTo>
                    <a:pt x="2201333" y="1483536"/>
                    <a:pt x="2329544" y="1594812"/>
                    <a:pt x="2452915" y="1592393"/>
                  </a:cubicBezTo>
                  <a:cubicBezTo>
                    <a:pt x="2576286" y="1589974"/>
                    <a:pt x="2760134" y="1490793"/>
                    <a:pt x="2873829" y="1490793"/>
                  </a:cubicBezTo>
                  <a:cubicBezTo>
                    <a:pt x="2987524" y="1490793"/>
                    <a:pt x="3067353" y="1575460"/>
                    <a:pt x="3135086" y="1592393"/>
                  </a:cubicBezTo>
                  <a:cubicBezTo>
                    <a:pt x="3202819" y="1609326"/>
                    <a:pt x="3241524" y="1600859"/>
                    <a:pt x="3280229" y="1592393"/>
                  </a:cubicBezTo>
                </a:path>
              </a:pathLst>
            </a:cu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3F8A0EA1-EBDB-45C5-AA6B-9B2B3807CFE8}"/>
                </a:ext>
              </a:extLst>
            </p:cNvPr>
            <p:cNvSpPr/>
            <p:nvPr/>
          </p:nvSpPr>
          <p:spPr>
            <a:xfrm>
              <a:off x="-715102" y="902140"/>
              <a:ext cx="458884" cy="1183961"/>
            </a:xfrm>
            <a:prstGeom prst="rect">
              <a:avLst/>
            </a:prstGeom>
            <a:solidFill>
              <a:srgbClr val="FF6699">
                <a:alpha val="47451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A254379-F63B-46E9-97E8-46484298699D}"/>
                </a:ext>
              </a:extLst>
            </p:cNvPr>
            <p:cNvSpPr/>
            <p:nvPr/>
          </p:nvSpPr>
          <p:spPr>
            <a:xfrm>
              <a:off x="-621258" y="1050498"/>
              <a:ext cx="498114" cy="476775"/>
            </a:xfrm>
            <a:prstGeom prst="rect">
              <a:avLst/>
            </a:prstGeom>
            <a:solidFill>
              <a:srgbClr val="FFFF00">
                <a:alpha val="45882"/>
              </a:srgbClr>
            </a:solidFill>
            <a:ln w="190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" name="Forme libre : forme 25">
              <a:extLst>
                <a:ext uri="{FF2B5EF4-FFF2-40B4-BE49-F238E27FC236}">
                  <a16:creationId xmlns:a16="http://schemas.microsoft.com/office/drawing/2014/main" id="{BA91AE61-3D0B-44E1-8209-DE8DAC26F2AD}"/>
                </a:ext>
              </a:extLst>
            </p:cNvPr>
            <p:cNvSpPr/>
            <p:nvPr/>
          </p:nvSpPr>
          <p:spPr>
            <a:xfrm>
              <a:off x="-1159114" y="906402"/>
              <a:ext cx="1342248" cy="950198"/>
            </a:xfrm>
            <a:custGeom>
              <a:avLst/>
              <a:gdLst>
                <a:gd name="connsiteX0" fmla="*/ 0 w 3280229"/>
                <a:gd name="connsiteY0" fmla="*/ 1563364 h 1880999"/>
                <a:gd name="connsiteX1" fmla="*/ 246743 w 3280229"/>
                <a:gd name="connsiteY1" fmla="*/ 1476279 h 1880999"/>
                <a:gd name="connsiteX2" fmla="*/ 493486 w 3280229"/>
                <a:gd name="connsiteY2" fmla="*/ 1592393 h 1880999"/>
                <a:gd name="connsiteX3" fmla="*/ 827315 w 3280229"/>
                <a:gd name="connsiteY3" fmla="*/ 1432736 h 1880999"/>
                <a:gd name="connsiteX4" fmla="*/ 1059543 w 3280229"/>
                <a:gd name="connsiteY4" fmla="*/ 1563364 h 1880999"/>
                <a:gd name="connsiteX5" fmla="*/ 1291772 w 3280229"/>
                <a:gd name="connsiteY5" fmla="*/ 1432736 h 1880999"/>
                <a:gd name="connsiteX6" fmla="*/ 1509486 w 3280229"/>
                <a:gd name="connsiteY6" fmla="*/ 1606907 h 1880999"/>
                <a:gd name="connsiteX7" fmla="*/ 1611086 w 3280229"/>
                <a:gd name="connsiteY7" fmla="*/ 416736 h 1880999"/>
                <a:gd name="connsiteX8" fmla="*/ 1683657 w 3280229"/>
                <a:gd name="connsiteY8" fmla="*/ 1055364 h 1880999"/>
                <a:gd name="connsiteX9" fmla="*/ 1770743 w 3280229"/>
                <a:gd name="connsiteY9" fmla="*/ 10336 h 1880999"/>
                <a:gd name="connsiteX10" fmla="*/ 1901372 w 3280229"/>
                <a:gd name="connsiteY10" fmla="*/ 1824621 h 1880999"/>
                <a:gd name="connsiteX11" fmla="*/ 1959429 w 3280229"/>
                <a:gd name="connsiteY11" fmla="*/ 1447250 h 1880999"/>
                <a:gd name="connsiteX12" fmla="*/ 2046515 w 3280229"/>
                <a:gd name="connsiteY12" fmla="*/ 1723021 h 1880999"/>
                <a:gd name="connsiteX13" fmla="*/ 2133600 w 3280229"/>
                <a:gd name="connsiteY13" fmla="*/ 1505307 h 1880999"/>
                <a:gd name="connsiteX14" fmla="*/ 2452915 w 3280229"/>
                <a:gd name="connsiteY14" fmla="*/ 1592393 h 1880999"/>
                <a:gd name="connsiteX15" fmla="*/ 2873829 w 3280229"/>
                <a:gd name="connsiteY15" fmla="*/ 1490793 h 1880999"/>
                <a:gd name="connsiteX16" fmla="*/ 3135086 w 3280229"/>
                <a:gd name="connsiteY16" fmla="*/ 1592393 h 1880999"/>
                <a:gd name="connsiteX17" fmla="*/ 3280229 w 3280229"/>
                <a:gd name="connsiteY17" fmla="*/ 1592393 h 1880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80229" h="1880999">
                  <a:moveTo>
                    <a:pt x="0" y="1563364"/>
                  </a:moveTo>
                  <a:cubicBezTo>
                    <a:pt x="82247" y="1517402"/>
                    <a:pt x="164495" y="1471441"/>
                    <a:pt x="246743" y="1476279"/>
                  </a:cubicBezTo>
                  <a:cubicBezTo>
                    <a:pt x="328991" y="1481117"/>
                    <a:pt x="396724" y="1599650"/>
                    <a:pt x="493486" y="1592393"/>
                  </a:cubicBezTo>
                  <a:cubicBezTo>
                    <a:pt x="590248" y="1585136"/>
                    <a:pt x="732972" y="1437574"/>
                    <a:pt x="827315" y="1432736"/>
                  </a:cubicBezTo>
                  <a:cubicBezTo>
                    <a:pt x="921658" y="1427898"/>
                    <a:pt x="982134" y="1563364"/>
                    <a:pt x="1059543" y="1563364"/>
                  </a:cubicBezTo>
                  <a:cubicBezTo>
                    <a:pt x="1136952" y="1563364"/>
                    <a:pt x="1216782" y="1425479"/>
                    <a:pt x="1291772" y="1432736"/>
                  </a:cubicBezTo>
                  <a:cubicBezTo>
                    <a:pt x="1366762" y="1439993"/>
                    <a:pt x="1456267" y="1776240"/>
                    <a:pt x="1509486" y="1606907"/>
                  </a:cubicBezTo>
                  <a:cubicBezTo>
                    <a:pt x="1562705" y="1437574"/>
                    <a:pt x="1582058" y="508660"/>
                    <a:pt x="1611086" y="416736"/>
                  </a:cubicBezTo>
                  <a:cubicBezTo>
                    <a:pt x="1640115" y="324812"/>
                    <a:pt x="1657048" y="1123097"/>
                    <a:pt x="1683657" y="1055364"/>
                  </a:cubicBezTo>
                  <a:cubicBezTo>
                    <a:pt x="1710266" y="987631"/>
                    <a:pt x="1734457" y="-117873"/>
                    <a:pt x="1770743" y="10336"/>
                  </a:cubicBezTo>
                  <a:cubicBezTo>
                    <a:pt x="1807029" y="138545"/>
                    <a:pt x="1869924" y="1585135"/>
                    <a:pt x="1901372" y="1824621"/>
                  </a:cubicBezTo>
                  <a:cubicBezTo>
                    <a:pt x="1932820" y="2064107"/>
                    <a:pt x="1935239" y="1464183"/>
                    <a:pt x="1959429" y="1447250"/>
                  </a:cubicBezTo>
                  <a:cubicBezTo>
                    <a:pt x="1983619" y="1430317"/>
                    <a:pt x="2017487" y="1713345"/>
                    <a:pt x="2046515" y="1723021"/>
                  </a:cubicBezTo>
                  <a:cubicBezTo>
                    <a:pt x="2075543" y="1732697"/>
                    <a:pt x="2065867" y="1527078"/>
                    <a:pt x="2133600" y="1505307"/>
                  </a:cubicBezTo>
                  <a:cubicBezTo>
                    <a:pt x="2201333" y="1483536"/>
                    <a:pt x="2329544" y="1594812"/>
                    <a:pt x="2452915" y="1592393"/>
                  </a:cubicBezTo>
                  <a:cubicBezTo>
                    <a:pt x="2576286" y="1589974"/>
                    <a:pt x="2760134" y="1490793"/>
                    <a:pt x="2873829" y="1490793"/>
                  </a:cubicBezTo>
                  <a:cubicBezTo>
                    <a:pt x="2987524" y="1490793"/>
                    <a:pt x="3067353" y="1575460"/>
                    <a:pt x="3135086" y="1592393"/>
                  </a:cubicBezTo>
                  <a:cubicBezTo>
                    <a:pt x="3202819" y="1609326"/>
                    <a:pt x="3241524" y="1600859"/>
                    <a:pt x="3280229" y="1592393"/>
                  </a:cubicBezTo>
                </a:path>
              </a:pathLst>
            </a:cu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D9190A4-4106-48C4-A8B7-1F6B0D3B732F}"/>
                </a:ext>
              </a:extLst>
            </p:cNvPr>
            <p:cNvSpPr/>
            <p:nvPr/>
          </p:nvSpPr>
          <p:spPr>
            <a:xfrm>
              <a:off x="-157922" y="1081690"/>
              <a:ext cx="1396990" cy="1187528"/>
            </a:xfrm>
            <a:custGeom>
              <a:avLst/>
              <a:gdLst>
                <a:gd name="connsiteX0" fmla="*/ 0 w 1059366"/>
                <a:gd name="connsiteY0" fmla="*/ 0 h 950198"/>
                <a:gd name="connsiteX1" fmla="*/ 1059366 w 1059366"/>
                <a:gd name="connsiteY1" fmla="*/ 0 h 950198"/>
                <a:gd name="connsiteX2" fmla="*/ 1059366 w 1059366"/>
                <a:gd name="connsiteY2" fmla="*/ 950198 h 950198"/>
                <a:gd name="connsiteX3" fmla="*/ 0 w 1059366"/>
                <a:gd name="connsiteY3" fmla="*/ 950198 h 950198"/>
                <a:gd name="connsiteX4" fmla="*/ 0 w 1059366"/>
                <a:gd name="connsiteY4" fmla="*/ 0 h 950198"/>
                <a:gd name="connsiteX0" fmla="*/ 534572 w 1593938"/>
                <a:gd name="connsiteY0" fmla="*/ 0 h 950198"/>
                <a:gd name="connsiteX1" fmla="*/ 1593938 w 1593938"/>
                <a:gd name="connsiteY1" fmla="*/ 0 h 950198"/>
                <a:gd name="connsiteX2" fmla="*/ 1593938 w 1593938"/>
                <a:gd name="connsiteY2" fmla="*/ 950198 h 950198"/>
                <a:gd name="connsiteX3" fmla="*/ 0 w 1593938"/>
                <a:gd name="connsiteY3" fmla="*/ 528168 h 950198"/>
                <a:gd name="connsiteX4" fmla="*/ 534572 w 1593938"/>
                <a:gd name="connsiteY4" fmla="*/ 0 h 950198"/>
                <a:gd name="connsiteX0" fmla="*/ 0 w 1622073"/>
                <a:gd name="connsiteY0" fmla="*/ 84406 h 950198"/>
                <a:gd name="connsiteX1" fmla="*/ 1622073 w 1622073"/>
                <a:gd name="connsiteY1" fmla="*/ 0 h 950198"/>
                <a:gd name="connsiteX2" fmla="*/ 1622073 w 1622073"/>
                <a:gd name="connsiteY2" fmla="*/ 950198 h 950198"/>
                <a:gd name="connsiteX3" fmla="*/ 28135 w 1622073"/>
                <a:gd name="connsiteY3" fmla="*/ 528168 h 950198"/>
                <a:gd name="connsiteX4" fmla="*/ 0 w 1622073"/>
                <a:gd name="connsiteY4" fmla="*/ 84406 h 950198"/>
                <a:gd name="connsiteX0" fmla="*/ 0 w 1622073"/>
                <a:gd name="connsiteY0" fmla="*/ 84406 h 1161213"/>
                <a:gd name="connsiteX1" fmla="*/ 1622073 w 1622073"/>
                <a:gd name="connsiteY1" fmla="*/ 0 h 1161213"/>
                <a:gd name="connsiteX2" fmla="*/ 1256313 w 1622073"/>
                <a:gd name="connsiteY2" fmla="*/ 1161213 h 1161213"/>
                <a:gd name="connsiteX3" fmla="*/ 28135 w 1622073"/>
                <a:gd name="connsiteY3" fmla="*/ 528168 h 1161213"/>
                <a:gd name="connsiteX4" fmla="*/ 0 w 1622073"/>
                <a:gd name="connsiteY4" fmla="*/ 84406 h 1161213"/>
                <a:gd name="connsiteX0" fmla="*/ 0 w 1270381"/>
                <a:gd name="connsiteY0" fmla="*/ 0 h 1076807"/>
                <a:gd name="connsiteX1" fmla="*/ 1270381 w 1270381"/>
                <a:gd name="connsiteY1" fmla="*/ 84407 h 1076807"/>
                <a:gd name="connsiteX2" fmla="*/ 1256313 w 1270381"/>
                <a:gd name="connsiteY2" fmla="*/ 1076807 h 1076807"/>
                <a:gd name="connsiteX3" fmla="*/ 28135 w 1270381"/>
                <a:gd name="connsiteY3" fmla="*/ 443762 h 1076807"/>
                <a:gd name="connsiteX4" fmla="*/ 0 w 1270381"/>
                <a:gd name="connsiteY4" fmla="*/ 0 h 1076807"/>
                <a:gd name="connsiteX0" fmla="*/ 0 w 1270381"/>
                <a:gd name="connsiteY0" fmla="*/ 0 h 1076807"/>
                <a:gd name="connsiteX1" fmla="*/ 1270381 w 1270381"/>
                <a:gd name="connsiteY1" fmla="*/ 84407 h 1076807"/>
                <a:gd name="connsiteX2" fmla="*/ 1256313 w 1270381"/>
                <a:gd name="connsiteY2" fmla="*/ 1076807 h 1076807"/>
                <a:gd name="connsiteX3" fmla="*/ 28135 w 1270381"/>
                <a:gd name="connsiteY3" fmla="*/ 443762 h 1076807"/>
                <a:gd name="connsiteX4" fmla="*/ 0 w 1270381"/>
                <a:gd name="connsiteY4" fmla="*/ 0 h 1076807"/>
                <a:gd name="connsiteX0" fmla="*/ 0 w 1270381"/>
                <a:gd name="connsiteY0" fmla="*/ 0 h 1076807"/>
                <a:gd name="connsiteX1" fmla="*/ 1270381 w 1270381"/>
                <a:gd name="connsiteY1" fmla="*/ 84407 h 1076807"/>
                <a:gd name="connsiteX2" fmla="*/ 1256313 w 1270381"/>
                <a:gd name="connsiteY2" fmla="*/ 1076807 h 1076807"/>
                <a:gd name="connsiteX3" fmla="*/ 28135 w 1270381"/>
                <a:gd name="connsiteY3" fmla="*/ 443762 h 1076807"/>
                <a:gd name="connsiteX4" fmla="*/ 0 w 1270381"/>
                <a:gd name="connsiteY4" fmla="*/ 0 h 1076807"/>
                <a:gd name="connsiteX0" fmla="*/ 0 w 1270381"/>
                <a:gd name="connsiteY0" fmla="*/ 0 h 1124975"/>
                <a:gd name="connsiteX1" fmla="*/ 1270381 w 1270381"/>
                <a:gd name="connsiteY1" fmla="*/ 84407 h 1124975"/>
                <a:gd name="connsiteX2" fmla="*/ 1256313 w 1270381"/>
                <a:gd name="connsiteY2" fmla="*/ 1076807 h 1124975"/>
                <a:gd name="connsiteX3" fmla="*/ 28135 w 1270381"/>
                <a:gd name="connsiteY3" fmla="*/ 443762 h 1124975"/>
                <a:gd name="connsiteX4" fmla="*/ 0 w 1270381"/>
                <a:gd name="connsiteY4" fmla="*/ 0 h 1124975"/>
                <a:gd name="connsiteX0" fmla="*/ 0 w 1270381"/>
                <a:gd name="connsiteY0" fmla="*/ 0 h 1124975"/>
                <a:gd name="connsiteX1" fmla="*/ 1270381 w 1270381"/>
                <a:gd name="connsiteY1" fmla="*/ 84407 h 1124975"/>
                <a:gd name="connsiteX2" fmla="*/ 1256313 w 1270381"/>
                <a:gd name="connsiteY2" fmla="*/ 1076807 h 1124975"/>
                <a:gd name="connsiteX3" fmla="*/ 28135 w 1270381"/>
                <a:gd name="connsiteY3" fmla="*/ 443762 h 1124975"/>
                <a:gd name="connsiteX4" fmla="*/ 0 w 1270381"/>
                <a:gd name="connsiteY4" fmla="*/ 0 h 1124975"/>
                <a:gd name="connsiteX0" fmla="*/ 0 w 1256313"/>
                <a:gd name="connsiteY0" fmla="*/ 0 h 1124975"/>
                <a:gd name="connsiteX1" fmla="*/ 1228178 w 1256313"/>
                <a:gd name="connsiteY1" fmla="*/ 84407 h 1124975"/>
                <a:gd name="connsiteX2" fmla="*/ 1256313 w 1256313"/>
                <a:gd name="connsiteY2" fmla="*/ 1076807 h 1124975"/>
                <a:gd name="connsiteX3" fmla="*/ 28135 w 1256313"/>
                <a:gd name="connsiteY3" fmla="*/ 443762 h 1124975"/>
                <a:gd name="connsiteX4" fmla="*/ 0 w 1256313"/>
                <a:gd name="connsiteY4" fmla="*/ 0 h 1124975"/>
                <a:gd name="connsiteX0" fmla="*/ 0 w 1242245"/>
                <a:gd name="connsiteY0" fmla="*/ 0 h 1149721"/>
                <a:gd name="connsiteX1" fmla="*/ 1228178 w 1242245"/>
                <a:gd name="connsiteY1" fmla="*/ 84407 h 1149721"/>
                <a:gd name="connsiteX2" fmla="*/ 1242245 w 1242245"/>
                <a:gd name="connsiteY2" fmla="*/ 1104943 h 1149721"/>
                <a:gd name="connsiteX3" fmla="*/ 28135 w 1242245"/>
                <a:gd name="connsiteY3" fmla="*/ 443762 h 1149721"/>
                <a:gd name="connsiteX4" fmla="*/ 0 w 1242245"/>
                <a:gd name="connsiteY4" fmla="*/ 0 h 1149721"/>
                <a:gd name="connsiteX0" fmla="*/ 0 w 1228178"/>
                <a:gd name="connsiteY0" fmla="*/ 0 h 1149721"/>
                <a:gd name="connsiteX1" fmla="*/ 1228178 w 1228178"/>
                <a:gd name="connsiteY1" fmla="*/ 84407 h 1149721"/>
                <a:gd name="connsiteX2" fmla="*/ 1200042 w 1228178"/>
                <a:gd name="connsiteY2" fmla="*/ 1104943 h 1149721"/>
                <a:gd name="connsiteX3" fmla="*/ 28135 w 1228178"/>
                <a:gd name="connsiteY3" fmla="*/ 443762 h 1149721"/>
                <a:gd name="connsiteX4" fmla="*/ 0 w 1228178"/>
                <a:gd name="connsiteY4" fmla="*/ 0 h 1149721"/>
                <a:gd name="connsiteX0" fmla="*/ 0 w 1214110"/>
                <a:gd name="connsiteY0" fmla="*/ 0 h 1149721"/>
                <a:gd name="connsiteX1" fmla="*/ 1214110 w 1214110"/>
                <a:gd name="connsiteY1" fmla="*/ 112543 h 1149721"/>
                <a:gd name="connsiteX2" fmla="*/ 1200042 w 1214110"/>
                <a:gd name="connsiteY2" fmla="*/ 1104943 h 1149721"/>
                <a:gd name="connsiteX3" fmla="*/ 28135 w 1214110"/>
                <a:gd name="connsiteY3" fmla="*/ 443762 h 1149721"/>
                <a:gd name="connsiteX4" fmla="*/ 0 w 1214110"/>
                <a:gd name="connsiteY4" fmla="*/ 0 h 1149721"/>
                <a:gd name="connsiteX0" fmla="*/ 0 w 1200042"/>
                <a:gd name="connsiteY0" fmla="*/ 0 h 1149721"/>
                <a:gd name="connsiteX1" fmla="*/ 1200042 w 1200042"/>
                <a:gd name="connsiteY1" fmla="*/ 154746 h 1149721"/>
                <a:gd name="connsiteX2" fmla="*/ 1200042 w 1200042"/>
                <a:gd name="connsiteY2" fmla="*/ 1104943 h 1149721"/>
                <a:gd name="connsiteX3" fmla="*/ 28135 w 1200042"/>
                <a:gd name="connsiteY3" fmla="*/ 443762 h 1149721"/>
                <a:gd name="connsiteX4" fmla="*/ 0 w 1200042"/>
                <a:gd name="connsiteY4" fmla="*/ 0 h 1149721"/>
                <a:gd name="connsiteX0" fmla="*/ 0 w 1396990"/>
                <a:gd name="connsiteY0" fmla="*/ 0 h 1187528"/>
                <a:gd name="connsiteX1" fmla="*/ 1200042 w 1396990"/>
                <a:gd name="connsiteY1" fmla="*/ 154746 h 1187528"/>
                <a:gd name="connsiteX2" fmla="*/ 1396990 w 1396990"/>
                <a:gd name="connsiteY2" fmla="*/ 1147146 h 1187528"/>
                <a:gd name="connsiteX3" fmla="*/ 28135 w 1396990"/>
                <a:gd name="connsiteY3" fmla="*/ 443762 h 1187528"/>
                <a:gd name="connsiteX4" fmla="*/ 0 w 1396990"/>
                <a:gd name="connsiteY4" fmla="*/ 0 h 1187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6990" h="1187528">
                  <a:moveTo>
                    <a:pt x="0" y="0"/>
                  </a:moveTo>
                  <a:cubicBezTo>
                    <a:pt x="423460" y="28136"/>
                    <a:pt x="368619" y="647115"/>
                    <a:pt x="1200042" y="154746"/>
                  </a:cubicBezTo>
                  <a:lnTo>
                    <a:pt x="1396990" y="1147146"/>
                  </a:lnTo>
                  <a:cubicBezTo>
                    <a:pt x="973529" y="1287824"/>
                    <a:pt x="451596" y="1062740"/>
                    <a:pt x="28135" y="443762"/>
                  </a:cubicBez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FFC000">
                    <a:alpha val="19000"/>
                  </a:srgbClr>
                </a:gs>
                <a:gs pos="0">
                  <a:srgbClr val="FF6699">
                    <a:alpha val="46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9" name="Ellipse 48">
              <a:extLst>
                <a:ext uri="{FF2B5EF4-FFF2-40B4-BE49-F238E27FC236}">
                  <a16:creationId xmlns:a16="http://schemas.microsoft.com/office/drawing/2014/main" id="{543A835C-AD81-45B4-8745-512F47A55E22}"/>
                </a:ext>
              </a:extLst>
            </p:cNvPr>
            <p:cNvSpPr/>
            <p:nvPr/>
          </p:nvSpPr>
          <p:spPr>
            <a:xfrm>
              <a:off x="809336" y="1090567"/>
              <a:ext cx="1134165" cy="114972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FF66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0" name="Forme libre : forme 49">
              <a:extLst>
                <a:ext uri="{FF2B5EF4-FFF2-40B4-BE49-F238E27FC236}">
                  <a16:creationId xmlns:a16="http://schemas.microsoft.com/office/drawing/2014/main" id="{E37CACD8-7416-4FB3-98C2-47CD7AB05686}"/>
                </a:ext>
              </a:extLst>
            </p:cNvPr>
            <p:cNvSpPr/>
            <p:nvPr/>
          </p:nvSpPr>
          <p:spPr>
            <a:xfrm>
              <a:off x="966545" y="1395559"/>
              <a:ext cx="607480" cy="496393"/>
            </a:xfrm>
            <a:custGeom>
              <a:avLst/>
              <a:gdLst>
                <a:gd name="connsiteX0" fmla="*/ 0 w 886264"/>
                <a:gd name="connsiteY0" fmla="*/ 520600 h 578118"/>
                <a:gd name="connsiteX1" fmla="*/ 182880 w 886264"/>
                <a:gd name="connsiteY1" fmla="*/ 464329 h 578118"/>
                <a:gd name="connsiteX2" fmla="*/ 407963 w 886264"/>
                <a:gd name="connsiteY2" fmla="*/ 95 h 578118"/>
                <a:gd name="connsiteX3" fmla="*/ 618978 w 886264"/>
                <a:gd name="connsiteY3" fmla="*/ 506532 h 578118"/>
                <a:gd name="connsiteX4" fmla="*/ 886264 w 886264"/>
                <a:gd name="connsiteY4" fmla="*/ 562803 h 578118"/>
                <a:gd name="connsiteX0" fmla="*/ 0 w 916744"/>
                <a:gd name="connsiteY0" fmla="*/ 566322 h 578120"/>
                <a:gd name="connsiteX1" fmla="*/ 213360 w 916744"/>
                <a:gd name="connsiteY1" fmla="*/ 464331 h 578120"/>
                <a:gd name="connsiteX2" fmla="*/ 438443 w 916744"/>
                <a:gd name="connsiteY2" fmla="*/ 97 h 578120"/>
                <a:gd name="connsiteX3" fmla="*/ 649458 w 916744"/>
                <a:gd name="connsiteY3" fmla="*/ 506534 h 578120"/>
                <a:gd name="connsiteX4" fmla="*/ 916744 w 916744"/>
                <a:gd name="connsiteY4" fmla="*/ 562805 h 578120"/>
                <a:gd name="connsiteX0" fmla="*/ 0 w 916744"/>
                <a:gd name="connsiteY0" fmla="*/ 566322 h 570656"/>
                <a:gd name="connsiteX1" fmla="*/ 213360 w 916744"/>
                <a:gd name="connsiteY1" fmla="*/ 464331 h 570656"/>
                <a:gd name="connsiteX2" fmla="*/ 438443 w 916744"/>
                <a:gd name="connsiteY2" fmla="*/ 97 h 570656"/>
                <a:gd name="connsiteX3" fmla="*/ 649458 w 916744"/>
                <a:gd name="connsiteY3" fmla="*/ 506534 h 570656"/>
                <a:gd name="connsiteX4" fmla="*/ 916744 w 916744"/>
                <a:gd name="connsiteY4" fmla="*/ 547565 h 570656"/>
                <a:gd name="connsiteX0" fmla="*/ 0 w 893884"/>
                <a:gd name="connsiteY0" fmla="*/ 566322 h 600833"/>
                <a:gd name="connsiteX1" fmla="*/ 213360 w 893884"/>
                <a:gd name="connsiteY1" fmla="*/ 464331 h 600833"/>
                <a:gd name="connsiteX2" fmla="*/ 438443 w 893884"/>
                <a:gd name="connsiteY2" fmla="*/ 97 h 600833"/>
                <a:gd name="connsiteX3" fmla="*/ 649458 w 893884"/>
                <a:gd name="connsiteY3" fmla="*/ 506534 h 600833"/>
                <a:gd name="connsiteX4" fmla="*/ 893884 w 893884"/>
                <a:gd name="connsiteY4" fmla="*/ 593285 h 600833"/>
                <a:gd name="connsiteX0" fmla="*/ 0 w 893884"/>
                <a:gd name="connsiteY0" fmla="*/ 566322 h 593285"/>
                <a:gd name="connsiteX1" fmla="*/ 213360 w 893884"/>
                <a:gd name="connsiteY1" fmla="*/ 464331 h 593285"/>
                <a:gd name="connsiteX2" fmla="*/ 438443 w 893884"/>
                <a:gd name="connsiteY2" fmla="*/ 97 h 593285"/>
                <a:gd name="connsiteX3" fmla="*/ 649458 w 893884"/>
                <a:gd name="connsiteY3" fmla="*/ 506534 h 593285"/>
                <a:gd name="connsiteX4" fmla="*/ 893884 w 893884"/>
                <a:gd name="connsiteY4" fmla="*/ 593285 h 593285"/>
                <a:gd name="connsiteX0" fmla="*/ 0 w 909124"/>
                <a:gd name="connsiteY0" fmla="*/ 604423 h 606948"/>
                <a:gd name="connsiteX1" fmla="*/ 228600 w 909124"/>
                <a:gd name="connsiteY1" fmla="*/ 464332 h 606948"/>
                <a:gd name="connsiteX2" fmla="*/ 453683 w 909124"/>
                <a:gd name="connsiteY2" fmla="*/ 98 h 606948"/>
                <a:gd name="connsiteX3" fmla="*/ 664698 w 909124"/>
                <a:gd name="connsiteY3" fmla="*/ 506535 h 606948"/>
                <a:gd name="connsiteX4" fmla="*/ 909124 w 909124"/>
                <a:gd name="connsiteY4" fmla="*/ 593286 h 606948"/>
                <a:gd name="connsiteX0" fmla="*/ 0 w 909124"/>
                <a:gd name="connsiteY0" fmla="*/ 604423 h 630869"/>
                <a:gd name="connsiteX1" fmla="*/ 228600 w 909124"/>
                <a:gd name="connsiteY1" fmla="*/ 464332 h 630869"/>
                <a:gd name="connsiteX2" fmla="*/ 453683 w 909124"/>
                <a:gd name="connsiteY2" fmla="*/ 98 h 630869"/>
                <a:gd name="connsiteX3" fmla="*/ 664698 w 909124"/>
                <a:gd name="connsiteY3" fmla="*/ 506535 h 630869"/>
                <a:gd name="connsiteX4" fmla="*/ 909124 w 909124"/>
                <a:gd name="connsiteY4" fmla="*/ 630869 h 630869"/>
                <a:gd name="connsiteX0" fmla="*/ 0 w 909124"/>
                <a:gd name="connsiteY0" fmla="*/ 604423 h 606948"/>
                <a:gd name="connsiteX1" fmla="*/ 228600 w 909124"/>
                <a:gd name="connsiteY1" fmla="*/ 464332 h 606948"/>
                <a:gd name="connsiteX2" fmla="*/ 453683 w 909124"/>
                <a:gd name="connsiteY2" fmla="*/ 98 h 606948"/>
                <a:gd name="connsiteX3" fmla="*/ 664698 w 909124"/>
                <a:gd name="connsiteY3" fmla="*/ 506535 h 606948"/>
                <a:gd name="connsiteX4" fmla="*/ 909124 w 909124"/>
                <a:gd name="connsiteY4" fmla="*/ 593286 h 606948"/>
                <a:gd name="connsiteX0" fmla="*/ 0 w 916606"/>
                <a:gd name="connsiteY0" fmla="*/ 604423 h 612077"/>
                <a:gd name="connsiteX1" fmla="*/ 228600 w 916606"/>
                <a:gd name="connsiteY1" fmla="*/ 464332 h 612077"/>
                <a:gd name="connsiteX2" fmla="*/ 453683 w 916606"/>
                <a:gd name="connsiteY2" fmla="*/ 98 h 612077"/>
                <a:gd name="connsiteX3" fmla="*/ 664698 w 916606"/>
                <a:gd name="connsiteY3" fmla="*/ 506535 h 612077"/>
                <a:gd name="connsiteX4" fmla="*/ 916606 w 916606"/>
                <a:gd name="connsiteY4" fmla="*/ 612077 h 612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6606" h="612077">
                  <a:moveTo>
                    <a:pt x="0" y="604423"/>
                  </a:moveTo>
                  <a:cubicBezTo>
                    <a:pt x="57443" y="619663"/>
                    <a:pt x="152986" y="565053"/>
                    <a:pt x="228600" y="464332"/>
                  </a:cubicBezTo>
                  <a:cubicBezTo>
                    <a:pt x="304214" y="363611"/>
                    <a:pt x="381000" y="-6936"/>
                    <a:pt x="453683" y="98"/>
                  </a:cubicBezTo>
                  <a:cubicBezTo>
                    <a:pt x="526366" y="7132"/>
                    <a:pt x="584981" y="412750"/>
                    <a:pt x="664698" y="506535"/>
                  </a:cubicBezTo>
                  <a:cubicBezTo>
                    <a:pt x="744415" y="600320"/>
                    <a:pt x="769481" y="600354"/>
                    <a:pt x="916606" y="612077"/>
                  </a:cubicBezTo>
                </a:path>
              </a:pathLst>
            </a:custGeom>
            <a:solidFill>
              <a:srgbClr val="FF0000">
                <a:alpha val="3098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1" name="Forme libre : forme 50">
              <a:extLst>
                <a:ext uri="{FF2B5EF4-FFF2-40B4-BE49-F238E27FC236}">
                  <a16:creationId xmlns:a16="http://schemas.microsoft.com/office/drawing/2014/main" id="{D821BEFA-DE44-4D74-A000-6D3665CB6E99}"/>
                </a:ext>
              </a:extLst>
            </p:cNvPr>
            <p:cNvSpPr/>
            <p:nvPr/>
          </p:nvSpPr>
          <p:spPr>
            <a:xfrm>
              <a:off x="1112626" y="1516767"/>
              <a:ext cx="781107" cy="375185"/>
            </a:xfrm>
            <a:custGeom>
              <a:avLst/>
              <a:gdLst>
                <a:gd name="connsiteX0" fmla="*/ 0 w 886264"/>
                <a:gd name="connsiteY0" fmla="*/ 520600 h 578118"/>
                <a:gd name="connsiteX1" fmla="*/ 182880 w 886264"/>
                <a:gd name="connsiteY1" fmla="*/ 464329 h 578118"/>
                <a:gd name="connsiteX2" fmla="*/ 407963 w 886264"/>
                <a:gd name="connsiteY2" fmla="*/ 95 h 578118"/>
                <a:gd name="connsiteX3" fmla="*/ 618978 w 886264"/>
                <a:gd name="connsiteY3" fmla="*/ 506532 h 578118"/>
                <a:gd name="connsiteX4" fmla="*/ 886264 w 886264"/>
                <a:gd name="connsiteY4" fmla="*/ 562803 h 578118"/>
                <a:gd name="connsiteX0" fmla="*/ 0 w 916744"/>
                <a:gd name="connsiteY0" fmla="*/ 566322 h 578120"/>
                <a:gd name="connsiteX1" fmla="*/ 213360 w 916744"/>
                <a:gd name="connsiteY1" fmla="*/ 464331 h 578120"/>
                <a:gd name="connsiteX2" fmla="*/ 438443 w 916744"/>
                <a:gd name="connsiteY2" fmla="*/ 97 h 578120"/>
                <a:gd name="connsiteX3" fmla="*/ 649458 w 916744"/>
                <a:gd name="connsiteY3" fmla="*/ 506534 h 578120"/>
                <a:gd name="connsiteX4" fmla="*/ 916744 w 916744"/>
                <a:gd name="connsiteY4" fmla="*/ 562805 h 578120"/>
                <a:gd name="connsiteX0" fmla="*/ 0 w 916744"/>
                <a:gd name="connsiteY0" fmla="*/ 566322 h 570656"/>
                <a:gd name="connsiteX1" fmla="*/ 213360 w 916744"/>
                <a:gd name="connsiteY1" fmla="*/ 464331 h 570656"/>
                <a:gd name="connsiteX2" fmla="*/ 438443 w 916744"/>
                <a:gd name="connsiteY2" fmla="*/ 97 h 570656"/>
                <a:gd name="connsiteX3" fmla="*/ 649458 w 916744"/>
                <a:gd name="connsiteY3" fmla="*/ 506534 h 570656"/>
                <a:gd name="connsiteX4" fmla="*/ 916744 w 916744"/>
                <a:gd name="connsiteY4" fmla="*/ 547565 h 570656"/>
                <a:gd name="connsiteX0" fmla="*/ 0 w 893884"/>
                <a:gd name="connsiteY0" fmla="*/ 566322 h 600833"/>
                <a:gd name="connsiteX1" fmla="*/ 213360 w 893884"/>
                <a:gd name="connsiteY1" fmla="*/ 464331 h 600833"/>
                <a:gd name="connsiteX2" fmla="*/ 438443 w 893884"/>
                <a:gd name="connsiteY2" fmla="*/ 97 h 600833"/>
                <a:gd name="connsiteX3" fmla="*/ 649458 w 893884"/>
                <a:gd name="connsiteY3" fmla="*/ 506534 h 600833"/>
                <a:gd name="connsiteX4" fmla="*/ 893884 w 893884"/>
                <a:gd name="connsiteY4" fmla="*/ 593285 h 600833"/>
                <a:gd name="connsiteX0" fmla="*/ 0 w 893884"/>
                <a:gd name="connsiteY0" fmla="*/ 566322 h 593285"/>
                <a:gd name="connsiteX1" fmla="*/ 213360 w 893884"/>
                <a:gd name="connsiteY1" fmla="*/ 464331 h 593285"/>
                <a:gd name="connsiteX2" fmla="*/ 438443 w 893884"/>
                <a:gd name="connsiteY2" fmla="*/ 97 h 593285"/>
                <a:gd name="connsiteX3" fmla="*/ 649458 w 893884"/>
                <a:gd name="connsiteY3" fmla="*/ 506534 h 593285"/>
                <a:gd name="connsiteX4" fmla="*/ 893884 w 893884"/>
                <a:gd name="connsiteY4" fmla="*/ 593285 h 593285"/>
                <a:gd name="connsiteX0" fmla="*/ 0 w 909124"/>
                <a:gd name="connsiteY0" fmla="*/ 604423 h 606948"/>
                <a:gd name="connsiteX1" fmla="*/ 228600 w 909124"/>
                <a:gd name="connsiteY1" fmla="*/ 464332 h 606948"/>
                <a:gd name="connsiteX2" fmla="*/ 453683 w 909124"/>
                <a:gd name="connsiteY2" fmla="*/ 98 h 606948"/>
                <a:gd name="connsiteX3" fmla="*/ 664698 w 909124"/>
                <a:gd name="connsiteY3" fmla="*/ 506535 h 606948"/>
                <a:gd name="connsiteX4" fmla="*/ 909124 w 909124"/>
                <a:gd name="connsiteY4" fmla="*/ 593286 h 606948"/>
                <a:gd name="connsiteX0" fmla="*/ 0 w 909124"/>
                <a:gd name="connsiteY0" fmla="*/ 604423 h 630869"/>
                <a:gd name="connsiteX1" fmla="*/ 228600 w 909124"/>
                <a:gd name="connsiteY1" fmla="*/ 464332 h 630869"/>
                <a:gd name="connsiteX2" fmla="*/ 453683 w 909124"/>
                <a:gd name="connsiteY2" fmla="*/ 98 h 630869"/>
                <a:gd name="connsiteX3" fmla="*/ 664698 w 909124"/>
                <a:gd name="connsiteY3" fmla="*/ 506535 h 630869"/>
                <a:gd name="connsiteX4" fmla="*/ 909124 w 909124"/>
                <a:gd name="connsiteY4" fmla="*/ 630869 h 630869"/>
                <a:gd name="connsiteX0" fmla="*/ 0 w 909124"/>
                <a:gd name="connsiteY0" fmla="*/ 604423 h 606948"/>
                <a:gd name="connsiteX1" fmla="*/ 228600 w 909124"/>
                <a:gd name="connsiteY1" fmla="*/ 464332 h 606948"/>
                <a:gd name="connsiteX2" fmla="*/ 453683 w 909124"/>
                <a:gd name="connsiteY2" fmla="*/ 98 h 606948"/>
                <a:gd name="connsiteX3" fmla="*/ 664698 w 909124"/>
                <a:gd name="connsiteY3" fmla="*/ 506535 h 606948"/>
                <a:gd name="connsiteX4" fmla="*/ 909124 w 909124"/>
                <a:gd name="connsiteY4" fmla="*/ 593286 h 606948"/>
                <a:gd name="connsiteX0" fmla="*/ 0 w 916606"/>
                <a:gd name="connsiteY0" fmla="*/ 604423 h 612077"/>
                <a:gd name="connsiteX1" fmla="*/ 228600 w 916606"/>
                <a:gd name="connsiteY1" fmla="*/ 464332 h 612077"/>
                <a:gd name="connsiteX2" fmla="*/ 453683 w 916606"/>
                <a:gd name="connsiteY2" fmla="*/ 98 h 612077"/>
                <a:gd name="connsiteX3" fmla="*/ 664698 w 916606"/>
                <a:gd name="connsiteY3" fmla="*/ 506535 h 612077"/>
                <a:gd name="connsiteX4" fmla="*/ 916606 w 916606"/>
                <a:gd name="connsiteY4" fmla="*/ 612077 h 612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6606" h="612077">
                  <a:moveTo>
                    <a:pt x="0" y="604423"/>
                  </a:moveTo>
                  <a:cubicBezTo>
                    <a:pt x="57443" y="619663"/>
                    <a:pt x="152986" y="565053"/>
                    <a:pt x="228600" y="464332"/>
                  </a:cubicBezTo>
                  <a:cubicBezTo>
                    <a:pt x="304214" y="363611"/>
                    <a:pt x="381000" y="-6936"/>
                    <a:pt x="453683" y="98"/>
                  </a:cubicBezTo>
                  <a:cubicBezTo>
                    <a:pt x="526366" y="7132"/>
                    <a:pt x="584981" y="412750"/>
                    <a:pt x="664698" y="506535"/>
                  </a:cubicBezTo>
                  <a:cubicBezTo>
                    <a:pt x="744415" y="600320"/>
                    <a:pt x="769481" y="600354"/>
                    <a:pt x="916606" y="612077"/>
                  </a:cubicBezTo>
                </a:path>
              </a:pathLst>
            </a:custGeom>
            <a:solidFill>
              <a:srgbClr val="00B0F0">
                <a:alpha val="30980"/>
              </a:srgb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2" name="ZoneTexte 51">
              <a:extLst>
                <a:ext uri="{FF2B5EF4-FFF2-40B4-BE49-F238E27FC236}">
                  <a16:creationId xmlns:a16="http://schemas.microsoft.com/office/drawing/2014/main" id="{88FF9548-2285-4BB8-AC19-47DA6127809D}"/>
                </a:ext>
              </a:extLst>
            </p:cNvPr>
            <p:cNvSpPr txBox="1"/>
            <p:nvPr/>
          </p:nvSpPr>
          <p:spPr>
            <a:xfrm>
              <a:off x="325234" y="2300410"/>
              <a:ext cx="196079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i="1" dirty="0" err="1">
                  <a:latin typeface="Playfair Display" pitchFamily="2" charset="0"/>
                </a:rPr>
                <a:t>Thông</a:t>
              </a:r>
              <a:r>
                <a:rPr lang="fr-FR" sz="1600" i="1" dirty="0">
                  <a:latin typeface="Playfair Display" pitchFamily="2" charset="0"/>
                </a:rPr>
                <a:t> </a:t>
              </a:r>
              <a:r>
                <a:rPr lang="fr-FR" sz="1600" i="1" dirty="0" err="1">
                  <a:latin typeface="Playfair Display" pitchFamily="2" charset="0"/>
                </a:rPr>
                <a:t>số</a:t>
              </a:r>
              <a:r>
                <a:rPr lang="fr-FR" sz="1600" i="1" dirty="0">
                  <a:latin typeface="Playfair Display" pitchFamily="2" charset="0"/>
                </a:rPr>
                <a:t>/</a:t>
              </a:r>
              <a:r>
                <a:rPr lang="fr-FR" sz="1600" i="1" dirty="0" err="1">
                  <a:latin typeface="Playfair Display" pitchFamily="2" charset="0"/>
                </a:rPr>
                <a:t>thuộc</a:t>
              </a:r>
              <a:r>
                <a:rPr lang="fr-FR" sz="1600" i="1" dirty="0">
                  <a:latin typeface="Playfair Display" pitchFamily="2" charset="0"/>
                </a:rPr>
                <a:t> </a:t>
              </a:r>
              <a:r>
                <a:rPr lang="fr-FR" sz="1600" i="1" dirty="0" err="1">
                  <a:latin typeface="Playfair Display" pitchFamily="2" charset="0"/>
                </a:rPr>
                <a:t>tính</a:t>
              </a:r>
              <a:endParaRPr lang="fr-FR" sz="1600" i="1" dirty="0">
                <a:latin typeface="Playfair Display" pitchFamily="2" charset="0"/>
              </a:endParaRPr>
            </a:p>
          </p:txBody>
        </p:sp>
        <p:sp>
          <p:nvSpPr>
            <p:cNvPr id="53" name="ZoneTexte 52">
              <a:extLst>
                <a:ext uri="{FF2B5EF4-FFF2-40B4-BE49-F238E27FC236}">
                  <a16:creationId xmlns:a16="http://schemas.microsoft.com/office/drawing/2014/main" id="{E4FA4DDD-5DBF-4B11-9EB6-0248D63D7A96}"/>
                </a:ext>
              </a:extLst>
            </p:cNvPr>
            <p:cNvSpPr txBox="1"/>
            <p:nvPr/>
          </p:nvSpPr>
          <p:spPr>
            <a:xfrm>
              <a:off x="-2421417" y="297537"/>
              <a:ext cx="37978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i="1" dirty="0" err="1">
                  <a:latin typeface="Playfair Display" pitchFamily="2" charset="0"/>
                </a:rPr>
                <a:t>Giai</a:t>
              </a:r>
              <a:r>
                <a:rPr lang="fr-FR" sz="2000" i="1" dirty="0">
                  <a:latin typeface="Playfair Display" pitchFamily="2" charset="0"/>
                </a:rPr>
                <a:t> </a:t>
              </a:r>
              <a:r>
                <a:rPr lang="fr-FR" sz="2000" i="1" dirty="0" err="1">
                  <a:latin typeface="Playfair Display" pitchFamily="2" charset="0"/>
                </a:rPr>
                <a:t>đoạn</a:t>
              </a:r>
              <a:r>
                <a:rPr lang="fr-FR" sz="2000" i="1" dirty="0">
                  <a:latin typeface="Playfair Display" pitchFamily="2" charset="0"/>
                </a:rPr>
                <a:t> 1: </a:t>
              </a:r>
              <a:r>
                <a:rPr lang="fr-FR" sz="2000" i="1" dirty="0" err="1">
                  <a:latin typeface="Playfair Display" pitchFamily="2" charset="0"/>
                </a:rPr>
                <a:t>Xây</a:t>
              </a:r>
              <a:r>
                <a:rPr lang="fr-FR" sz="2000" i="1" dirty="0">
                  <a:latin typeface="Playfair Display" pitchFamily="2" charset="0"/>
                </a:rPr>
                <a:t> </a:t>
              </a:r>
              <a:r>
                <a:rPr lang="fr-FR" sz="2000" i="1" dirty="0" err="1">
                  <a:latin typeface="Playfair Display" pitchFamily="2" charset="0"/>
                </a:rPr>
                <a:t>dựng</a:t>
              </a:r>
              <a:r>
                <a:rPr lang="fr-FR" sz="2000" i="1" dirty="0">
                  <a:latin typeface="Playfair Display" pitchFamily="2" charset="0"/>
                </a:rPr>
                <a:t> </a:t>
              </a:r>
              <a:r>
                <a:rPr lang="fr-FR" sz="2000" i="1" dirty="0" err="1">
                  <a:latin typeface="Playfair Display" pitchFamily="2" charset="0"/>
                </a:rPr>
                <a:t>học</a:t>
              </a:r>
              <a:r>
                <a:rPr lang="fr-FR" sz="2000" i="1" dirty="0">
                  <a:latin typeface="Playfair Display" pitchFamily="2" charset="0"/>
                </a:rPr>
                <a:t> </a:t>
              </a:r>
              <a:r>
                <a:rPr lang="fr-FR" sz="2000" i="1" dirty="0" err="1">
                  <a:latin typeface="Playfair Display" pitchFamily="2" charset="0"/>
                </a:rPr>
                <a:t>thuyết</a:t>
              </a:r>
              <a:endParaRPr lang="fr-FR" sz="2000" i="1" dirty="0">
                <a:latin typeface="Playfair Display" pitchFamily="2" charset="0"/>
              </a:endParaRPr>
            </a:p>
          </p:txBody>
        </p:sp>
        <p:sp>
          <p:nvSpPr>
            <p:cNvPr id="62" name="ZoneTexte 61">
              <a:extLst>
                <a:ext uri="{FF2B5EF4-FFF2-40B4-BE49-F238E27FC236}">
                  <a16:creationId xmlns:a16="http://schemas.microsoft.com/office/drawing/2014/main" id="{FC7F966E-F84B-4B95-9E95-0DDF629B4261}"/>
                </a:ext>
              </a:extLst>
            </p:cNvPr>
            <p:cNvSpPr txBox="1"/>
            <p:nvPr/>
          </p:nvSpPr>
          <p:spPr>
            <a:xfrm rot="19102470">
              <a:off x="-3120370" y="2590212"/>
              <a:ext cx="2420856" cy="461665"/>
            </a:xfrm>
            <a:prstGeom prst="rect">
              <a:avLst/>
            </a:prstGeom>
            <a:solidFill>
              <a:schemeClr val="bg1">
                <a:lumMod val="65000"/>
                <a:alpha val="902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fr-FR" sz="2400" i="1" dirty="0" err="1">
                  <a:solidFill>
                    <a:schemeClr val="bg1"/>
                  </a:solidFill>
                  <a:latin typeface="Playfair Display" pitchFamily="2" charset="0"/>
                </a:rPr>
                <a:t>Lê</a:t>
              </a:r>
              <a:r>
                <a:rPr lang="fr-FR" sz="2400" i="1" dirty="0">
                  <a:solidFill>
                    <a:schemeClr val="bg1"/>
                  </a:solidFill>
                  <a:latin typeface="Playfair Display" pitchFamily="2" charset="0"/>
                </a:rPr>
                <a:t> </a:t>
              </a:r>
              <a:r>
                <a:rPr lang="fr-FR" sz="2400" i="1" dirty="0" err="1">
                  <a:solidFill>
                    <a:schemeClr val="bg1"/>
                  </a:solidFill>
                  <a:latin typeface="Playfair Display" pitchFamily="2" charset="0"/>
                </a:rPr>
                <a:t>Ngọc</a:t>
              </a:r>
              <a:r>
                <a:rPr lang="fr-FR" sz="2400" i="1" dirty="0">
                  <a:solidFill>
                    <a:schemeClr val="bg1"/>
                  </a:solidFill>
                  <a:latin typeface="Playfair Display" pitchFamily="2" charset="0"/>
                </a:rPr>
                <a:t> </a:t>
              </a:r>
              <a:r>
                <a:rPr lang="fr-FR" sz="2400" i="1" dirty="0" err="1">
                  <a:solidFill>
                    <a:schemeClr val="bg1"/>
                  </a:solidFill>
                  <a:latin typeface="Playfair Display" pitchFamily="2" charset="0"/>
                </a:rPr>
                <a:t>Khả</a:t>
              </a:r>
              <a:r>
                <a:rPr lang="fr-FR" sz="2400" i="1" dirty="0">
                  <a:solidFill>
                    <a:schemeClr val="bg1"/>
                  </a:solidFill>
                  <a:latin typeface="Playfair Display" pitchFamily="2" charset="0"/>
                </a:rPr>
                <a:t> </a:t>
              </a:r>
              <a:r>
                <a:rPr lang="fr-FR" sz="2400" i="1" dirty="0" err="1">
                  <a:solidFill>
                    <a:schemeClr val="bg1"/>
                  </a:solidFill>
                  <a:latin typeface="Playfair Display" pitchFamily="2" charset="0"/>
                </a:rPr>
                <a:t>Nhi</a:t>
              </a:r>
              <a:endParaRPr lang="fr-FR" sz="2400" i="1" dirty="0">
                <a:solidFill>
                  <a:schemeClr val="bg1"/>
                </a:solidFill>
                <a:latin typeface="Playfair Display" pitchFamily="2" charset="0"/>
              </a:endParaRPr>
            </a:p>
          </p:txBody>
        </p: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82B1428E-8E8C-40EA-8BCA-39AB3CC2BA46}"/>
                </a:ext>
              </a:extLst>
            </p:cNvPr>
            <p:cNvSpPr txBox="1"/>
            <p:nvPr/>
          </p:nvSpPr>
          <p:spPr>
            <a:xfrm>
              <a:off x="-1985460" y="2070492"/>
              <a:ext cx="20730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i="1" dirty="0" err="1">
                  <a:latin typeface="Playfair Display" pitchFamily="2" charset="0"/>
                </a:rPr>
                <a:t>Tín</a:t>
              </a:r>
              <a:r>
                <a:rPr lang="fr-FR" i="1" dirty="0">
                  <a:latin typeface="Playfair Display" pitchFamily="2" charset="0"/>
                </a:rPr>
                <a:t> </a:t>
              </a:r>
              <a:r>
                <a:rPr lang="fr-FR" i="1" dirty="0" err="1">
                  <a:latin typeface="Playfair Display" pitchFamily="2" charset="0"/>
                </a:rPr>
                <a:t>hiệu</a:t>
              </a:r>
              <a:r>
                <a:rPr lang="fr-FR" i="1" dirty="0">
                  <a:latin typeface="Playfair Display" pitchFamily="2" charset="0"/>
                </a:rPr>
                <a:t> </a:t>
              </a:r>
              <a:r>
                <a:rPr lang="fr-FR" i="1" dirty="0" err="1">
                  <a:latin typeface="Playfair Display" pitchFamily="2" charset="0"/>
                </a:rPr>
                <a:t>sinh</a:t>
              </a:r>
              <a:r>
                <a:rPr lang="fr-FR" i="1" dirty="0">
                  <a:latin typeface="Playfair Display" pitchFamily="2" charset="0"/>
                </a:rPr>
                <a:t> </a:t>
              </a:r>
              <a:r>
                <a:rPr lang="fr-FR" i="1" dirty="0" err="1">
                  <a:latin typeface="Playfair Display" pitchFamily="2" charset="0"/>
                </a:rPr>
                <a:t>học</a:t>
              </a:r>
              <a:r>
                <a:rPr lang="fr-FR" i="1" dirty="0">
                  <a:latin typeface="Playfair Display" pitchFamily="2" charset="0"/>
                </a:rPr>
                <a:t> S</a:t>
              </a:r>
            </a:p>
          </p:txBody>
        </p:sp>
        <p:grpSp>
          <p:nvGrpSpPr>
            <p:cNvPr id="63" name="Groupe 62">
              <a:extLst>
                <a:ext uri="{FF2B5EF4-FFF2-40B4-BE49-F238E27FC236}">
                  <a16:creationId xmlns:a16="http://schemas.microsoft.com/office/drawing/2014/main" id="{8AA8FF83-D5FB-452D-BC72-B1B4FE1261A0}"/>
                </a:ext>
              </a:extLst>
            </p:cNvPr>
            <p:cNvGrpSpPr/>
            <p:nvPr/>
          </p:nvGrpSpPr>
          <p:grpSpPr>
            <a:xfrm>
              <a:off x="2613786" y="55920"/>
              <a:ext cx="506437" cy="584775"/>
              <a:chOff x="7531837" y="2403752"/>
              <a:chExt cx="506437" cy="610775"/>
            </a:xfrm>
          </p:grpSpPr>
          <p:sp>
            <p:nvSpPr>
              <p:cNvPr id="64" name="Ellipse 63">
                <a:extLst>
                  <a:ext uri="{FF2B5EF4-FFF2-40B4-BE49-F238E27FC236}">
                    <a16:creationId xmlns:a16="http://schemas.microsoft.com/office/drawing/2014/main" id="{2318FEC4-26E0-436F-A278-A6FC54C9996C}"/>
                  </a:ext>
                </a:extLst>
              </p:cNvPr>
              <p:cNvSpPr/>
              <p:nvPr/>
            </p:nvSpPr>
            <p:spPr>
              <a:xfrm>
                <a:off x="7531837" y="2461917"/>
                <a:ext cx="506437" cy="526610"/>
              </a:xfrm>
              <a:prstGeom prst="ellipse">
                <a:avLst/>
              </a:prstGeom>
              <a:solidFill>
                <a:srgbClr val="FFCC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>
                  <a:latin typeface="Playfair Display" pitchFamily="2" charset="0"/>
                </a:endParaRPr>
              </a:p>
            </p:txBody>
          </p:sp>
          <p:sp>
            <p:nvSpPr>
              <p:cNvPr id="65" name="ZoneTexte 64">
                <a:extLst>
                  <a:ext uri="{FF2B5EF4-FFF2-40B4-BE49-F238E27FC236}">
                    <a16:creationId xmlns:a16="http://schemas.microsoft.com/office/drawing/2014/main" id="{4D6E32F1-9975-43D5-9108-2479207FCF4A}"/>
                  </a:ext>
                </a:extLst>
              </p:cNvPr>
              <p:cNvSpPr txBox="1"/>
              <p:nvPr/>
            </p:nvSpPr>
            <p:spPr>
              <a:xfrm>
                <a:off x="7621048" y="2403752"/>
                <a:ext cx="381836" cy="610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3200" dirty="0">
                    <a:latin typeface="Playfair Display" pitchFamily="2" charset="0"/>
                  </a:rPr>
                  <a:t>2</a:t>
                </a:r>
              </a:p>
            </p:txBody>
          </p:sp>
        </p:grpSp>
        <p:sp>
          <p:nvSpPr>
            <p:cNvPr id="66" name="ZoneTexte 65">
              <a:extLst>
                <a:ext uri="{FF2B5EF4-FFF2-40B4-BE49-F238E27FC236}">
                  <a16:creationId xmlns:a16="http://schemas.microsoft.com/office/drawing/2014/main" id="{BB7DAD45-86DC-4E63-BA76-F24DDF212055}"/>
                </a:ext>
              </a:extLst>
            </p:cNvPr>
            <p:cNvSpPr txBox="1"/>
            <p:nvPr/>
          </p:nvSpPr>
          <p:spPr>
            <a:xfrm>
              <a:off x="3278445" y="148252"/>
              <a:ext cx="531748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i="1" dirty="0" err="1">
                  <a:latin typeface="Playfair Display" pitchFamily="2" charset="0"/>
                </a:rPr>
                <a:t>Giai</a:t>
              </a:r>
              <a:r>
                <a:rPr lang="fr-FR" sz="2000" i="1" dirty="0">
                  <a:latin typeface="Playfair Display" pitchFamily="2" charset="0"/>
                </a:rPr>
                <a:t> </a:t>
              </a:r>
              <a:r>
                <a:rPr lang="fr-FR" sz="2000" i="1" dirty="0" err="1">
                  <a:latin typeface="Playfair Display" pitchFamily="2" charset="0"/>
                </a:rPr>
                <a:t>đoạn</a:t>
              </a:r>
              <a:r>
                <a:rPr lang="fr-FR" sz="2000" i="1" dirty="0">
                  <a:latin typeface="Playfair Display" pitchFamily="2" charset="0"/>
                </a:rPr>
                <a:t> 2: </a:t>
              </a:r>
              <a:r>
                <a:rPr lang="fr-FR" sz="2000" i="1" dirty="0" err="1">
                  <a:latin typeface="Playfair Display" pitchFamily="2" charset="0"/>
                </a:rPr>
                <a:t>Thiết</a:t>
              </a:r>
              <a:r>
                <a:rPr lang="fr-FR" sz="2000" i="1" dirty="0">
                  <a:latin typeface="Playfair Display" pitchFamily="2" charset="0"/>
                </a:rPr>
                <a:t> </a:t>
              </a:r>
              <a:r>
                <a:rPr lang="fr-FR" sz="2000" i="1" dirty="0" err="1">
                  <a:latin typeface="Playfair Display" pitchFamily="2" charset="0"/>
                </a:rPr>
                <a:t>kế</a:t>
              </a:r>
              <a:r>
                <a:rPr lang="fr-FR" sz="2000" i="1" dirty="0">
                  <a:latin typeface="Playfair Display" pitchFamily="2" charset="0"/>
                </a:rPr>
                <a:t> </a:t>
              </a:r>
              <a:r>
                <a:rPr lang="fr-FR" sz="2000" i="1" dirty="0" err="1">
                  <a:latin typeface="Playfair Display" pitchFamily="2" charset="0"/>
                </a:rPr>
                <a:t>bài</a:t>
              </a:r>
              <a:r>
                <a:rPr lang="fr-FR" sz="2000" i="1" dirty="0">
                  <a:latin typeface="Playfair Display" pitchFamily="2" charset="0"/>
                </a:rPr>
                <a:t> </a:t>
              </a:r>
              <a:r>
                <a:rPr lang="fr-FR" sz="2000" i="1" dirty="0" err="1">
                  <a:latin typeface="Playfair Display" pitchFamily="2" charset="0"/>
                </a:rPr>
                <a:t>toán</a:t>
              </a:r>
              <a:r>
                <a:rPr lang="fr-FR" sz="2000" i="1" dirty="0">
                  <a:latin typeface="Playfair Display" pitchFamily="2" charset="0"/>
                </a:rPr>
                <a:t>/</a:t>
              </a:r>
              <a:r>
                <a:rPr lang="fr-FR" sz="2000" i="1" dirty="0" err="1">
                  <a:latin typeface="Playfair Display" pitchFamily="2" charset="0"/>
                </a:rPr>
                <a:t>thu</a:t>
              </a:r>
              <a:r>
                <a:rPr lang="fr-FR" sz="2000" i="1" dirty="0">
                  <a:latin typeface="Playfair Display" pitchFamily="2" charset="0"/>
                </a:rPr>
                <a:t> </a:t>
              </a:r>
              <a:r>
                <a:rPr lang="fr-FR" sz="2000" i="1" dirty="0" err="1">
                  <a:latin typeface="Playfair Display" pitchFamily="2" charset="0"/>
                </a:rPr>
                <a:t>thập</a:t>
              </a:r>
              <a:r>
                <a:rPr lang="fr-FR" sz="2000" i="1" dirty="0">
                  <a:latin typeface="Playfair Display" pitchFamily="2" charset="0"/>
                </a:rPr>
                <a:t> </a:t>
              </a:r>
              <a:r>
                <a:rPr lang="fr-FR" sz="2000" i="1" dirty="0" err="1">
                  <a:latin typeface="Playfair Display" pitchFamily="2" charset="0"/>
                </a:rPr>
                <a:t>dữ</a:t>
              </a:r>
              <a:r>
                <a:rPr lang="fr-FR" sz="2000" i="1" dirty="0">
                  <a:latin typeface="Playfair Display" pitchFamily="2" charset="0"/>
                </a:rPr>
                <a:t> </a:t>
              </a:r>
              <a:r>
                <a:rPr lang="fr-FR" sz="2000" i="1" dirty="0" err="1">
                  <a:latin typeface="Playfair Display" pitchFamily="2" charset="0"/>
                </a:rPr>
                <a:t>liệu</a:t>
              </a:r>
              <a:endParaRPr lang="fr-FR" sz="2000" i="1" dirty="0">
                <a:latin typeface="Playfair Display" pitchFamily="2" charset="0"/>
              </a:endParaRPr>
            </a:p>
          </p:txBody>
        </p:sp>
        <p:sp>
          <p:nvSpPr>
            <p:cNvPr id="70" name="ZoneTexte 69">
              <a:extLst>
                <a:ext uri="{FF2B5EF4-FFF2-40B4-BE49-F238E27FC236}">
                  <a16:creationId xmlns:a16="http://schemas.microsoft.com/office/drawing/2014/main" id="{4A428590-C2B3-43BB-B8F9-E95687C0B0B0}"/>
                </a:ext>
              </a:extLst>
            </p:cNvPr>
            <p:cNvSpPr txBox="1"/>
            <p:nvPr/>
          </p:nvSpPr>
          <p:spPr>
            <a:xfrm rot="19102470">
              <a:off x="3940638" y="5321376"/>
              <a:ext cx="2420856" cy="461665"/>
            </a:xfrm>
            <a:prstGeom prst="rect">
              <a:avLst/>
            </a:prstGeom>
            <a:solidFill>
              <a:schemeClr val="bg1">
                <a:lumMod val="65000"/>
                <a:alpha val="902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fr-FR" sz="2400" i="1" dirty="0" err="1">
                  <a:solidFill>
                    <a:schemeClr val="bg1"/>
                  </a:solidFill>
                  <a:latin typeface="Playfair Display" pitchFamily="2" charset="0"/>
                </a:rPr>
                <a:t>Lê</a:t>
              </a:r>
              <a:r>
                <a:rPr lang="fr-FR" sz="2400" i="1" dirty="0">
                  <a:solidFill>
                    <a:schemeClr val="bg1"/>
                  </a:solidFill>
                  <a:latin typeface="Playfair Display" pitchFamily="2" charset="0"/>
                </a:rPr>
                <a:t> </a:t>
              </a:r>
              <a:r>
                <a:rPr lang="fr-FR" sz="2400" i="1" dirty="0" err="1">
                  <a:solidFill>
                    <a:schemeClr val="bg1"/>
                  </a:solidFill>
                  <a:latin typeface="Playfair Display" pitchFamily="2" charset="0"/>
                </a:rPr>
                <a:t>Ngọc</a:t>
              </a:r>
              <a:r>
                <a:rPr lang="fr-FR" sz="2400" i="1" dirty="0">
                  <a:solidFill>
                    <a:schemeClr val="bg1"/>
                  </a:solidFill>
                  <a:latin typeface="Playfair Display" pitchFamily="2" charset="0"/>
                </a:rPr>
                <a:t> </a:t>
              </a:r>
              <a:r>
                <a:rPr lang="fr-FR" sz="2400" i="1" dirty="0" err="1">
                  <a:solidFill>
                    <a:schemeClr val="bg1"/>
                  </a:solidFill>
                  <a:latin typeface="Playfair Display" pitchFamily="2" charset="0"/>
                </a:rPr>
                <a:t>Khả</a:t>
              </a:r>
              <a:r>
                <a:rPr lang="fr-FR" sz="2400" i="1" dirty="0">
                  <a:solidFill>
                    <a:schemeClr val="bg1"/>
                  </a:solidFill>
                  <a:latin typeface="Playfair Display" pitchFamily="2" charset="0"/>
                </a:rPr>
                <a:t> </a:t>
              </a:r>
              <a:r>
                <a:rPr lang="fr-FR" sz="2400" i="1" dirty="0" err="1">
                  <a:solidFill>
                    <a:schemeClr val="bg1"/>
                  </a:solidFill>
                  <a:latin typeface="Playfair Display" pitchFamily="2" charset="0"/>
                </a:rPr>
                <a:t>Nhi</a:t>
              </a:r>
              <a:endParaRPr lang="fr-FR" sz="2400" i="1" dirty="0">
                <a:solidFill>
                  <a:schemeClr val="bg1"/>
                </a:solidFill>
                <a:latin typeface="Playfair Display" pitchFamily="2" charset="0"/>
              </a:endParaRPr>
            </a:p>
          </p:txBody>
        </p:sp>
        <p:pic>
          <p:nvPicPr>
            <p:cNvPr id="71" name="Image 70">
              <a:extLst>
                <a:ext uri="{FF2B5EF4-FFF2-40B4-BE49-F238E27FC236}">
                  <a16:creationId xmlns:a16="http://schemas.microsoft.com/office/drawing/2014/main" id="{A8BEA115-F0C8-4BA2-BD60-E4966202AB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2662552" y="1395498"/>
              <a:ext cx="2613712" cy="1177730"/>
            </a:xfrm>
            <a:prstGeom prst="rect">
              <a:avLst/>
            </a:prstGeom>
          </p:spPr>
        </p:pic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120A7B42-A3AE-4E99-BA49-E1F560EA3FE7}"/>
                </a:ext>
              </a:extLst>
            </p:cNvPr>
            <p:cNvSpPr/>
            <p:nvPr/>
          </p:nvSpPr>
          <p:spPr>
            <a:xfrm>
              <a:off x="3205737" y="1426437"/>
              <a:ext cx="464024" cy="950198"/>
            </a:xfrm>
            <a:prstGeom prst="rect">
              <a:avLst/>
            </a:prstGeom>
            <a:solidFill>
              <a:srgbClr val="FF6699">
                <a:alpha val="47451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2" name="Forme libre : forme 71">
              <a:extLst>
                <a:ext uri="{FF2B5EF4-FFF2-40B4-BE49-F238E27FC236}">
                  <a16:creationId xmlns:a16="http://schemas.microsoft.com/office/drawing/2014/main" id="{CFF892F1-62C9-442D-B72F-8529EAD5E436}"/>
                </a:ext>
              </a:extLst>
            </p:cNvPr>
            <p:cNvSpPr/>
            <p:nvPr/>
          </p:nvSpPr>
          <p:spPr>
            <a:xfrm>
              <a:off x="2709937" y="1549398"/>
              <a:ext cx="1232907" cy="691644"/>
            </a:xfrm>
            <a:custGeom>
              <a:avLst/>
              <a:gdLst>
                <a:gd name="connsiteX0" fmla="*/ 0 w 3280229"/>
                <a:gd name="connsiteY0" fmla="*/ 1563364 h 1880999"/>
                <a:gd name="connsiteX1" fmla="*/ 246743 w 3280229"/>
                <a:gd name="connsiteY1" fmla="*/ 1476279 h 1880999"/>
                <a:gd name="connsiteX2" fmla="*/ 493486 w 3280229"/>
                <a:gd name="connsiteY2" fmla="*/ 1592393 h 1880999"/>
                <a:gd name="connsiteX3" fmla="*/ 827315 w 3280229"/>
                <a:gd name="connsiteY3" fmla="*/ 1432736 h 1880999"/>
                <a:gd name="connsiteX4" fmla="*/ 1059543 w 3280229"/>
                <a:gd name="connsiteY4" fmla="*/ 1563364 h 1880999"/>
                <a:gd name="connsiteX5" fmla="*/ 1291772 w 3280229"/>
                <a:gd name="connsiteY5" fmla="*/ 1432736 h 1880999"/>
                <a:gd name="connsiteX6" fmla="*/ 1509486 w 3280229"/>
                <a:gd name="connsiteY6" fmla="*/ 1606907 h 1880999"/>
                <a:gd name="connsiteX7" fmla="*/ 1611086 w 3280229"/>
                <a:gd name="connsiteY7" fmla="*/ 416736 h 1880999"/>
                <a:gd name="connsiteX8" fmla="*/ 1683657 w 3280229"/>
                <a:gd name="connsiteY8" fmla="*/ 1055364 h 1880999"/>
                <a:gd name="connsiteX9" fmla="*/ 1770743 w 3280229"/>
                <a:gd name="connsiteY9" fmla="*/ 10336 h 1880999"/>
                <a:gd name="connsiteX10" fmla="*/ 1901372 w 3280229"/>
                <a:gd name="connsiteY10" fmla="*/ 1824621 h 1880999"/>
                <a:gd name="connsiteX11" fmla="*/ 1959429 w 3280229"/>
                <a:gd name="connsiteY11" fmla="*/ 1447250 h 1880999"/>
                <a:gd name="connsiteX12" fmla="*/ 2046515 w 3280229"/>
                <a:gd name="connsiteY12" fmla="*/ 1723021 h 1880999"/>
                <a:gd name="connsiteX13" fmla="*/ 2133600 w 3280229"/>
                <a:gd name="connsiteY13" fmla="*/ 1505307 h 1880999"/>
                <a:gd name="connsiteX14" fmla="*/ 2452915 w 3280229"/>
                <a:gd name="connsiteY14" fmla="*/ 1592393 h 1880999"/>
                <a:gd name="connsiteX15" fmla="*/ 2873829 w 3280229"/>
                <a:gd name="connsiteY15" fmla="*/ 1490793 h 1880999"/>
                <a:gd name="connsiteX16" fmla="*/ 3135086 w 3280229"/>
                <a:gd name="connsiteY16" fmla="*/ 1592393 h 1880999"/>
                <a:gd name="connsiteX17" fmla="*/ 3280229 w 3280229"/>
                <a:gd name="connsiteY17" fmla="*/ 1592393 h 1880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80229" h="1880999">
                  <a:moveTo>
                    <a:pt x="0" y="1563364"/>
                  </a:moveTo>
                  <a:cubicBezTo>
                    <a:pt x="82247" y="1517402"/>
                    <a:pt x="164495" y="1471441"/>
                    <a:pt x="246743" y="1476279"/>
                  </a:cubicBezTo>
                  <a:cubicBezTo>
                    <a:pt x="328991" y="1481117"/>
                    <a:pt x="396724" y="1599650"/>
                    <a:pt x="493486" y="1592393"/>
                  </a:cubicBezTo>
                  <a:cubicBezTo>
                    <a:pt x="590248" y="1585136"/>
                    <a:pt x="732972" y="1437574"/>
                    <a:pt x="827315" y="1432736"/>
                  </a:cubicBezTo>
                  <a:cubicBezTo>
                    <a:pt x="921658" y="1427898"/>
                    <a:pt x="982134" y="1563364"/>
                    <a:pt x="1059543" y="1563364"/>
                  </a:cubicBezTo>
                  <a:cubicBezTo>
                    <a:pt x="1136952" y="1563364"/>
                    <a:pt x="1216782" y="1425479"/>
                    <a:pt x="1291772" y="1432736"/>
                  </a:cubicBezTo>
                  <a:cubicBezTo>
                    <a:pt x="1366762" y="1439993"/>
                    <a:pt x="1456267" y="1776240"/>
                    <a:pt x="1509486" y="1606907"/>
                  </a:cubicBezTo>
                  <a:cubicBezTo>
                    <a:pt x="1562705" y="1437574"/>
                    <a:pt x="1582058" y="508660"/>
                    <a:pt x="1611086" y="416736"/>
                  </a:cubicBezTo>
                  <a:cubicBezTo>
                    <a:pt x="1640115" y="324812"/>
                    <a:pt x="1657048" y="1123097"/>
                    <a:pt x="1683657" y="1055364"/>
                  </a:cubicBezTo>
                  <a:cubicBezTo>
                    <a:pt x="1710266" y="987631"/>
                    <a:pt x="1734457" y="-117873"/>
                    <a:pt x="1770743" y="10336"/>
                  </a:cubicBezTo>
                  <a:cubicBezTo>
                    <a:pt x="1807029" y="138545"/>
                    <a:pt x="1869924" y="1585135"/>
                    <a:pt x="1901372" y="1824621"/>
                  </a:cubicBezTo>
                  <a:cubicBezTo>
                    <a:pt x="1932820" y="2064107"/>
                    <a:pt x="1935239" y="1464183"/>
                    <a:pt x="1959429" y="1447250"/>
                  </a:cubicBezTo>
                  <a:cubicBezTo>
                    <a:pt x="1983619" y="1430317"/>
                    <a:pt x="2017487" y="1713345"/>
                    <a:pt x="2046515" y="1723021"/>
                  </a:cubicBezTo>
                  <a:cubicBezTo>
                    <a:pt x="2075543" y="1732697"/>
                    <a:pt x="2065867" y="1527078"/>
                    <a:pt x="2133600" y="1505307"/>
                  </a:cubicBezTo>
                  <a:cubicBezTo>
                    <a:pt x="2201333" y="1483536"/>
                    <a:pt x="2329544" y="1594812"/>
                    <a:pt x="2452915" y="1592393"/>
                  </a:cubicBezTo>
                  <a:cubicBezTo>
                    <a:pt x="2576286" y="1589974"/>
                    <a:pt x="2760134" y="1490793"/>
                    <a:pt x="2873829" y="1490793"/>
                  </a:cubicBezTo>
                  <a:cubicBezTo>
                    <a:pt x="2987524" y="1490793"/>
                    <a:pt x="3067353" y="1575460"/>
                    <a:pt x="3135086" y="1592393"/>
                  </a:cubicBezTo>
                  <a:cubicBezTo>
                    <a:pt x="3202819" y="1609326"/>
                    <a:pt x="3241524" y="1600859"/>
                    <a:pt x="3280229" y="1592393"/>
                  </a:cubicBezTo>
                </a:path>
              </a:pathLst>
            </a:cu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3" name="Forme libre : forme 72">
              <a:extLst>
                <a:ext uri="{FF2B5EF4-FFF2-40B4-BE49-F238E27FC236}">
                  <a16:creationId xmlns:a16="http://schemas.microsoft.com/office/drawing/2014/main" id="{562A444C-2024-43A0-A163-B5BF1E3EEFF5}"/>
                </a:ext>
              </a:extLst>
            </p:cNvPr>
            <p:cNvSpPr/>
            <p:nvPr/>
          </p:nvSpPr>
          <p:spPr>
            <a:xfrm>
              <a:off x="3907452" y="1381857"/>
              <a:ext cx="1342248" cy="950198"/>
            </a:xfrm>
            <a:custGeom>
              <a:avLst/>
              <a:gdLst>
                <a:gd name="connsiteX0" fmla="*/ 0 w 3280229"/>
                <a:gd name="connsiteY0" fmla="*/ 1563364 h 1880999"/>
                <a:gd name="connsiteX1" fmla="*/ 246743 w 3280229"/>
                <a:gd name="connsiteY1" fmla="*/ 1476279 h 1880999"/>
                <a:gd name="connsiteX2" fmla="*/ 493486 w 3280229"/>
                <a:gd name="connsiteY2" fmla="*/ 1592393 h 1880999"/>
                <a:gd name="connsiteX3" fmla="*/ 827315 w 3280229"/>
                <a:gd name="connsiteY3" fmla="*/ 1432736 h 1880999"/>
                <a:gd name="connsiteX4" fmla="*/ 1059543 w 3280229"/>
                <a:gd name="connsiteY4" fmla="*/ 1563364 h 1880999"/>
                <a:gd name="connsiteX5" fmla="*/ 1291772 w 3280229"/>
                <a:gd name="connsiteY5" fmla="*/ 1432736 h 1880999"/>
                <a:gd name="connsiteX6" fmla="*/ 1509486 w 3280229"/>
                <a:gd name="connsiteY6" fmla="*/ 1606907 h 1880999"/>
                <a:gd name="connsiteX7" fmla="*/ 1611086 w 3280229"/>
                <a:gd name="connsiteY7" fmla="*/ 416736 h 1880999"/>
                <a:gd name="connsiteX8" fmla="*/ 1683657 w 3280229"/>
                <a:gd name="connsiteY8" fmla="*/ 1055364 h 1880999"/>
                <a:gd name="connsiteX9" fmla="*/ 1770743 w 3280229"/>
                <a:gd name="connsiteY9" fmla="*/ 10336 h 1880999"/>
                <a:gd name="connsiteX10" fmla="*/ 1901372 w 3280229"/>
                <a:gd name="connsiteY10" fmla="*/ 1824621 h 1880999"/>
                <a:gd name="connsiteX11" fmla="*/ 1959429 w 3280229"/>
                <a:gd name="connsiteY11" fmla="*/ 1447250 h 1880999"/>
                <a:gd name="connsiteX12" fmla="*/ 2046515 w 3280229"/>
                <a:gd name="connsiteY12" fmla="*/ 1723021 h 1880999"/>
                <a:gd name="connsiteX13" fmla="*/ 2133600 w 3280229"/>
                <a:gd name="connsiteY13" fmla="*/ 1505307 h 1880999"/>
                <a:gd name="connsiteX14" fmla="*/ 2452915 w 3280229"/>
                <a:gd name="connsiteY14" fmla="*/ 1592393 h 1880999"/>
                <a:gd name="connsiteX15" fmla="*/ 2873829 w 3280229"/>
                <a:gd name="connsiteY15" fmla="*/ 1490793 h 1880999"/>
                <a:gd name="connsiteX16" fmla="*/ 3135086 w 3280229"/>
                <a:gd name="connsiteY16" fmla="*/ 1592393 h 1880999"/>
                <a:gd name="connsiteX17" fmla="*/ 3280229 w 3280229"/>
                <a:gd name="connsiteY17" fmla="*/ 1592393 h 1880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80229" h="1880999">
                  <a:moveTo>
                    <a:pt x="0" y="1563364"/>
                  </a:moveTo>
                  <a:cubicBezTo>
                    <a:pt x="82247" y="1517402"/>
                    <a:pt x="164495" y="1471441"/>
                    <a:pt x="246743" y="1476279"/>
                  </a:cubicBezTo>
                  <a:cubicBezTo>
                    <a:pt x="328991" y="1481117"/>
                    <a:pt x="396724" y="1599650"/>
                    <a:pt x="493486" y="1592393"/>
                  </a:cubicBezTo>
                  <a:cubicBezTo>
                    <a:pt x="590248" y="1585136"/>
                    <a:pt x="732972" y="1437574"/>
                    <a:pt x="827315" y="1432736"/>
                  </a:cubicBezTo>
                  <a:cubicBezTo>
                    <a:pt x="921658" y="1427898"/>
                    <a:pt x="982134" y="1563364"/>
                    <a:pt x="1059543" y="1563364"/>
                  </a:cubicBezTo>
                  <a:cubicBezTo>
                    <a:pt x="1136952" y="1563364"/>
                    <a:pt x="1216782" y="1425479"/>
                    <a:pt x="1291772" y="1432736"/>
                  </a:cubicBezTo>
                  <a:cubicBezTo>
                    <a:pt x="1366762" y="1439993"/>
                    <a:pt x="1456267" y="1776240"/>
                    <a:pt x="1509486" y="1606907"/>
                  </a:cubicBezTo>
                  <a:cubicBezTo>
                    <a:pt x="1562705" y="1437574"/>
                    <a:pt x="1582058" y="508660"/>
                    <a:pt x="1611086" y="416736"/>
                  </a:cubicBezTo>
                  <a:cubicBezTo>
                    <a:pt x="1640115" y="324812"/>
                    <a:pt x="1657048" y="1123097"/>
                    <a:pt x="1683657" y="1055364"/>
                  </a:cubicBezTo>
                  <a:cubicBezTo>
                    <a:pt x="1710266" y="987631"/>
                    <a:pt x="1734457" y="-117873"/>
                    <a:pt x="1770743" y="10336"/>
                  </a:cubicBezTo>
                  <a:cubicBezTo>
                    <a:pt x="1807029" y="138545"/>
                    <a:pt x="1869924" y="1585135"/>
                    <a:pt x="1901372" y="1824621"/>
                  </a:cubicBezTo>
                  <a:cubicBezTo>
                    <a:pt x="1932820" y="2064107"/>
                    <a:pt x="1935239" y="1464183"/>
                    <a:pt x="1959429" y="1447250"/>
                  </a:cubicBezTo>
                  <a:cubicBezTo>
                    <a:pt x="1983619" y="1430317"/>
                    <a:pt x="2017487" y="1713345"/>
                    <a:pt x="2046515" y="1723021"/>
                  </a:cubicBezTo>
                  <a:cubicBezTo>
                    <a:pt x="2075543" y="1732697"/>
                    <a:pt x="2065867" y="1527078"/>
                    <a:pt x="2133600" y="1505307"/>
                  </a:cubicBezTo>
                  <a:cubicBezTo>
                    <a:pt x="2201333" y="1483536"/>
                    <a:pt x="2329544" y="1594812"/>
                    <a:pt x="2452915" y="1592393"/>
                  </a:cubicBezTo>
                  <a:cubicBezTo>
                    <a:pt x="2576286" y="1589974"/>
                    <a:pt x="2760134" y="1490793"/>
                    <a:pt x="2873829" y="1490793"/>
                  </a:cubicBezTo>
                  <a:cubicBezTo>
                    <a:pt x="2987524" y="1490793"/>
                    <a:pt x="3067353" y="1575460"/>
                    <a:pt x="3135086" y="1592393"/>
                  </a:cubicBezTo>
                  <a:cubicBezTo>
                    <a:pt x="3202819" y="1609326"/>
                    <a:pt x="3241524" y="1600859"/>
                    <a:pt x="3280229" y="1592393"/>
                  </a:cubicBezTo>
                </a:path>
              </a:pathLst>
            </a:cu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2C625E26-E6A1-401F-88B1-B73746D64635}"/>
                </a:ext>
              </a:extLst>
            </p:cNvPr>
            <p:cNvSpPr/>
            <p:nvPr/>
          </p:nvSpPr>
          <p:spPr>
            <a:xfrm>
              <a:off x="2684462" y="1442136"/>
              <a:ext cx="464024" cy="950198"/>
            </a:xfrm>
            <a:prstGeom prst="rect">
              <a:avLst/>
            </a:prstGeom>
            <a:solidFill>
              <a:srgbClr val="66FFFF">
                <a:alpha val="47451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80" name="Connecteur droit avec flèche 79">
              <a:extLst>
                <a:ext uri="{FF2B5EF4-FFF2-40B4-BE49-F238E27FC236}">
                  <a16:creationId xmlns:a16="http://schemas.microsoft.com/office/drawing/2014/main" id="{E13348C7-6ECD-414D-ABB2-FA3275C585D5}"/>
                </a:ext>
              </a:extLst>
            </p:cNvPr>
            <p:cNvCxnSpPr/>
            <p:nvPr/>
          </p:nvCxnSpPr>
          <p:spPr>
            <a:xfrm>
              <a:off x="5400266" y="1530104"/>
              <a:ext cx="580572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ZoneTexte 80">
              <a:extLst>
                <a:ext uri="{FF2B5EF4-FFF2-40B4-BE49-F238E27FC236}">
                  <a16:creationId xmlns:a16="http://schemas.microsoft.com/office/drawing/2014/main" id="{D483979E-1899-4FAB-9289-3928AEF34054}"/>
                </a:ext>
              </a:extLst>
            </p:cNvPr>
            <p:cNvSpPr txBox="1"/>
            <p:nvPr/>
          </p:nvSpPr>
          <p:spPr>
            <a:xfrm>
              <a:off x="5997604" y="758883"/>
              <a:ext cx="15792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i="1" dirty="0" err="1">
                  <a:latin typeface="Playfair Display" pitchFamily="2" charset="0"/>
                </a:rPr>
                <a:t>Đơn</a:t>
              </a:r>
              <a:r>
                <a:rPr lang="fr-FR" sz="1600" i="1" dirty="0">
                  <a:latin typeface="Playfair Display" pitchFamily="2" charset="0"/>
                </a:rPr>
                <a:t> </a:t>
              </a:r>
              <a:r>
                <a:rPr lang="fr-FR" sz="1600" i="1" dirty="0" err="1">
                  <a:latin typeface="Playfair Display" pitchFamily="2" charset="0"/>
                </a:rPr>
                <a:t>vị</a:t>
              </a:r>
              <a:r>
                <a:rPr lang="fr-FR" sz="1600" i="1" dirty="0">
                  <a:latin typeface="Playfair Display" pitchFamily="2" charset="0"/>
                </a:rPr>
                <a:t> </a:t>
              </a:r>
              <a:r>
                <a:rPr lang="fr-FR" sz="1600" i="1" dirty="0" err="1">
                  <a:latin typeface="Playfair Display" pitchFamily="2" charset="0"/>
                </a:rPr>
                <a:t>quan</a:t>
              </a:r>
              <a:r>
                <a:rPr lang="fr-FR" sz="1600" i="1" dirty="0">
                  <a:latin typeface="Playfair Display" pitchFamily="2" charset="0"/>
                </a:rPr>
                <a:t> </a:t>
              </a:r>
              <a:r>
                <a:rPr lang="fr-FR" sz="1600" i="1" dirty="0" err="1">
                  <a:latin typeface="Playfair Display" pitchFamily="2" charset="0"/>
                </a:rPr>
                <a:t>sát</a:t>
              </a:r>
              <a:endParaRPr lang="fr-FR" sz="1600" i="1" dirty="0">
                <a:latin typeface="Playfair Display" pitchFamily="2" charset="0"/>
              </a:endParaRPr>
            </a:p>
          </p:txBody>
        </p:sp>
        <p:sp>
          <p:nvSpPr>
            <p:cNvPr id="82" name="Forme libre : forme 81">
              <a:extLst>
                <a:ext uri="{FF2B5EF4-FFF2-40B4-BE49-F238E27FC236}">
                  <a16:creationId xmlns:a16="http://schemas.microsoft.com/office/drawing/2014/main" id="{1A6CCADB-FF91-4FA6-94F0-C5FABADCA6C1}"/>
                </a:ext>
              </a:extLst>
            </p:cNvPr>
            <p:cNvSpPr/>
            <p:nvPr/>
          </p:nvSpPr>
          <p:spPr>
            <a:xfrm rot="19634123">
              <a:off x="4096089" y="1108848"/>
              <a:ext cx="1278440" cy="627616"/>
            </a:xfrm>
            <a:custGeom>
              <a:avLst/>
              <a:gdLst>
                <a:gd name="connsiteX0" fmla="*/ 0 w 1480457"/>
                <a:gd name="connsiteY0" fmla="*/ 627616 h 627616"/>
                <a:gd name="connsiteX1" fmla="*/ 609600 w 1480457"/>
                <a:gd name="connsiteY1" fmla="*/ 18016 h 627616"/>
                <a:gd name="connsiteX2" fmla="*/ 1480457 w 1480457"/>
                <a:gd name="connsiteY2" fmla="*/ 221216 h 627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80457" h="627616">
                  <a:moveTo>
                    <a:pt x="0" y="627616"/>
                  </a:moveTo>
                  <a:cubicBezTo>
                    <a:pt x="181428" y="356682"/>
                    <a:pt x="362857" y="85749"/>
                    <a:pt x="609600" y="18016"/>
                  </a:cubicBezTo>
                  <a:cubicBezTo>
                    <a:pt x="856343" y="-49717"/>
                    <a:pt x="1168400" y="85749"/>
                    <a:pt x="1480457" y="221216"/>
                  </a:cubicBezTo>
                </a:path>
              </a:pathLst>
            </a:custGeom>
            <a:no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0B943776-028F-4042-913A-EF652A8C3FE1}"/>
                </a:ext>
              </a:extLst>
            </p:cNvPr>
            <p:cNvSpPr/>
            <p:nvPr/>
          </p:nvSpPr>
          <p:spPr>
            <a:xfrm>
              <a:off x="5410132" y="738597"/>
              <a:ext cx="586634" cy="627616"/>
            </a:xfrm>
            <a:prstGeom prst="rect">
              <a:avLst/>
            </a:prstGeom>
            <a:solidFill>
              <a:srgbClr val="FF6699">
                <a:alpha val="45882"/>
              </a:srgbClr>
            </a:solidFill>
            <a:ln w="190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4" name="ZoneTexte 83">
              <a:extLst>
                <a:ext uri="{FF2B5EF4-FFF2-40B4-BE49-F238E27FC236}">
                  <a16:creationId xmlns:a16="http://schemas.microsoft.com/office/drawing/2014/main" id="{E00B1C49-C456-45D1-8241-DF90DDB567E7}"/>
                </a:ext>
              </a:extLst>
            </p:cNvPr>
            <p:cNvSpPr txBox="1"/>
            <p:nvPr/>
          </p:nvSpPr>
          <p:spPr>
            <a:xfrm rot="19535988">
              <a:off x="5160403" y="1738648"/>
              <a:ext cx="116410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i="1" dirty="0" err="1">
                  <a:latin typeface="Playfair Display" pitchFamily="2" charset="0"/>
                </a:rPr>
                <a:t>Thời</a:t>
              </a:r>
              <a:r>
                <a:rPr lang="fr-FR" sz="1600" i="1" dirty="0">
                  <a:latin typeface="Playfair Display" pitchFamily="2" charset="0"/>
                </a:rPr>
                <a:t> </a:t>
              </a:r>
              <a:r>
                <a:rPr lang="fr-FR" sz="1600" i="1" dirty="0" err="1">
                  <a:latin typeface="Playfair Display" pitchFamily="2" charset="0"/>
                </a:rPr>
                <a:t>gian</a:t>
              </a:r>
              <a:r>
                <a:rPr lang="fr-FR" sz="1600" i="1" dirty="0">
                  <a:latin typeface="Playfair Display" pitchFamily="2" charset="0"/>
                </a:rPr>
                <a:t> ?</a:t>
              </a:r>
            </a:p>
          </p:txBody>
        </p:sp>
        <p:cxnSp>
          <p:nvCxnSpPr>
            <p:cNvPr id="86" name="Connecteur droit avec flèche 85">
              <a:extLst>
                <a:ext uri="{FF2B5EF4-FFF2-40B4-BE49-F238E27FC236}">
                  <a16:creationId xmlns:a16="http://schemas.microsoft.com/office/drawing/2014/main" id="{54D0E71C-C5C8-463B-B6AE-9AFBAE3DDE10}"/>
                </a:ext>
              </a:extLst>
            </p:cNvPr>
            <p:cNvCxnSpPr>
              <a:cxnSpLocks/>
              <a:stCxn id="72" idx="10"/>
            </p:cNvCxnSpPr>
            <p:nvPr/>
          </p:nvCxnSpPr>
          <p:spPr>
            <a:xfrm>
              <a:off x="3424587" y="2220312"/>
              <a:ext cx="956846" cy="746890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cteur droit avec flèche 86">
              <a:extLst>
                <a:ext uri="{FF2B5EF4-FFF2-40B4-BE49-F238E27FC236}">
                  <a16:creationId xmlns:a16="http://schemas.microsoft.com/office/drawing/2014/main" id="{613D55D9-B52D-4735-B64B-8C5397CE39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53998" y="2326818"/>
              <a:ext cx="331230" cy="668716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cteur droit avec flèche 89">
              <a:extLst>
                <a:ext uri="{FF2B5EF4-FFF2-40B4-BE49-F238E27FC236}">
                  <a16:creationId xmlns:a16="http://schemas.microsoft.com/office/drawing/2014/main" id="{24119D04-A51D-46FA-9F7F-30D4D6A48B4E}"/>
                </a:ext>
              </a:extLst>
            </p:cNvPr>
            <p:cNvCxnSpPr>
              <a:cxnSpLocks/>
              <a:stCxn id="77" idx="2"/>
            </p:cNvCxnSpPr>
            <p:nvPr/>
          </p:nvCxnSpPr>
          <p:spPr>
            <a:xfrm>
              <a:off x="2916474" y="2392334"/>
              <a:ext cx="753287" cy="574868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Rectangle : coins arrondis 92">
              <a:extLst>
                <a:ext uri="{FF2B5EF4-FFF2-40B4-BE49-F238E27FC236}">
                  <a16:creationId xmlns:a16="http://schemas.microsoft.com/office/drawing/2014/main" id="{B6EECE1A-FE1D-43C5-952A-EDFD1C9E9A6D}"/>
                </a:ext>
              </a:extLst>
            </p:cNvPr>
            <p:cNvSpPr/>
            <p:nvPr/>
          </p:nvSpPr>
          <p:spPr>
            <a:xfrm>
              <a:off x="3373452" y="3047549"/>
              <a:ext cx="377371" cy="372614"/>
            </a:xfrm>
            <a:prstGeom prst="round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0</a:t>
              </a:r>
            </a:p>
          </p:txBody>
        </p:sp>
        <p:sp>
          <p:nvSpPr>
            <p:cNvPr id="94" name="Rectangle : coins arrondis 93">
              <a:extLst>
                <a:ext uri="{FF2B5EF4-FFF2-40B4-BE49-F238E27FC236}">
                  <a16:creationId xmlns:a16="http://schemas.microsoft.com/office/drawing/2014/main" id="{ABB887A8-57AD-47B6-A4C2-96FBCEC1ADCD}"/>
                </a:ext>
              </a:extLst>
            </p:cNvPr>
            <p:cNvSpPr/>
            <p:nvPr/>
          </p:nvSpPr>
          <p:spPr>
            <a:xfrm>
              <a:off x="3826786" y="3051519"/>
              <a:ext cx="377371" cy="372614"/>
            </a:xfrm>
            <a:prstGeom prst="round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5" name="Rectangle : coins arrondis 94">
              <a:extLst>
                <a:ext uri="{FF2B5EF4-FFF2-40B4-BE49-F238E27FC236}">
                  <a16:creationId xmlns:a16="http://schemas.microsoft.com/office/drawing/2014/main" id="{DCD37FD0-392C-4CE3-99B5-CDE533F5B90E}"/>
                </a:ext>
              </a:extLst>
            </p:cNvPr>
            <p:cNvSpPr/>
            <p:nvPr/>
          </p:nvSpPr>
          <p:spPr>
            <a:xfrm>
              <a:off x="4278502" y="3050031"/>
              <a:ext cx="377371" cy="372614"/>
            </a:xfrm>
            <a:prstGeom prst="roundRect">
              <a:avLst/>
            </a:prstGeom>
            <a:solidFill>
              <a:srgbClr val="FF66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97" name="ZoneTexte 96">
              <a:extLst>
                <a:ext uri="{FF2B5EF4-FFF2-40B4-BE49-F238E27FC236}">
                  <a16:creationId xmlns:a16="http://schemas.microsoft.com/office/drawing/2014/main" id="{D82F4646-6B99-479F-A64F-EFCE3CBA3E0A}"/>
                </a:ext>
              </a:extLst>
            </p:cNvPr>
            <p:cNvSpPr txBox="1"/>
            <p:nvPr/>
          </p:nvSpPr>
          <p:spPr>
            <a:xfrm>
              <a:off x="3148486" y="3469307"/>
              <a:ext cx="173957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i="1" dirty="0" err="1">
                  <a:latin typeface="Playfair Display" pitchFamily="2" charset="0"/>
                </a:rPr>
                <a:t>Mục</a:t>
              </a:r>
              <a:r>
                <a:rPr lang="fr-FR" sz="1600" i="1" dirty="0">
                  <a:latin typeface="Playfair Display" pitchFamily="2" charset="0"/>
                </a:rPr>
                <a:t> </a:t>
              </a:r>
              <a:r>
                <a:rPr lang="fr-FR" sz="1600" i="1" dirty="0" err="1">
                  <a:latin typeface="Playfair Display" pitchFamily="2" charset="0"/>
                </a:rPr>
                <a:t>tiêu</a:t>
              </a:r>
              <a:r>
                <a:rPr lang="fr-FR" sz="1600" i="1" dirty="0">
                  <a:latin typeface="Playfair Display" pitchFamily="2" charset="0"/>
                </a:rPr>
                <a:t>/ </a:t>
              </a:r>
              <a:r>
                <a:rPr lang="fr-FR" sz="1600" i="1" dirty="0" err="1">
                  <a:latin typeface="Playfair Display" pitchFamily="2" charset="0"/>
                </a:rPr>
                <a:t>Nhãn</a:t>
              </a:r>
              <a:r>
                <a:rPr lang="fr-FR" sz="1600" i="1" dirty="0">
                  <a:latin typeface="Playfair Display" pitchFamily="2" charset="0"/>
                </a:rPr>
                <a:t> ?</a:t>
              </a:r>
            </a:p>
          </p:txBody>
        </p:sp>
        <p:grpSp>
          <p:nvGrpSpPr>
            <p:cNvPr id="104" name="Groupe 103">
              <a:extLst>
                <a:ext uri="{FF2B5EF4-FFF2-40B4-BE49-F238E27FC236}">
                  <a16:creationId xmlns:a16="http://schemas.microsoft.com/office/drawing/2014/main" id="{79A5D168-D9DC-4ADD-8A58-21B962D1E019}"/>
                </a:ext>
              </a:extLst>
            </p:cNvPr>
            <p:cNvGrpSpPr/>
            <p:nvPr/>
          </p:nvGrpSpPr>
          <p:grpSpPr>
            <a:xfrm>
              <a:off x="4978153" y="4928433"/>
              <a:ext cx="1348991" cy="785966"/>
              <a:chOff x="10851236" y="2566612"/>
              <a:chExt cx="1596571" cy="1046597"/>
            </a:xfrm>
            <a:scene3d>
              <a:camera prst="isometricLeftDown"/>
              <a:lightRig rig="threePt" dir="t"/>
            </a:scene3d>
          </p:grpSpPr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F20A51A2-675E-4FF3-931A-4DD0CA47F966}"/>
                  </a:ext>
                </a:extLst>
              </p:cNvPr>
              <p:cNvSpPr/>
              <p:nvPr/>
            </p:nvSpPr>
            <p:spPr>
              <a:xfrm>
                <a:off x="10851236" y="2566612"/>
                <a:ext cx="1596571" cy="1046597"/>
              </a:xfrm>
              <a:prstGeom prst="rect">
                <a:avLst/>
              </a:prstGeom>
              <a:solidFill>
                <a:srgbClr val="99FFCC">
                  <a:alpha val="27843"/>
                </a:srgbClr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99" name="Forme libre : forme 98">
                <a:extLst>
                  <a:ext uri="{FF2B5EF4-FFF2-40B4-BE49-F238E27FC236}">
                    <a16:creationId xmlns:a16="http://schemas.microsoft.com/office/drawing/2014/main" id="{6A30BBB5-DE17-4221-92C0-3CB08DE55BDA}"/>
                  </a:ext>
                </a:extLst>
              </p:cNvPr>
              <p:cNvSpPr/>
              <p:nvPr/>
            </p:nvSpPr>
            <p:spPr>
              <a:xfrm>
                <a:off x="10959093" y="2659228"/>
                <a:ext cx="1232907" cy="691644"/>
              </a:xfrm>
              <a:custGeom>
                <a:avLst/>
                <a:gdLst>
                  <a:gd name="connsiteX0" fmla="*/ 0 w 3280229"/>
                  <a:gd name="connsiteY0" fmla="*/ 1563364 h 1880999"/>
                  <a:gd name="connsiteX1" fmla="*/ 246743 w 3280229"/>
                  <a:gd name="connsiteY1" fmla="*/ 1476279 h 1880999"/>
                  <a:gd name="connsiteX2" fmla="*/ 493486 w 3280229"/>
                  <a:gd name="connsiteY2" fmla="*/ 1592393 h 1880999"/>
                  <a:gd name="connsiteX3" fmla="*/ 827315 w 3280229"/>
                  <a:gd name="connsiteY3" fmla="*/ 1432736 h 1880999"/>
                  <a:gd name="connsiteX4" fmla="*/ 1059543 w 3280229"/>
                  <a:gd name="connsiteY4" fmla="*/ 1563364 h 1880999"/>
                  <a:gd name="connsiteX5" fmla="*/ 1291772 w 3280229"/>
                  <a:gd name="connsiteY5" fmla="*/ 1432736 h 1880999"/>
                  <a:gd name="connsiteX6" fmla="*/ 1509486 w 3280229"/>
                  <a:gd name="connsiteY6" fmla="*/ 1606907 h 1880999"/>
                  <a:gd name="connsiteX7" fmla="*/ 1611086 w 3280229"/>
                  <a:gd name="connsiteY7" fmla="*/ 416736 h 1880999"/>
                  <a:gd name="connsiteX8" fmla="*/ 1683657 w 3280229"/>
                  <a:gd name="connsiteY8" fmla="*/ 1055364 h 1880999"/>
                  <a:gd name="connsiteX9" fmla="*/ 1770743 w 3280229"/>
                  <a:gd name="connsiteY9" fmla="*/ 10336 h 1880999"/>
                  <a:gd name="connsiteX10" fmla="*/ 1901372 w 3280229"/>
                  <a:gd name="connsiteY10" fmla="*/ 1824621 h 1880999"/>
                  <a:gd name="connsiteX11" fmla="*/ 1959429 w 3280229"/>
                  <a:gd name="connsiteY11" fmla="*/ 1447250 h 1880999"/>
                  <a:gd name="connsiteX12" fmla="*/ 2046515 w 3280229"/>
                  <a:gd name="connsiteY12" fmla="*/ 1723021 h 1880999"/>
                  <a:gd name="connsiteX13" fmla="*/ 2133600 w 3280229"/>
                  <a:gd name="connsiteY13" fmla="*/ 1505307 h 1880999"/>
                  <a:gd name="connsiteX14" fmla="*/ 2452915 w 3280229"/>
                  <a:gd name="connsiteY14" fmla="*/ 1592393 h 1880999"/>
                  <a:gd name="connsiteX15" fmla="*/ 2873829 w 3280229"/>
                  <a:gd name="connsiteY15" fmla="*/ 1490793 h 1880999"/>
                  <a:gd name="connsiteX16" fmla="*/ 3135086 w 3280229"/>
                  <a:gd name="connsiteY16" fmla="*/ 1592393 h 1880999"/>
                  <a:gd name="connsiteX17" fmla="*/ 3280229 w 3280229"/>
                  <a:gd name="connsiteY17" fmla="*/ 1592393 h 1880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80229" h="1880999">
                    <a:moveTo>
                      <a:pt x="0" y="1563364"/>
                    </a:moveTo>
                    <a:cubicBezTo>
                      <a:pt x="82247" y="1517402"/>
                      <a:pt x="164495" y="1471441"/>
                      <a:pt x="246743" y="1476279"/>
                    </a:cubicBezTo>
                    <a:cubicBezTo>
                      <a:pt x="328991" y="1481117"/>
                      <a:pt x="396724" y="1599650"/>
                      <a:pt x="493486" y="1592393"/>
                    </a:cubicBezTo>
                    <a:cubicBezTo>
                      <a:pt x="590248" y="1585136"/>
                      <a:pt x="732972" y="1437574"/>
                      <a:pt x="827315" y="1432736"/>
                    </a:cubicBezTo>
                    <a:cubicBezTo>
                      <a:pt x="921658" y="1427898"/>
                      <a:pt x="982134" y="1563364"/>
                      <a:pt x="1059543" y="1563364"/>
                    </a:cubicBezTo>
                    <a:cubicBezTo>
                      <a:pt x="1136952" y="1563364"/>
                      <a:pt x="1216782" y="1425479"/>
                      <a:pt x="1291772" y="1432736"/>
                    </a:cubicBezTo>
                    <a:cubicBezTo>
                      <a:pt x="1366762" y="1439993"/>
                      <a:pt x="1456267" y="1776240"/>
                      <a:pt x="1509486" y="1606907"/>
                    </a:cubicBezTo>
                    <a:cubicBezTo>
                      <a:pt x="1562705" y="1437574"/>
                      <a:pt x="1582058" y="508660"/>
                      <a:pt x="1611086" y="416736"/>
                    </a:cubicBezTo>
                    <a:cubicBezTo>
                      <a:pt x="1640115" y="324812"/>
                      <a:pt x="1657048" y="1123097"/>
                      <a:pt x="1683657" y="1055364"/>
                    </a:cubicBezTo>
                    <a:cubicBezTo>
                      <a:pt x="1710266" y="987631"/>
                      <a:pt x="1734457" y="-117873"/>
                      <a:pt x="1770743" y="10336"/>
                    </a:cubicBezTo>
                    <a:cubicBezTo>
                      <a:pt x="1807029" y="138545"/>
                      <a:pt x="1869924" y="1585135"/>
                      <a:pt x="1901372" y="1824621"/>
                    </a:cubicBezTo>
                    <a:cubicBezTo>
                      <a:pt x="1932820" y="2064107"/>
                      <a:pt x="1935239" y="1464183"/>
                      <a:pt x="1959429" y="1447250"/>
                    </a:cubicBezTo>
                    <a:cubicBezTo>
                      <a:pt x="1983619" y="1430317"/>
                      <a:pt x="2017487" y="1713345"/>
                      <a:pt x="2046515" y="1723021"/>
                    </a:cubicBezTo>
                    <a:cubicBezTo>
                      <a:pt x="2075543" y="1732697"/>
                      <a:pt x="2065867" y="1527078"/>
                      <a:pt x="2133600" y="1505307"/>
                    </a:cubicBezTo>
                    <a:cubicBezTo>
                      <a:pt x="2201333" y="1483536"/>
                      <a:pt x="2329544" y="1594812"/>
                      <a:pt x="2452915" y="1592393"/>
                    </a:cubicBezTo>
                    <a:cubicBezTo>
                      <a:pt x="2576286" y="1589974"/>
                      <a:pt x="2760134" y="1490793"/>
                      <a:pt x="2873829" y="1490793"/>
                    </a:cubicBezTo>
                    <a:cubicBezTo>
                      <a:pt x="2987524" y="1490793"/>
                      <a:pt x="3067353" y="1575460"/>
                      <a:pt x="3135086" y="1592393"/>
                    </a:cubicBezTo>
                    <a:cubicBezTo>
                      <a:pt x="3202819" y="1609326"/>
                      <a:pt x="3241524" y="1600859"/>
                      <a:pt x="3280229" y="1592393"/>
                    </a:cubicBezTo>
                  </a:path>
                </a:pathLst>
              </a:custGeom>
              <a:noFill/>
              <a:ln w="1905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06" name="Groupe 105">
              <a:extLst>
                <a:ext uri="{FF2B5EF4-FFF2-40B4-BE49-F238E27FC236}">
                  <a16:creationId xmlns:a16="http://schemas.microsoft.com/office/drawing/2014/main" id="{81CCB613-1F1A-44E4-A907-9122842B5140}"/>
                </a:ext>
              </a:extLst>
            </p:cNvPr>
            <p:cNvGrpSpPr/>
            <p:nvPr/>
          </p:nvGrpSpPr>
          <p:grpSpPr>
            <a:xfrm>
              <a:off x="4813139" y="5099464"/>
              <a:ext cx="1396058" cy="856972"/>
              <a:chOff x="11459109" y="23113"/>
              <a:chExt cx="1596571" cy="1109068"/>
            </a:xfrm>
            <a:scene3d>
              <a:camera prst="isometricLeftDown"/>
              <a:lightRig rig="threePt" dir="t"/>
            </a:scene3d>
          </p:grpSpPr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2CBEC44C-5474-4433-B6D7-66505385DDBC}"/>
                  </a:ext>
                </a:extLst>
              </p:cNvPr>
              <p:cNvSpPr/>
              <p:nvPr/>
            </p:nvSpPr>
            <p:spPr>
              <a:xfrm>
                <a:off x="11459109" y="23113"/>
                <a:ext cx="1596571" cy="1109068"/>
              </a:xfrm>
              <a:prstGeom prst="rect">
                <a:avLst/>
              </a:prstGeom>
              <a:solidFill>
                <a:srgbClr val="99FFCC">
                  <a:alpha val="27843"/>
                </a:srgbClr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00" name="Forme libre : forme 99">
                <a:extLst>
                  <a:ext uri="{FF2B5EF4-FFF2-40B4-BE49-F238E27FC236}">
                    <a16:creationId xmlns:a16="http://schemas.microsoft.com/office/drawing/2014/main" id="{196E763A-763A-40B7-BB31-23CD1ACE61D4}"/>
                  </a:ext>
                </a:extLst>
              </p:cNvPr>
              <p:cNvSpPr/>
              <p:nvPr/>
            </p:nvSpPr>
            <p:spPr>
              <a:xfrm>
                <a:off x="11575259" y="109481"/>
                <a:ext cx="1342248" cy="950198"/>
              </a:xfrm>
              <a:custGeom>
                <a:avLst/>
                <a:gdLst>
                  <a:gd name="connsiteX0" fmla="*/ 0 w 3280229"/>
                  <a:gd name="connsiteY0" fmla="*/ 1563364 h 1880999"/>
                  <a:gd name="connsiteX1" fmla="*/ 246743 w 3280229"/>
                  <a:gd name="connsiteY1" fmla="*/ 1476279 h 1880999"/>
                  <a:gd name="connsiteX2" fmla="*/ 493486 w 3280229"/>
                  <a:gd name="connsiteY2" fmla="*/ 1592393 h 1880999"/>
                  <a:gd name="connsiteX3" fmla="*/ 827315 w 3280229"/>
                  <a:gd name="connsiteY3" fmla="*/ 1432736 h 1880999"/>
                  <a:gd name="connsiteX4" fmla="*/ 1059543 w 3280229"/>
                  <a:gd name="connsiteY4" fmla="*/ 1563364 h 1880999"/>
                  <a:gd name="connsiteX5" fmla="*/ 1291772 w 3280229"/>
                  <a:gd name="connsiteY5" fmla="*/ 1432736 h 1880999"/>
                  <a:gd name="connsiteX6" fmla="*/ 1509486 w 3280229"/>
                  <a:gd name="connsiteY6" fmla="*/ 1606907 h 1880999"/>
                  <a:gd name="connsiteX7" fmla="*/ 1611086 w 3280229"/>
                  <a:gd name="connsiteY7" fmla="*/ 416736 h 1880999"/>
                  <a:gd name="connsiteX8" fmla="*/ 1683657 w 3280229"/>
                  <a:gd name="connsiteY8" fmla="*/ 1055364 h 1880999"/>
                  <a:gd name="connsiteX9" fmla="*/ 1770743 w 3280229"/>
                  <a:gd name="connsiteY9" fmla="*/ 10336 h 1880999"/>
                  <a:gd name="connsiteX10" fmla="*/ 1901372 w 3280229"/>
                  <a:gd name="connsiteY10" fmla="*/ 1824621 h 1880999"/>
                  <a:gd name="connsiteX11" fmla="*/ 1959429 w 3280229"/>
                  <a:gd name="connsiteY11" fmla="*/ 1447250 h 1880999"/>
                  <a:gd name="connsiteX12" fmla="*/ 2046515 w 3280229"/>
                  <a:gd name="connsiteY12" fmla="*/ 1723021 h 1880999"/>
                  <a:gd name="connsiteX13" fmla="*/ 2133600 w 3280229"/>
                  <a:gd name="connsiteY13" fmla="*/ 1505307 h 1880999"/>
                  <a:gd name="connsiteX14" fmla="*/ 2452915 w 3280229"/>
                  <a:gd name="connsiteY14" fmla="*/ 1592393 h 1880999"/>
                  <a:gd name="connsiteX15" fmla="*/ 2873829 w 3280229"/>
                  <a:gd name="connsiteY15" fmla="*/ 1490793 h 1880999"/>
                  <a:gd name="connsiteX16" fmla="*/ 3135086 w 3280229"/>
                  <a:gd name="connsiteY16" fmla="*/ 1592393 h 1880999"/>
                  <a:gd name="connsiteX17" fmla="*/ 3280229 w 3280229"/>
                  <a:gd name="connsiteY17" fmla="*/ 1592393 h 1880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80229" h="1880999">
                    <a:moveTo>
                      <a:pt x="0" y="1563364"/>
                    </a:moveTo>
                    <a:cubicBezTo>
                      <a:pt x="82247" y="1517402"/>
                      <a:pt x="164495" y="1471441"/>
                      <a:pt x="246743" y="1476279"/>
                    </a:cubicBezTo>
                    <a:cubicBezTo>
                      <a:pt x="328991" y="1481117"/>
                      <a:pt x="396724" y="1599650"/>
                      <a:pt x="493486" y="1592393"/>
                    </a:cubicBezTo>
                    <a:cubicBezTo>
                      <a:pt x="590248" y="1585136"/>
                      <a:pt x="732972" y="1437574"/>
                      <a:pt x="827315" y="1432736"/>
                    </a:cubicBezTo>
                    <a:cubicBezTo>
                      <a:pt x="921658" y="1427898"/>
                      <a:pt x="982134" y="1563364"/>
                      <a:pt x="1059543" y="1563364"/>
                    </a:cubicBezTo>
                    <a:cubicBezTo>
                      <a:pt x="1136952" y="1563364"/>
                      <a:pt x="1216782" y="1425479"/>
                      <a:pt x="1291772" y="1432736"/>
                    </a:cubicBezTo>
                    <a:cubicBezTo>
                      <a:pt x="1366762" y="1439993"/>
                      <a:pt x="1456267" y="1776240"/>
                      <a:pt x="1509486" y="1606907"/>
                    </a:cubicBezTo>
                    <a:cubicBezTo>
                      <a:pt x="1562705" y="1437574"/>
                      <a:pt x="1582058" y="508660"/>
                      <a:pt x="1611086" y="416736"/>
                    </a:cubicBezTo>
                    <a:cubicBezTo>
                      <a:pt x="1640115" y="324812"/>
                      <a:pt x="1657048" y="1123097"/>
                      <a:pt x="1683657" y="1055364"/>
                    </a:cubicBezTo>
                    <a:cubicBezTo>
                      <a:pt x="1710266" y="987631"/>
                      <a:pt x="1734457" y="-117873"/>
                      <a:pt x="1770743" y="10336"/>
                    </a:cubicBezTo>
                    <a:cubicBezTo>
                      <a:pt x="1807029" y="138545"/>
                      <a:pt x="1869924" y="1585135"/>
                      <a:pt x="1901372" y="1824621"/>
                    </a:cubicBezTo>
                    <a:cubicBezTo>
                      <a:pt x="1932820" y="2064107"/>
                      <a:pt x="1935239" y="1464183"/>
                      <a:pt x="1959429" y="1447250"/>
                    </a:cubicBezTo>
                    <a:cubicBezTo>
                      <a:pt x="1983619" y="1430317"/>
                      <a:pt x="2017487" y="1713345"/>
                      <a:pt x="2046515" y="1723021"/>
                    </a:cubicBezTo>
                    <a:cubicBezTo>
                      <a:pt x="2075543" y="1732697"/>
                      <a:pt x="2065867" y="1527078"/>
                      <a:pt x="2133600" y="1505307"/>
                    </a:cubicBezTo>
                    <a:cubicBezTo>
                      <a:pt x="2201333" y="1483536"/>
                      <a:pt x="2329544" y="1594812"/>
                      <a:pt x="2452915" y="1592393"/>
                    </a:cubicBezTo>
                    <a:cubicBezTo>
                      <a:pt x="2576286" y="1589974"/>
                      <a:pt x="2760134" y="1490793"/>
                      <a:pt x="2873829" y="1490793"/>
                    </a:cubicBezTo>
                    <a:cubicBezTo>
                      <a:pt x="2987524" y="1490793"/>
                      <a:pt x="3067353" y="1575460"/>
                      <a:pt x="3135086" y="1592393"/>
                    </a:cubicBezTo>
                    <a:cubicBezTo>
                      <a:pt x="3202819" y="1609326"/>
                      <a:pt x="3241524" y="1600859"/>
                      <a:pt x="3280229" y="1592393"/>
                    </a:cubicBezTo>
                  </a:path>
                </a:pathLst>
              </a:custGeom>
              <a:noFill/>
              <a:ln w="1905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05" name="Groupe 104">
              <a:extLst>
                <a:ext uri="{FF2B5EF4-FFF2-40B4-BE49-F238E27FC236}">
                  <a16:creationId xmlns:a16="http://schemas.microsoft.com/office/drawing/2014/main" id="{14C058B2-A730-41CC-838B-5CF6CE65BA01}"/>
                </a:ext>
              </a:extLst>
            </p:cNvPr>
            <p:cNvGrpSpPr/>
            <p:nvPr/>
          </p:nvGrpSpPr>
          <p:grpSpPr>
            <a:xfrm>
              <a:off x="5080436" y="4650502"/>
              <a:ext cx="1361822" cy="785966"/>
              <a:chOff x="11050269" y="1352689"/>
              <a:chExt cx="1596571" cy="1046597"/>
            </a:xfrm>
            <a:scene3d>
              <a:camera prst="isometricLeftDown"/>
              <a:lightRig rig="threePt" dir="t"/>
            </a:scene3d>
          </p:grpSpPr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6118B71F-C9FF-4CD9-A933-E02368FCF451}"/>
                  </a:ext>
                </a:extLst>
              </p:cNvPr>
              <p:cNvSpPr/>
              <p:nvPr/>
            </p:nvSpPr>
            <p:spPr>
              <a:xfrm>
                <a:off x="11050269" y="1352689"/>
                <a:ext cx="1596571" cy="1046597"/>
              </a:xfrm>
              <a:prstGeom prst="rect">
                <a:avLst/>
              </a:prstGeom>
              <a:solidFill>
                <a:srgbClr val="99FFCC">
                  <a:alpha val="27843"/>
                </a:srgbClr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4" name="Forme libre : forme 13">
                <a:extLst>
                  <a:ext uri="{FF2B5EF4-FFF2-40B4-BE49-F238E27FC236}">
                    <a16:creationId xmlns:a16="http://schemas.microsoft.com/office/drawing/2014/main" id="{E5B65B27-2345-4110-BD09-471F1DA7B8A3}"/>
                  </a:ext>
                </a:extLst>
              </p:cNvPr>
              <p:cNvSpPr/>
              <p:nvPr/>
            </p:nvSpPr>
            <p:spPr>
              <a:xfrm>
                <a:off x="11176448" y="1476229"/>
                <a:ext cx="1232907" cy="691644"/>
              </a:xfrm>
              <a:custGeom>
                <a:avLst/>
                <a:gdLst>
                  <a:gd name="connsiteX0" fmla="*/ 0 w 1886858"/>
                  <a:gd name="connsiteY0" fmla="*/ 1065158 h 1241300"/>
                  <a:gd name="connsiteX1" fmla="*/ 72572 w 1886858"/>
                  <a:gd name="connsiteY1" fmla="*/ 963558 h 1241300"/>
                  <a:gd name="connsiteX2" fmla="*/ 174172 w 1886858"/>
                  <a:gd name="connsiteY2" fmla="*/ 1152243 h 1241300"/>
                  <a:gd name="connsiteX3" fmla="*/ 261258 w 1886858"/>
                  <a:gd name="connsiteY3" fmla="*/ 934529 h 1241300"/>
                  <a:gd name="connsiteX4" fmla="*/ 333829 w 1886858"/>
                  <a:gd name="connsiteY4" fmla="*/ 1195786 h 1241300"/>
                  <a:gd name="connsiteX5" fmla="*/ 420915 w 1886858"/>
                  <a:gd name="connsiteY5" fmla="*/ 934529 h 1241300"/>
                  <a:gd name="connsiteX6" fmla="*/ 508000 w 1886858"/>
                  <a:gd name="connsiteY6" fmla="*/ 1224815 h 1241300"/>
                  <a:gd name="connsiteX7" fmla="*/ 566058 w 1886858"/>
                  <a:gd name="connsiteY7" fmla="*/ 890986 h 1241300"/>
                  <a:gd name="connsiteX8" fmla="*/ 653143 w 1886858"/>
                  <a:gd name="connsiteY8" fmla="*/ 1195786 h 1241300"/>
                  <a:gd name="connsiteX9" fmla="*/ 769258 w 1886858"/>
                  <a:gd name="connsiteY9" fmla="*/ 20129 h 1241300"/>
                  <a:gd name="connsiteX10" fmla="*/ 827315 w 1886858"/>
                  <a:gd name="connsiteY10" fmla="*/ 441043 h 1241300"/>
                  <a:gd name="connsiteX11" fmla="*/ 928915 w 1886858"/>
                  <a:gd name="connsiteY11" fmla="*/ 281386 h 1241300"/>
                  <a:gd name="connsiteX12" fmla="*/ 972458 w 1886858"/>
                  <a:gd name="connsiteY12" fmla="*/ 571672 h 1241300"/>
                  <a:gd name="connsiteX13" fmla="*/ 1030515 w 1886858"/>
                  <a:gd name="connsiteY13" fmla="*/ 339443 h 1241300"/>
                  <a:gd name="connsiteX14" fmla="*/ 1103086 w 1886858"/>
                  <a:gd name="connsiteY14" fmla="*/ 571672 h 1241300"/>
                  <a:gd name="connsiteX15" fmla="*/ 1175658 w 1886858"/>
                  <a:gd name="connsiteY15" fmla="*/ 484586 h 1241300"/>
                  <a:gd name="connsiteX16" fmla="*/ 1277258 w 1886858"/>
                  <a:gd name="connsiteY16" fmla="*/ 571672 h 1241300"/>
                  <a:gd name="connsiteX17" fmla="*/ 1364343 w 1886858"/>
                  <a:gd name="connsiteY17" fmla="*/ 1239329 h 1241300"/>
                  <a:gd name="connsiteX18" fmla="*/ 1480458 w 1886858"/>
                  <a:gd name="connsiteY18" fmla="*/ 789386 h 1241300"/>
                  <a:gd name="connsiteX19" fmla="*/ 1567543 w 1886858"/>
                  <a:gd name="connsiteY19" fmla="*/ 1181272 h 1241300"/>
                  <a:gd name="connsiteX20" fmla="*/ 1611086 w 1886858"/>
                  <a:gd name="connsiteY20" fmla="*/ 978072 h 1241300"/>
                  <a:gd name="connsiteX21" fmla="*/ 1654629 w 1886858"/>
                  <a:gd name="connsiteY21" fmla="*/ 1195786 h 1241300"/>
                  <a:gd name="connsiteX22" fmla="*/ 1712686 w 1886858"/>
                  <a:gd name="connsiteY22" fmla="*/ 963558 h 1241300"/>
                  <a:gd name="connsiteX23" fmla="*/ 1770743 w 1886858"/>
                  <a:gd name="connsiteY23" fmla="*/ 1195786 h 1241300"/>
                  <a:gd name="connsiteX24" fmla="*/ 1828800 w 1886858"/>
                  <a:gd name="connsiteY24" fmla="*/ 1007101 h 1241300"/>
                  <a:gd name="connsiteX25" fmla="*/ 1886858 w 1886858"/>
                  <a:gd name="connsiteY25" fmla="*/ 1166758 h 1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886858" h="1241300">
                    <a:moveTo>
                      <a:pt x="0" y="1065158"/>
                    </a:moveTo>
                    <a:cubicBezTo>
                      <a:pt x="21771" y="1007101"/>
                      <a:pt x="43543" y="949044"/>
                      <a:pt x="72572" y="963558"/>
                    </a:cubicBezTo>
                    <a:cubicBezTo>
                      <a:pt x="101601" y="978072"/>
                      <a:pt x="142724" y="1157081"/>
                      <a:pt x="174172" y="1152243"/>
                    </a:cubicBezTo>
                    <a:cubicBezTo>
                      <a:pt x="205620" y="1147405"/>
                      <a:pt x="234648" y="927272"/>
                      <a:pt x="261258" y="934529"/>
                    </a:cubicBezTo>
                    <a:cubicBezTo>
                      <a:pt x="287868" y="941786"/>
                      <a:pt x="307220" y="1195786"/>
                      <a:pt x="333829" y="1195786"/>
                    </a:cubicBezTo>
                    <a:cubicBezTo>
                      <a:pt x="360438" y="1195786"/>
                      <a:pt x="391887" y="929691"/>
                      <a:pt x="420915" y="934529"/>
                    </a:cubicBezTo>
                    <a:cubicBezTo>
                      <a:pt x="449943" y="939367"/>
                      <a:pt x="483810" y="1232072"/>
                      <a:pt x="508000" y="1224815"/>
                    </a:cubicBezTo>
                    <a:cubicBezTo>
                      <a:pt x="532190" y="1217558"/>
                      <a:pt x="541868" y="895824"/>
                      <a:pt x="566058" y="890986"/>
                    </a:cubicBezTo>
                    <a:cubicBezTo>
                      <a:pt x="590248" y="886148"/>
                      <a:pt x="619276" y="1340929"/>
                      <a:pt x="653143" y="1195786"/>
                    </a:cubicBezTo>
                    <a:cubicBezTo>
                      <a:pt x="687010" y="1050643"/>
                      <a:pt x="740229" y="145919"/>
                      <a:pt x="769258" y="20129"/>
                    </a:cubicBezTo>
                    <a:cubicBezTo>
                      <a:pt x="798287" y="-105661"/>
                      <a:pt x="800706" y="397500"/>
                      <a:pt x="827315" y="441043"/>
                    </a:cubicBezTo>
                    <a:cubicBezTo>
                      <a:pt x="853925" y="484586"/>
                      <a:pt x="904725" y="259615"/>
                      <a:pt x="928915" y="281386"/>
                    </a:cubicBezTo>
                    <a:cubicBezTo>
                      <a:pt x="953105" y="303157"/>
                      <a:pt x="955525" y="561996"/>
                      <a:pt x="972458" y="571672"/>
                    </a:cubicBezTo>
                    <a:cubicBezTo>
                      <a:pt x="989391" y="581348"/>
                      <a:pt x="1008744" y="339443"/>
                      <a:pt x="1030515" y="339443"/>
                    </a:cubicBezTo>
                    <a:cubicBezTo>
                      <a:pt x="1052286" y="339443"/>
                      <a:pt x="1078896" y="547482"/>
                      <a:pt x="1103086" y="571672"/>
                    </a:cubicBezTo>
                    <a:cubicBezTo>
                      <a:pt x="1127276" y="595862"/>
                      <a:pt x="1146629" y="484586"/>
                      <a:pt x="1175658" y="484586"/>
                    </a:cubicBezTo>
                    <a:cubicBezTo>
                      <a:pt x="1204687" y="484586"/>
                      <a:pt x="1245810" y="445881"/>
                      <a:pt x="1277258" y="571672"/>
                    </a:cubicBezTo>
                    <a:cubicBezTo>
                      <a:pt x="1308706" y="697463"/>
                      <a:pt x="1330476" y="1203043"/>
                      <a:pt x="1364343" y="1239329"/>
                    </a:cubicBezTo>
                    <a:cubicBezTo>
                      <a:pt x="1398210" y="1275615"/>
                      <a:pt x="1446591" y="799062"/>
                      <a:pt x="1480458" y="789386"/>
                    </a:cubicBezTo>
                    <a:cubicBezTo>
                      <a:pt x="1514325" y="779710"/>
                      <a:pt x="1545772" y="1149824"/>
                      <a:pt x="1567543" y="1181272"/>
                    </a:cubicBezTo>
                    <a:cubicBezTo>
                      <a:pt x="1589314" y="1212720"/>
                      <a:pt x="1596572" y="975653"/>
                      <a:pt x="1611086" y="978072"/>
                    </a:cubicBezTo>
                    <a:cubicBezTo>
                      <a:pt x="1625600" y="980491"/>
                      <a:pt x="1637696" y="1198205"/>
                      <a:pt x="1654629" y="1195786"/>
                    </a:cubicBezTo>
                    <a:cubicBezTo>
                      <a:pt x="1671562" y="1193367"/>
                      <a:pt x="1693334" y="963558"/>
                      <a:pt x="1712686" y="963558"/>
                    </a:cubicBezTo>
                    <a:cubicBezTo>
                      <a:pt x="1732038" y="963558"/>
                      <a:pt x="1751391" y="1188529"/>
                      <a:pt x="1770743" y="1195786"/>
                    </a:cubicBezTo>
                    <a:cubicBezTo>
                      <a:pt x="1790095" y="1203043"/>
                      <a:pt x="1809448" y="1011939"/>
                      <a:pt x="1828800" y="1007101"/>
                    </a:cubicBezTo>
                    <a:cubicBezTo>
                      <a:pt x="1848153" y="1002263"/>
                      <a:pt x="1867505" y="1084510"/>
                      <a:pt x="1886858" y="1166758"/>
                    </a:cubicBezTo>
                  </a:path>
                </a:pathLst>
              </a:custGeom>
              <a:noFill/>
              <a:ln w="1905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08" name="ZoneTexte 107">
              <a:extLst>
                <a:ext uri="{FF2B5EF4-FFF2-40B4-BE49-F238E27FC236}">
                  <a16:creationId xmlns:a16="http://schemas.microsoft.com/office/drawing/2014/main" id="{0283F1DB-F534-4422-8B52-A855A7CE34FC}"/>
                </a:ext>
              </a:extLst>
            </p:cNvPr>
            <p:cNvSpPr txBox="1"/>
            <p:nvPr/>
          </p:nvSpPr>
          <p:spPr>
            <a:xfrm>
              <a:off x="6390595" y="5408594"/>
              <a:ext cx="203292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i="1" dirty="0" err="1">
                  <a:latin typeface="Playfair Display" pitchFamily="2" charset="0"/>
                </a:rPr>
                <a:t>Kiểm</a:t>
              </a:r>
              <a:r>
                <a:rPr lang="fr-FR" i="1" dirty="0">
                  <a:latin typeface="Playfair Display" pitchFamily="2" charset="0"/>
                </a:rPr>
                <a:t> </a:t>
              </a:r>
              <a:r>
                <a:rPr lang="fr-FR" i="1" dirty="0" err="1">
                  <a:latin typeface="Playfair Display" pitchFamily="2" charset="0"/>
                </a:rPr>
                <a:t>định</a:t>
              </a:r>
              <a:r>
                <a:rPr lang="fr-FR" i="1" dirty="0">
                  <a:latin typeface="Playfair Display" pitchFamily="2" charset="0"/>
                </a:rPr>
                <a:t> </a:t>
              </a:r>
              <a:r>
                <a:rPr lang="fr-FR" i="1" dirty="0" err="1">
                  <a:latin typeface="Playfair Display" pitchFamily="2" charset="0"/>
                </a:rPr>
                <a:t>và</a:t>
              </a:r>
              <a:r>
                <a:rPr lang="fr-FR" i="1" dirty="0">
                  <a:latin typeface="Playfair Display" pitchFamily="2" charset="0"/>
                </a:rPr>
                <a:t> </a:t>
              </a:r>
            </a:p>
            <a:p>
              <a:r>
                <a:rPr lang="fr-FR" i="1" dirty="0" err="1">
                  <a:latin typeface="Playfair Display" pitchFamily="2" charset="0"/>
                </a:rPr>
                <a:t>dán</a:t>
              </a:r>
              <a:r>
                <a:rPr lang="fr-FR" i="1" dirty="0">
                  <a:latin typeface="Playfair Display" pitchFamily="2" charset="0"/>
                </a:rPr>
                <a:t> </a:t>
              </a:r>
              <a:r>
                <a:rPr lang="fr-FR" i="1" dirty="0" err="1">
                  <a:latin typeface="Playfair Display" pitchFamily="2" charset="0"/>
                </a:rPr>
                <a:t>nhãn</a:t>
              </a:r>
              <a:r>
                <a:rPr lang="fr-FR" i="1" dirty="0">
                  <a:latin typeface="Playfair Display" pitchFamily="2" charset="0"/>
                </a:rPr>
                <a:t> </a:t>
              </a:r>
              <a:r>
                <a:rPr lang="fr-FR" i="1" dirty="0" err="1">
                  <a:latin typeface="Playfair Display" pitchFamily="2" charset="0"/>
                </a:rPr>
                <a:t>thủ</a:t>
              </a:r>
              <a:r>
                <a:rPr lang="fr-FR" i="1" dirty="0">
                  <a:latin typeface="Playfair Display" pitchFamily="2" charset="0"/>
                </a:rPr>
                <a:t> </a:t>
              </a:r>
              <a:r>
                <a:rPr lang="fr-FR" i="1" dirty="0" err="1">
                  <a:latin typeface="Playfair Display" pitchFamily="2" charset="0"/>
                </a:rPr>
                <a:t>công</a:t>
              </a:r>
              <a:endParaRPr lang="fr-FR" i="1" dirty="0">
                <a:latin typeface="Playfair Display" pitchFamily="2" charset="0"/>
              </a:endParaRPr>
            </a:p>
          </p:txBody>
        </p:sp>
        <p:pic>
          <p:nvPicPr>
            <p:cNvPr id="112" name="Image 111">
              <a:extLst>
                <a:ext uri="{FF2B5EF4-FFF2-40B4-BE49-F238E27FC236}">
                  <a16:creationId xmlns:a16="http://schemas.microsoft.com/office/drawing/2014/main" id="{591802D3-CD50-47C5-83E3-98D77BFAF3F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prstClr val="black"/>
                <a:schemeClr val="accent5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96027" y="4589983"/>
              <a:ext cx="1038374" cy="1072986"/>
            </a:xfrm>
            <a:prstGeom prst="rect">
              <a:avLst/>
            </a:prstGeom>
          </p:spPr>
        </p:pic>
        <p:sp>
          <p:nvSpPr>
            <p:cNvPr id="113" name="ZoneTexte 112">
              <a:extLst>
                <a:ext uri="{FF2B5EF4-FFF2-40B4-BE49-F238E27FC236}">
                  <a16:creationId xmlns:a16="http://schemas.microsoft.com/office/drawing/2014/main" id="{EA66CB0E-BA16-4A21-811B-2FD41A6A0124}"/>
                </a:ext>
              </a:extLst>
            </p:cNvPr>
            <p:cNvSpPr txBox="1"/>
            <p:nvPr/>
          </p:nvSpPr>
          <p:spPr>
            <a:xfrm>
              <a:off x="2503202" y="5759241"/>
              <a:ext cx="24416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i="1" dirty="0" err="1">
                  <a:latin typeface="Playfair Display" pitchFamily="2" charset="0"/>
                </a:rPr>
                <a:t>Chọn</a:t>
              </a:r>
              <a:r>
                <a:rPr lang="fr-FR" i="1" dirty="0">
                  <a:latin typeface="Playfair Display" pitchFamily="2" charset="0"/>
                </a:rPr>
                <a:t> </a:t>
              </a:r>
              <a:r>
                <a:rPr lang="fr-FR" i="1" dirty="0" err="1">
                  <a:latin typeface="Playfair Display" pitchFamily="2" charset="0"/>
                </a:rPr>
                <a:t>bệnh</a:t>
              </a:r>
              <a:r>
                <a:rPr lang="fr-FR" i="1" dirty="0">
                  <a:latin typeface="Playfair Display" pitchFamily="2" charset="0"/>
                </a:rPr>
                <a:t> </a:t>
              </a:r>
              <a:r>
                <a:rPr lang="fr-FR" i="1" dirty="0" err="1">
                  <a:latin typeface="Playfair Display" pitchFamily="2" charset="0"/>
                </a:rPr>
                <a:t>và</a:t>
              </a:r>
              <a:r>
                <a:rPr lang="fr-FR" i="1" dirty="0">
                  <a:latin typeface="Playfair Display" pitchFamily="2" charset="0"/>
                </a:rPr>
                <a:t> </a:t>
              </a:r>
              <a:r>
                <a:rPr lang="fr-FR" i="1" dirty="0" err="1">
                  <a:latin typeface="Playfair Display" pitchFamily="2" charset="0"/>
                </a:rPr>
                <a:t>đo</a:t>
              </a:r>
              <a:r>
                <a:rPr lang="fr-FR" i="1" dirty="0">
                  <a:latin typeface="Playfair Display" pitchFamily="2" charset="0"/>
                </a:rPr>
                <a:t> </a:t>
              </a:r>
              <a:r>
                <a:rPr lang="fr-FR" i="1" dirty="0" err="1">
                  <a:latin typeface="Playfair Display" pitchFamily="2" charset="0"/>
                </a:rPr>
                <a:t>lường</a:t>
              </a:r>
              <a:endParaRPr lang="fr-FR" i="1" dirty="0">
                <a:latin typeface="Playfair Display" pitchFamily="2" charset="0"/>
              </a:endParaRPr>
            </a:p>
          </p:txBody>
        </p:sp>
        <p:pic>
          <p:nvPicPr>
            <p:cNvPr id="116" name="Image 115">
              <a:extLst>
                <a:ext uri="{FF2B5EF4-FFF2-40B4-BE49-F238E27FC236}">
                  <a16:creationId xmlns:a16="http://schemas.microsoft.com/office/drawing/2014/main" id="{99E50B8D-724A-4366-9296-A2CEFA305C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5143459" y="3257539"/>
              <a:ext cx="991670" cy="732776"/>
            </a:xfrm>
            <a:prstGeom prst="rect">
              <a:avLst/>
            </a:prstGeom>
          </p:spPr>
        </p:pic>
        <p:sp>
          <p:nvSpPr>
            <p:cNvPr id="114" name="Forme libre : forme 113">
              <a:extLst>
                <a:ext uri="{FF2B5EF4-FFF2-40B4-BE49-F238E27FC236}">
                  <a16:creationId xmlns:a16="http://schemas.microsoft.com/office/drawing/2014/main" id="{9FA1CFA1-86ED-469A-BC83-1E7AD634F7C1}"/>
                </a:ext>
              </a:extLst>
            </p:cNvPr>
            <p:cNvSpPr/>
            <p:nvPr/>
          </p:nvSpPr>
          <p:spPr>
            <a:xfrm>
              <a:off x="3954128" y="3842660"/>
              <a:ext cx="1567093" cy="1163619"/>
            </a:xfrm>
            <a:custGeom>
              <a:avLst/>
              <a:gdLst>
                <a:gd name="connsiteX0" fmla="*/ 8752 w 1053780"/>
                <a:gd name="connsiteY0" fmla="*/ 1103085 h 1103085"/>
                <a:gd name="connsiteX1" fmla="*/ 124866 w 1053780"/>
                <a:gd name="connsiteY1" fmla="*/ 624114 h 1103085"/>
                <a:gd name="connsiteX2" fmla="*/ 879609 w 1053780"/>
                <a:gd name="connsiteY2" fmla="*/ 420914 h 1103085"/>
                <a:gd name="connsiteX3" fmla="*/ 1053780 w 1053780"/>
                <a:gd name="connsiteY3" fmla="*/ 0 h 1103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3780" h="1103085">
                  <a:moveTo>
                    <a:pt x="8752" y="1103085"/>
                  </a:moveTo>
                  <a:cubicBezTo>
                    <a:pt x="-5763" y="920447"/>
                    <a:pt x="-20277" y="737809"/>
                    <a:pt x="124866" y="624114"/>
                  </a:cubicBezTo>
                  <a:cubicBezTo>
                    <a:pt x="270009" y="510419"/>
                    <a:pt x="724790" y="524933"/>
                    <a:pt x="879609" y="420914"/>
                  </a:cubicBezTo>
                  <a:cubicBezTo>
                    <a:pt x="1034428" y="316895"/>
                    <a:pt x="1044104" y="158447"/>
                    <a:pt x="1053780" y="0"/>
                  </a:cubicBezTo>
                </a:path>
              </a:pathLst>
            </a:custGeom>
            <a:noFill/>
            <a:ln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8" name="ZoneTexte 117">
              <a:extLst>
                <a:ext uri="{FF2B5EF4-FFF2-40B4-BE49-F238E27FC236}">
                  <a16:creationId xmlns:a16="http://schemas.microsoft.com/office/drawing/2014/main" id="{6E68EC3F-7A11-4FDD-A2B4-CC2216F4FB60}"/>
                </a:ext>
              </a:extLst>
            </p:cNvPr>
            <p:cNvSpPr txBox="1"/>
            <p:nvPr/>
          </p:nvSpPr>
          <p:spPr>
            <a:xfrm rot="19535988">
              <a:off x="5171437" y="3399457"/>
              <a:ext cx="82586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i="1" dirty="0" err="1">
                  <a:latin typeface="Playfair Display" pitchFamily="2" charset="0"/>
                </a:rPr>
                <a:t>Dữ</a:t>
              </a:r>
              <a:r>
                <a:rPr lang="fr-FR" sz="1600" i="1" dirty="0">
                  <a:latin typeface="Playfair Display" pitchFamily="2" charset="0"/>
                </a:rPr>
                <a:t> </a:t>
              </a:r>
              <a:r>
                <a:rPr lang="fr-FR" sz="1600" i="1" dirty="0" err="1">
                  <a:latin typeface="Playfair Display" pitchFamily="2" charset="0"/>
                </a:rPr>
                <a:t>liệu</a:t>
              </a:r>
              <a:endParaRPr lang="fr-FR" sz="1600" i="1" dirty="0">
                <a:latin typeface="Playfair Display" pitchFamily="2" charset="0"/>
              </a:endParaRPr>
            </a:p>
          </p:txBody>
        </p:sp>
        <p:sp>
          <p:nvSpPr>
            <p:cNvPr id="119" name="Hexagone 118">
              <a:extLst>
                <a:ext uri="{FF2B5EF4-FFF2-40B4-BE49-F238E27FC236}">
                  <a16:creationId xmlns:a16="http://schemas.microsoft.com/office/drawing/2014/main" id="{9460580F-5B4E-4DF0-AF03-C3BEFCC8E64F}"/>
                </a:ext>
              </a:extLst>
            </p:cNvPr>
            <p:cNvSpPr/>
            <p:nvPr/>
          </p:nvSpPr>
          <p:spPr>
            <a:xfrm rot="16200000">
              <a:off x="6226897" y="3282263"/>
              <a:ext cx="730844" cy="625858"/>
            </a:xfrm>
            <a:prstGeom prst="hexagon">
              <a:avLst/>
            </a:prstGeom>
            <a:solidFill>
              <a:srgbClr val="B17ED8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20" name="ZoneTexte 119">
              <a:extLst>
                <a:ext uri="{FF2B5EF4-FFF2-40B4-BE49-F238E27FC236}">
                  <a16:creationId xmlns:a16="http://schemas.microsoft.com/office/drawing/2014/main" id="{F8B669F5-4855-4D1E-A01A-4E3176A5AD9F}"/>
                </a:ext>
              </a:extLst>
            </p:cNvPr>
            <p:cNvSpPr txBox="1"/>
            <p:nvPr/>
          </p:nvSpPr>
          <p:spPr>
            <a:xfrm>
              <a:off x="6443388" y="3441959"/>
              <a:ext cx="3032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solidFill>
                    <a:schemeClr val="bg1"/>
                  </a:solidFill>
                </a:rPr>
                <a:t>P</a:t>
              </a:r>
            </a:p>
          </p:txBody>
        </p:sp>
        <p:cxnSp>
          <p:nvCxnSpPr>
            <p:cNvPr id="122" name="Connecteur : en angle 121">
              <a:extLst>
                <a:ext uri="{FF2B5EF4-FFF2-40B4-BE49-F238E27FC236}">
                  <a16:creationId xmlns:a16="http://schemas.microsoft.com/office/drawing/2014/main" id="{CCB4F5D4-EC46-4C67-8D9D-4D8918467143}"/>
                </a:ext>
              </a:extLst>
            </p:cNvPr>
            <p:cNvCxnSpPr>
              <a:stCxn id="116" idx="0"/>
              <a:endCxn id="119" idx="0"/>
            </p:cNvCxnSpPr>
            <p:nvPr/>
          </p:nvCxnSpPr>
          <p:spPr>
            <a:xfrm rot="5400000" flipH="1" flipV="1">
              <a:off x="6101922" y="2767143"/>
              <a:ext cx="27769" cy="953025"/>
            </a:xfrm>
            <a:prstGeom prst="bentConnector3">
              <a:avLst>
                <a:gd name="adj1" fmla="val 1084562"/>
              </a:avLst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ZoneTexte 125">
              <a:extLst>
                <a:ext uri="{FF2B5EF4-FFF2-40B4-BE49-F238E27FC236}">
                  <a16:creationId xmlns:a16="http://schemas.microsoft.com/office/drawing/2014/main" id="{97DA902A-C748-4466-AF1F-A4EBB2271921}"/>
                </a:ext>
              </a:extLst>
            </p:cNvPr>
            <p:cNvSpPr txBox="1"/>
            <p:nvPr/>
          </p:nvSpPr>
          <p:spPr>
            <a:xfrm rot="19535988">
              <a:off x="6755576" y="2741633"/>
              <a:ext cx="120898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i="1" dirty="0" err="1">
                  <a:latin typeface="Playfair Display" pitchFamily="2" charset="0"/>
                </a:rPr>
                <a:t>Xử</a:t>
              </a:r>
              <a:r>
                <a:rPr lang="fr-FR" sz="1600" i="1" dirty="0">
                  <a:latin typeface="Playfair Display" pitchFamily="2" charset="0"/>
                </a:rPr>
                <a:t> </a:t>
              </a:r>
              <a:r>
                <a:rPr lang="fr-FR" sz="1600" i="1" dirty="0" err="1">
                  <a:latin typeface="Playfair Display" pitchFamily="2" charset="0"/>
                </a:rPr>
                <a:t>lý</a:t>
              </a:r>
              <a:r>
                <a:rPr lang="fr-FR" sz="1600" i="1" dirty="0">
                  <a:latin typeface="Playfair Display" pitchFamily="2" charset="0"/>
                </a:rPr>
                <a:t> </a:t>
              </a:r>
              <a:r>
                <a:rPr lang="fr-FR" sz="1600" i="1" dirty="0" err="1">
                  <a:latin typeface="Playfair Display" pitchFamily="2" charset="0"/>
                </a:rPr>
                <a:t>và</a:t>
              </a:r>
              <a:r>
                <a:rPr lang="fr-FR" sz="1600" i="1" dirty="0">
                  <a:latin typeface="Playfair Display" pitchFamily="2" charset="0"/>
                </a:rPr>
                <a:t> </a:t>
              </a:r>
            </a:p>
            <a:p>
              <a:r>
                <a:rPr lang="fr-FR" sz="1600" i="1" dirty="0" err="1">
                  <a:latin typeface="Playfair Display" pitchFamily="2" charset="0"/>
                </a:rPr>
                <a:t>sinh</a:t>
              </a:r>
              <a:r>
                <a:rPr lang="fr-FR" sz="1600" i="1" dirty="0">
                  <a:latin typeface="Playfair Display" pitchFamily="2" charset="0"/>
                </a:rPr>
                <a:t> </a:t>
              </a:r>
              <a:r>
                <a:rPr lang="fr-FR" sz="1600" i="1" dirty="0" err="1">
                  <a:latin typeface="Playfair Display" pitchFamily="2" charset="0"/>
                </a:rPr>
                <a:t>dữ</a:t>
              </a:r>
              <a:r>
                <a:rPr lang="fr-FR" sz="1600" i="1" dirty="0">
                  <a:latin typeface="Playfair Display" pitchFamily="2" charset="0"/>
                </a:rPr>
                <a:t> </a:t>
              </a:r>
              <a:r>
                <a:rPr lang="fr-FR" sz="1600" i="1" dirty="0" err="1">
                  <a:latin typeface="Playfair Display" pitchFamily="2" charset="0"/>
                </a:rPr>
                <a:t>liệu</a:t>
              </a:r>
              <a:endParaRPr lang="fr-FR" sz="1600" i="1" dirty="0">
                <a:latin typeface="Playfair Display" pitchFamily="2" charset="0"/>
              </a:endParaRPr>
            </a:p>
          </p:txBody>
        </p:sp>
        <p:cxnSp>
          <p:nvCxnSpPr>
            <p:cNvPr id="131" name="Connecteur : en angle 130">
              <a:extLst>
                <a:ext uri="{FF2B5EF4-FFF2-40B4-BE49-F238E27FC236}">
                  <a16:creationId xmlns:a16="http://schemas.microsoft.com/office/drawing/2014/main" id="{B367502D-B228-4020-A798-9388C94DC5C9}"/>
                </a:ext>
              </a:extLst>
            </p:cNvPr>
            <p:cNvCxnSpPr>
              <a:cxnSpLocks/>
              <a:endCxn id="70" idx="3"/>
            </p:cNvCxnSpPr>
            <p:nvPr/>
          </p:nvCxnSpPr>
          <p:spPr>
            <a:xfrm rot="5400000">
              <a:off x="5948844" y="4110496"/>
              <a:ext cx="744696" cy="530655"/>
            </a:xfrm>
            <a:prstGeom prst="bentConnector2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Connecteur : en angle 133">
              <a:extLst>
                <a:ext uri="{FF2B5EF4-FFF2-40B4-BE49-F238E27FC236}">
                  <a16:creationId xmlns:a16="http://schemas.microsoft.com/office/drawing/2014/main" id="{FEC38127-0594-4405-9256-3FD6D17526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2935" y="3898469"/>
              <a:ext cx="1461456" cy="1422947"/>
            </a:xfrm>
            <a:prstGeom prst="bentConnector2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Rectangle : coins arrondis 140">
              <a:extLst>
                <a:ext uri="{FF2B5EF4-FFF2-40B4-BE49-F238E27FC236}">
                  <a16:creationId xmlns:a16="http://schemas.microsoft.com/office/drawing/2014/main" id="{30593281-CDF2-491C-BF64-6CD5188B5004}"/>
                </a:ext>
              </a:extLst>
            </p:cNvPr>
            <p:cNvSpPr/>
            <p:nvPr/>
          </p:nvSpPr>
          <p:spPr>
            <a:xfrm>
              <a:off x="8807448" y="-1485"/>
              <a:ext cx="6173192" cy="7373388"/>
            </a:xfrm>
            <a:prstGeom prst="roundRect">
              <a:avLst>
                <a:gd name="adj" fmla="val 8804"/>
              </a:avLst>
            </a:prstGeom>
            <a:solidFill>
              <a:srgbClr val="FFF8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2918C5A4-08DB-4419-A2C8-3B956F8BD990}"/>
                </a:ext>
              </a:extLst>
            </p:cNvPr>
            <p:cNvSpPr/>
            <p:nvPr/>
          </p:nvSpPr>
          <p:spPr>
            <a:xfrm>
              <a:off x="8794022" y="4188661"/>
              <a:ext cx="6183281" cy="3225265"/>
            </a:xfrm>
            <a:prstGeom prst="rect">
              <a:avLst/>
            </a:prstGeom>
            <a:gradFill flip="none" rotWithShape="1">
              <a:gsLst>
                <a:gs pos="0">
                  <a:srgbClr val="00B050">
                    <a:alpha val="0"/>
                  </a:srgbClr>
                </a:gs>
                <a:gs pos="100000">
                  <a:srgbClr val="00B0F0">
                    <a:alpha val="27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191" name="Groupe 190">
              <a:extLst>
                <a:ext uri="{FF2B5EF4-FFF2-40B4-BE49-F238E27FC236}">
                  <a16:creationId xmlns:a16="http://schemas.microsoft.com/office/drawing/2014/main" id="{C5D0FB74-07FA-424A-A73D-91F92AFC00A0}"/>
                </a:ext>
              </a:extLst>
            </p:cNvPr>
            <p:cNvGrpSpPr/>
            <p:nvPr/>
          </p:nvGrpSpPr>
          <p:grpSpPr>
            <a:xfrm>
              <a:off x="8953163" y="158165"/>
              <a:ext cx="506437" cy="584775"/>
              <a:chOff x="7531837" y="2403752"/>
              <a:chExt cx="506437" cy="610775"/>
            </a:xfrm>
          </p:grpSpPr>
          <p:sp>
            <p:nvSpPr>
              <p:cNvPr id="192" name="Ellipse 191">
                <a:extLst>
                  <a:ext uri="{FF2B5EF4-FFF2-40B4-BE49-F238E27FC236}">
                    <a16:creationId xmlns:a16="http://schemas.microsoft.com/office/drawing/2014/main" id="{4DCFEF65-5577-4CE4-9E02-4B71C2AAF5C6}"/>
                  </a:ext>
                </a:extLst>
              </p:cNvPr>
              <p:cNvSpPr/>
              <p:nvPr/>
            </p:nvSpPr>
            <p:spPr>
              <a:xfrm>
                <a:off x="7531837" y="2461917"/>
                <a:ext cx="506437" cy="526610"/>
              </a:xfrm>
              <a:prstGeom prst="ellipse">
                <a:avLst/>
              </a:prstGeom>
              <a:solidFill>
                <a:srgbClr val="FFCC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>
                  <a:latin typeface="Playfair Display" pitchFamily="2" charset="0"/>
                </a:endParaRPr>
              </a:p>
            </p:txBody>
          </p:sp>
          <p:sp>
            <p:nvSpPr>
              <p:cNvPr id="193" name="ZoneTexte 192">
                <a:extLst>
                  <a:ext uri="{FF2B5EF4-FFF2-40B4-BE49-F238E27FC236}">
                    <a16:creationId xmlns:a16="http://schemas.microsoft.com/office/drawing/2014/main" id="{31DB4DCD-B52F-4D37-8C92-43275CE9A9BA}"/>
                  </a:ext>
                </a:extLst>
              </p:cNvPr>
              <p:cNvSpPr txBox="1"/>
              <p:nvPr/>
            </p:nvSpPr>
            <p:spPr>
              <a:xfrm>
                <a:off x="7621048" y="2403752"/>
                <a:ext cx="381836" cy="610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3200" dirty="0">
                    <a:latin typeface="Playfair Display" pitchFamily="2" charset="0"/>
                  </a:rPr>
                  <a:t>3</a:t>
                </a:r>
              </a:p>
            </p:txBody>
          </p:sp>
        </p:grpSp>
        <p:sp>
          <p:nvSpPr>
            <p:cNvPr id="194" name="ZoneTexte 193">
              <a:extLst>
                <a:ext uri="{FF2B5EF4-FFF2-40B4-BE49-F238E27FC236}">
                  <a16:creationId xmlns:a16="http://schemas.microsoft.com/office/drawing/2014/main" id="{ED2A3ABA-BD7D-4F45-BC63-1C4DB9AAAFFA}"/>
                </a:ext>
              </a:extLst>
            </p:cNvPr>
            <p:cNvSpPr txBox="1"/>
            <p:nvPr/>
          </p:nvSpPr>
          <p:spPr>
            <a:xfrm>
              <a:off x="9659136" y="158165"/>
              <a:ext cx="388541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i="1" dirty="0" err="1">
                  <a:latin typeface="Playfair Display" pitchFamily="2" charset="0"/>
                </a:rPr>
                <a:t>Giai</a:t>
              </a:r>
              <a:r>
                <a:rPr lang="fr-FR" sz="2000" i="1" dirty="0">
                  <a:latin typeface="Playfair Display" pitchFamily="2" charset="0"/>
                </a:rPr>
                <a:t> </a:t>
              </a:r>
              <a:r>
                <a:rPr lang="fr-FR" sz="2000" i="1" dirty="0" err="1">
                  <a:latin typeface="Playfair Display" pitchFamily="2" charset="0"/>
                </a:rPr>
                <a:t>đoạn</a:t>
              </a:r>
              <a:r>
                <a:rPr lang="fr-FR" sz="2000" i="1" dirty="0">
                  <a:latin typeface="Playfair Display" pitchFamily="2" charset="0"/>
                </a:rPr>
                <a:t> 3; </a:t>
              </a:r>
              <a:r>
                <a:rPr lang="fr-FR" sz="2000" i="1" dirty="0" err="1">
                  <a:latin typeface="Playfair Display" pitchFamily="2" charset="0"/>
                </a:rPr>
                <a:t>Xây</a:t>
              </a:r>
              <a:r>
                <a:rPr lang="fr-FR" sz="2000" i="1" dirty="0">
                  <a:latin typeface="Playfair Display" pitchFamily="2" charset="0"/>
                </a:rPr>
                <a:t> </a:t>
              </a:r>
              <a:r>
                <a:rPr lang="fr-FR" sz="2000" i="1" dirty="0" err="1">
                  <a:latin typeface="Playfair Display" pitchFamily="2" charset="0"/>
                </a:rPr>
                <a:t>dựng</a:t>
              </a:r>
              <a:r>
                <a:rPr lang="fr-FR" sz="2000" i="1" dirty="0">
                  <a:latin typeface="Playfair Display" pitchFamily="2" charset="0"/>
                </a:rPr>
                <a:t> </a:t>
              </a:r>
              <a:r>
                <a:rPr lang="fr-FR" sz="2000" i="1" dirty="0" err="1">
                  <a:latin typeface="Playfair Display" pitchFamily="2" charset="0"/>
                </a:rPr>
                <a:t>mô</a:t>
              </a:r>
              <a:r>
                <a:rPr lang="fr-FR" sz="2000" i="1" dirty="0">
                  <a:latin typeface="Playfair Display" pitchFamily="2" charset="0"/>
                </a:rPr>
                <a:t> </a:t>
              </a:r>
              <a:r>
                <a:rPr lang="fr-FR" sz="2000" i="1" dirty="0" err="1">
                  <a:latin typeface="Playfair Display" pitchFamily="2" charset="0"/>
                </a:rPr>
                <a:t>hình</a:t>
              </a:r>
              <a:r>
                <a:rPr lang="fr-FR" sz="2000" i="1" dirty="0">
                  <a:latin typeface="Playfair Display" pitchFamily="2" charset="0"/>
                </a:rPr>
                <a:t> </a:t>
              </a:r>
            </a:p>
            <a:p>
              <a:r>
                <a:rPr lang="fr-FR" sz="2000" i="1" dirty="0">
                  <a:latin typeface="Playfair Display" pitchFamily="2" charset="0"/>
                </a:rPr>
                <a:t>Machine </a:t>
              </a:r>
              <a:r>
                <a:rPr lang="fr-FR" sz="2000" i="1" dirty="0" err="1">
                  <a:latin typeface="Playfair Display" pitchFamily="2" charset="0"/>
                </a:rPr>
                <a:t>learning</a:t>
              </a:r>
              <a:endParaRPr lang="fr-FR" sz="2000" i="1" dirty="0">
                <a:latin typeface="Playfair Display" pitchFamily="2" charset="0"/>
              </a:endParaRPr>
            </a:p>
          </p:txBody>
        </p:sp>
        <p:sp>
          <p:nvSpPr>
            <p:cNvPr id="303" name="ZoneTexte 302">
              <a:extLst>
                <a:ext uri="{FF2B5EF4-FFF2-40B4-BE49-F238E27FC236}">
                  <a16:creationId xmlns:a16="http://schemas.microsoft.com/office/drawing/2014/main" id="{A85688AA-9CAE-4A35-A415-374963C07E10}"/>
                </a:ext>
              </a:extLst>
            </p:cNvPr>
            <p:cNvSpPr txBox="1"/>
            <p:nvPr/>
          </p:nvSpPr>
          <p:spPr>
            <a:xfrm>
              <a:off x="13278783" y="1128904"/>
              <a:ext cx="16985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i="1" dirty="0" err="1">
                  <a:latin typeface="Playfair Display" pitchFamily="2" charset="0"/>
                </a:rPr>
                <a:t>Algorithm</a:t>
              </a:r>
              <a:r>
                <a:rPr lang="fr-FR" sz="2000" i="1" dirty="0">
                  <a:latin typeface="Playfair Display" pitchFamily="2" charset="0"/>
                </a:rPr>
                <a:t> </a:t>
              </a:r>
              <a:r>
                <a:rPr lang="fr-FR" sz="2000" i="1" dirty="0" err="1">
                  <a:latin typeface="Playfair Display" pitchFamily="2" charset="0"/>
                </a:rPr>
                <a:t>cho</a:t>
              </a:r>
              <a:endParaRPr lang="fr-FR" sz="2000" i="1" dirty="0">
                <a:latin typeface="Playfair Display" pitchFamily="2" charset="0"/>
              </a:endParaRPr>
            </a:p>
            <a:p>
              <a:r>
                <a:rPr lang="fr-FR" sz="2000" i="1" dirty="0" err="1">
                  <a:latin typeface="Playfair Display" pitchFamily="2" charset="0"/>
                </a:rPr>
                <a:t>dữ</a:t>
              </a:r>
              <a:r>
                <a:rPr lang="fr-FR" sz="2000" i="1" dirty="0">
                  <a:latin typeface="Playfair Display" pitchFamily="2" charset="0"/>
                </a:rPr>
                <a:t> </a:t>
              </a:r>
              <a:r>
                <a:rPr lang="fr-FR" sz="2000" i="1" dirty="0" err="1">
                  <a:latin typeface="Playfair Display" pitchFamily="2" charset="0"/>
                </a:rPr>
                <a:t>liệu</a:t>
              </a:r>
              <a:r>
                <a:rPr lang="fr-FR" sz="2000" i="1" dirty="0">
                  <a:latin typeface="Playfair Display" pitchFamily="2" charset="0"/>
                </a:rPr>
                <a:t> </a:t>
              </a:r>
            </a:p>
            <a:p>
              <a:r>
                <a:rPr lang="fr-FR" sz="2000" i="1" dirty="0" err="1">
                  <a:latin typeface="Playfair Display" pitchFamily="2" charset="0"/>
                </a:rPr>
                <a:t>cấu</a:t>
              </a:r>
              <a:r>
                <a:rPr lang="fr-FR" sz="2000" i="1" dirty="0">
                  <a:latin typeface="Playfair Display" pitchFamily="2" charset="0"/>
                </a:rPr>
                <a:t> </a:t>
              </a:r>
              <a:r>
                <a:rPr lang="fr-FR" sz="2000" i="1" dirty="0" err="1">
                  <a:latin typeface="Playfair Display" pitchFamily="2" charset="0"/>
                </a:rPr>
                <a:t>trúc</a:t>
              </a:r>
              <a:endParaRPr lang="fr-FR" sz="2000" i="1" dirty="0">
                <a:latin typeface="Playfair Display" pitchFamily="2" charset="0"/>
              </a:endParaRPr>
            </a:p>
          </p:txBody>
        </p:sp>
        <p:grpSp>
          <p:nvGrpSpPr>
            <p:cNvPr id="304" name="Groupe 303">
              <a:extLst>
                <a:ext uri="{FF2B5EF4-FFF2-40B4-BE49-F238E27FC236}">
                  <a16:creationId xmlns:a16="http://schemas.microsoft.com/office/drawing/2014/main" id="{C07A2DAE-C01F-4C5B-BE62-3CFD13BF99D9}"/>
                </a:ext>
              </a:extLst>
            </p:cNvPr>
            <p:cNvGrpSpPr/>
            <p:nvPr/>
          </p:nvGrpSpPr>
          <p:grpSpPr>
            <a:xfrm>
              <a:off x="7049509" y="3607829"/>
              <a:ext cx="1461456" cy="154650"/>
              <a:chOff x="9709758" y="7532874"/>
              <a:chExt cx="3271086" cy="363463"/>
            </a:xfrm>
          </p:grpSpPr>
          <p:grpSp>
            <p:nvGrpSpPr>
              <p:cNvPr id="305" name="Groupe 304">
                <a:extLst>
                  <a:ext uri="{FF2B5EF4-FFF2-40B4-BE49-F238E27FC236}">
                    <a16:creationId xmlns:a16="http://schemas.microsoft.com/office/drawing/2014/main" id="{F0BE82CB-8946-43F3-918F-AC67F67A8DA1}"/>
                  </a:ext>
                </a:extLst>
              </p:cNvPr>
              <p:cNvGrpSpPr/>
              <p:nvPr/>
            </p:nvGrpSpPr>
            <p:grpSpPr>
              <a:xfrm>
                <a:off x="9709758" y="7532876"/>
                <a:ext cx="3271086" cy="363461"/>
                <a:chOff x="2148114" y="1698171"/>
                <a:chExt cx="2786743" cy="870858"/>
              </a:xfrm>
            </p:grpSpPr>
            <p:sp>
              <p:nvSpPr>
                <p:cNvPr id="308" name="Rectangle 307">
                  <a:extLst>
                    <a:ext uri="{FF2B5EF4-FFF2-40B4-BE49-F238E27FC236}">
                      <a16:creationId xmlns:a16="http://schemas.microsoft.com/office/drawing/2014/main" id="{CFE4691D-085C-407F-8631-D10F5651CA87}"/>
                    </a:ext>
                  </a:extLst>
                </p:cNvPr>
                <p:cNvSpPr/>
                <p:nvPr/>
              </p:nvSpPr>
              <p:spPr>
                <a:xfrm>
                  <a:off x="2148114" y="1698171"/>
                  <a:ext cx="2786743" cy="870858"/>
                </a:xfrm>
                <a:prstGeom prst="rect">
                  <a:avLst/>
                </a:prstGeom>
                <a:solidFill>
                  <a:srgbClr val="FF7171"/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>
                    <a:latin typeface="Plantin Infant MT Std" panose="02040504060201020203" pitchFamily="18" charset="0"/>
                  </a:endParaRPr>
                </a:p>
              </p:txBody>
            </p:sp>
            <p:sp>
              <p:nvSpPr>
                <p:cNvPr id="309" name="Rectangle 308">
                  <a:extLst>
                    <a:ext uri="{FF2B5EF4-FFF2-40B4-BE49-F238E27FC236}">
                      <a16:creationId xmlns:a16="http://schemas.microsoft.com/office/drawing/2014/main" id="{101DF1A9-E219-41CA-9D37-84CE321F6893}"/>
                    </a:ext>
                  </a:extLst>
                </p:cNvPr>
                <p:cNvSpPr/>
                <p:nvPr/>
              </p:nvSpPr>
              <p:spPr>
                <a:xfrm>
                  <a:off x="2849155" y="1698171"/>
                  <a:ext cx="184501" cy="870858"/>
                </a:xfrm>
                <a:prstGeom prst="rect">
                  <a:avLst/>
                </a:prstGeom>
                <a:solidFill>
                  <a:srgbClr val="CCFF66"/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>
                    <a:latin typeface="Plantin Infant MT Std" panose="02040504060201020203" pitchFamily="18" charset="0"/>
                  </a:endParaRPr>
                </a:p>
              </p:txBody>
            </p:sp>
            <p:sp>
              <p:nvSpPr>
                <p:cNvPr id="310" name="Rectangle 309">
                  <a:extLst>
                    <a:ext uri="{FF2B5EF4-FFF2-40B4-BE49-F238E27FC236}">
                      <a16:creationId xmlns:a16="http://schemas.microsoft.com/office/drawing/2014/main" id="{58DC46D2-F04C-481C-A567-446833471FED}"/>
                    </a:ext>
                  </a:extLst>
                </p:cNvPr>
                <p:cNvSpPr/>
                <p:nvPr/>
              </p:nvSpPr>
              <p:spPr>
                <a:xfrm>
                  <a:off x="2429605" y="1698171"/>
                  <a:ext cx="209775" cy="870858"/>
                </a:xfrm>
                <a:prstGeom prst="rect">
                  <a:avLst/>
                </a:prstGeom>
                <a:solidFill>
                  <a:srgbClr val="FFC000"/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latin typeface="Plantin Infant MT Std" panose="02040504060201020203" pitchFamily="18" charset="0"/>
                  </a:endParaRPr>
                </a:p>
              </p:txBody>
            </p:sp>
            <p:sp>
              <p:nvSpPr>
                <p:cNvPr id="311" name="Rectangle 310">
                  <a:extLst>
                    <a:ext uri="{FF2B5EF4-FFF2-40B4-BE49-F238E27FC236}">
                      <a16:creationId xmlns:a16="http://schemas.microsoft.com/office/drawing/2014/main" id="{FCE96C8A-C389-44FE-B988-EF439F0FD54F}"/>
                    </a:ext>
                  </a:extLst>
                </p:cNvPr>
                <p:cNvSpPr/>
                <p:nvPr/>
              </p:nvSpPr>
              <p:spPr>
                <a:xfrm>
                  <a:off x="3638326" y="1698171"/>
                  <a:ext cx="309730" cy="870858"/>
                </a:xfrm>
                <a:prstGeom prst="rect">
                  <a:avLst/>
                </a:prstGeom>
                <a:solidFill>
                  <a:srgbClr val="CCFF66"/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>
                    <a:latin typeface="Plantin Infant MT Std" panose="02040504060201020203" pitchFamily="18" charset="0"/>
                  </a:endParaRPr>
                </a:p>
              </p:txBody>
            </p:sp>
            <p:sp>
              <p:nvSpPr>
                <p:cNvPr id="312" name="Rectangle 311">
                  <a:extLst>
                    <a:ext uri="{FF2B5EF4-FFF2-40B4-BE49-F238E27FC236}">
                      <a16:creationId xmlns:a16="http://schemas.microsoft.com/office/drawing/2014/main" id="{68F9A709-1C9F-4670-953E-F6FA4A74FD6F}"/>
                    </a:ext>
                  </a:extLst>
                </p:cNvPr>
                <p:cNvSpPr/>
                <p:nvPr/>
              </p:nvSpPr>
              <p:spPr>
                <a:xfrm>
                  <a:off x="3130646" y="1698171"/>
                  <a:ext cx="576858" cy="870858"/>
                </a:xfrm>
                <a:prstGeom prst="rect">
                  <a:avLst/>
                </a:prstGeom>
                <a:solidFill>
                  <a:srgbClr val="A7E8FF"/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>
                    <a:latin typeface="Plantin Infant MT Std" panose="02040504060201020203" pitchFamily="18" charset="0"/>
                  </a:endParaRPr>
                </a:p>
              </p:txBody>
            </p:sp>
            <p:sp>
              <p:nvSpPr>
                <p:cNvPr id="313" name="Rectangle 312">
                  <a:extLst>
                    <a:ext uri="{FF2B5EF4-FFF2-40B4-BE49-F238E27FC236}">
                      <a16:creationId xmlns:a16="http://schemas.microsoft.com/office/drawing/2014/main" id="{A3B769AE-48B3-4FEA-8F66-8647F33441BF}"/>
                    </a:ext>
                  </a:extLst>
                </p:cNvPr>
                <p:cNvSpPr/>
                <p:nvPr/>
              </p:nvSpPr>
              <p:spPr>
                <a:xfrm>
                  <a:off x="3999124" y="1698171"/>
                  <a:ext cx="309730" cy="870858"/>
                </a:xfrm>
                <a:prstGeom prst="rect">
                  <a:avLst/>
                </a:prstGeom>
                <a:solidFill>
                  <a:srgbClr val="A7E8FF"/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>
                    <a:latin typeface="Plantin Infant MT Std" panose="02040504060201020203" pitchFamily="18" charset="0"/>
                  </a:endParaRPr>
                </a:p>
              </p:txBody>
            </p:sp>
            <p:sp>
              <p:nvSpPr>
                <p:cNvPr id="314" name="Rectangle 313">
                  <a:extLst>
                    <a:ext uri="{FF2B5EF4-FFF2-40B4-BE49-F238E27FC236}">
                      <a16:creationId xmlns:a16="http://schemas.microsoft.com/office/drawing/2014/main" id="{C478E8AC-85E7-40D8-8C5D-5DED7AFF09E3}"/>
                    </a:ext>
                  </a:extLst>
                </p:cNvPr>
                <p:cNvSpPr/>
                <p:nvPr/>
              </p:nvSpPr>
              <p:spPr>
                <a:xfrm>
                  <a:off x="4437354" y="1698171"/>
                  <a:ext cx="184501" cy="870858"/>
                </a:xfrm>
                <a:prstGeom prst="rect">
                  <a:avLst/>
                </a:prstGeom>
                <a:solidFill>
                  <a:srgbClr val="A7E8FF"/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>
                    <a:latin typeface="Plantin Infant MT Std" panose="02040504060201020203" pitchFamily="18" charset="0"/>
                  </a:endParaRPr>
                </a:p>
              </p:txBody>
            </p:sp>
            <p:sp>
              <p:nvSpPr>
                <p:cNvPr id="315" name="Rectangle 314">
                  <a:extLst>
                    <a:ext uri="{FF2B5EF4-FFF2-40B4-BE49-F238E27FC236}">
                      <a16:creationId xmlns:a16="http://schemas.microsoft.com/office/drawing/2014/main" id="{F33C6B5C-715B-4583-8F3B-1E15ACDF8EA4}"/>
                    </a:ext>
                  </a:extLst>
                </p:cNvPr>
                <p:cNvSpPr/>
                <p:nvPr/>
              </p:nvSpPr>
              <p:spPr>
                <a:xfrm>
                  <a:off x="4595490" y="1698171"/>
                  <a:ext cx="184501" cy="870858"/>
                </a:xfrm>
                <a:prstGeom prst="rect">
                  <a:avLst/>
                </a:prstGeom>
                <a:solidFill>
                  <a:srgbClr val="CCFF66"/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>
                    <a:latin typeface="Plantin Infant MT Std" panose="02040504060201020203" pitchFamily="18" charset="0"/>
                  </a:endParaRPr>
                </a:p>
              </p:txBody>
            </p:sp>
          </p:grpSp>
          <p:sp>
            <p:nvSpPr>
              <p:cNvPr id="306" name="Rectangle 305">
                <a:extLst>
                  <a:ext uri="{FF2B5EF4-FFF2-40B4-BE49-F238E27FC236}">
                    <a16:creationId xmlns:a16="http://schemas.microsoft.com/office/drawing/2014/main" id="{7AE02BE8-C2EB-42BD-A1AF-5E51D78475EE}"/>
                  </a:ext>
                </a:extLst>
              </p:cNvPr>
              <p:cNvSpPr/>
              <p:nvPr/>
            </p:nvSpPr>
            <p:spPr>
              <a:xfrm>
                <a:off x="10290792" y="7532874"/>
                <a:ext cx="246234" cy="363461"/>
              </a:xfrm>
              <a:prstGeom prst="rect">
                <a:avLst/>
              </a:prstGeom>
              <a:solidFill>
                <a:srgbClr val="A7E8FF"/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BE" dirty="0">
                  <a:latin typeface="Plantin Infant MT Std" panose="02040504060201020203" pitchFamily="18" charset="0"/>
                </a:endParaRPr>
              </a:p>
            </p:txBody>
          </p:sp>
          <p:sp>
            <p:nvSpPr>
              <p:cNvPr id="307" name="Rectangle 306">
                <a:extLst>
                  <a:ext uri="{FF2B5EF4-FFF2-40B4-BE49-F238E27FC236}">
                    <a16:creationId xmlns:a16="http://schemas.microsoft.com/office/drawing/2014/main" id="{60D8E6F1-CBD0-4FA1-A16D-497F9966EA42}"/>
                  </a:ext>
                </a:extLst>
              </p:cNvPr>
              <p:cNvSpPr/>
              <p:nvPr/>
            </p:nvSpPr>
            <p:spPr>
              <a:xfrm>
                <a:off x="11077600" y="7532874"/>
                <a:ext cx="195753" cy="363461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BE" dirty="0">
                  <a:latin typeface="Plantin Infant MT Std" panose="02040504060201020203" pitchFamily="18" charset="0"/>
                </a:endParaRPr>
              </a:p>
            </p:txBody>
          </p:sp>
        </p:grpSp>
        <p:grpSp>
          <p:nvGrpSpPr>
            <p:cNvPr id="197" name="Groupe 196">
              <a:extLst>
                <a:ext uri="{FF2B5EF4-FFF2-40B4-BE49-F238E27FC236}">
                  <a16:creationId xmlns:a16="http://schemas.microsoft.com/office/drawing/2014/main" id="{05887CFF-2EED-49C8-BBBD-C211E3152FBE}"/>
                </a:ext>
              </a:extLst>
            </p:cNvPr>
            <p:cNvGrpSpPr/>
            <p:nvPr/>
          </p:nvGrpSpPr>
          <p:grpSpPr>
            <a:xfrm>
              <a:off x="8694844" y="2092597"/>
              <a:ext cx="1834842" cy="902938"/>
              <a:chOff x="1015434" y="2605920"/>
              <a:chExt cx="2294573" cy="1045796"/>
            </a:xfrm>
          </p:grpSpPr>
          <p:grpSp>
            <p:nvGrpSpPr>
              <p:cNvPr id="205" name="Groupe 204">
                <a:extLst>
                  <a:ext uri="{FF2B5EF4-FFF2-40B4-BE49-F238E27FC236}">
                    <a16:creationId xmlns:a16="http://schemas.microsoft.com/office/drawing/2014/main" id="{0A3C695C-A79B-49C7-8326-384544A7ED9B}"/>
                  </a:ext>
                </a:extLst>
              </p:cNvPr>
              <p:cNvGrpSpPr/>
              <p:nvPr/>
            </p:nvGrpSpPr>
            <p:grpSpPr>
              <a:xfrm>
                <a:off x="1101612" y="2872857"/>
                <a:ext cx="1781518" cy="690910"/>
                <a:chOff x="1548580" y="3194098"/>
                <a:chExt cx="2330245" cy="1578077"/>
              </a:xfrm>
              <a:scene3d>
                <a:camera prst="isometricLeftDown"/>
                <a:lightRig rig="threePt" dir="t"/>
              </a:scene3d>
            </p:grpSpPr>
            <p:sp>
              <p:nvSpPr>
                <p:cNvPr id="219" name="Rectangle 218">
                  <a:extLst>
                    <a:ext uri="{FF2B5EF4-FFF2-40B4-BE49-F238E27FC236}">
                      <a16:creationId xmlns:a16="http://schemas.microsoft.com/office/drawing/2014/main" id="{17367828-FC6A-4110-9F46-D9AA68AC0987}"/>
                    </a:ext>
                  </a:extLst>
                </p:cNvPr>
                <p:cNvSpPr/>
                <p:nvPr/>
              </p:nvSpPr>
              <p:spPr>
                <a:xfrm>
                  <a:off x="1548580" y="3194098"/>
                  <a:ext cx="2330245" cy="1578077"/>
                </a:xfrm>
                <a:prstGeom prst="rect">
                  <a:avLst/>
                </a:prstGeom>
                <a:solidFill>
                  <a:srgbClr val="FF0000">
                    <a:alpha val="20000"/>
                  </a:srgbClr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sz="1200"/>
                </a:p>
              </p:txBody>
            </p:sp>
            <p:sp>
              <p:nvSpPr>
                <p:cNvPr id="220" name="Forme libre : forme 219">
                  <a:extLst>
                    <a:ext uri="{FF2B5EF4-FFF2-40B4-BE49-F238E27FC236}">
                      <a16:creationId xmlns:a16="http://schemas.microsoft.com/office/drawing/2014/main" id="{8A8B8A0F-5345-42B1-85F4-740A4DFA8BB3}"/>
                    </a:ext>
                  </a:extLst>
                </p:cNvPr>
                <p:cNvSpPr/>
                <p:nvPr/>
              </p:nvSpPr>
              <p:spPr>
                <a:xfrm>
                  <a:off x="1710813" y="3393270"/>
                  <a:ext cx="2005781" cy="1179734"/>
                </a:xfrm>
                <a:custGeom>
                  <a:avLst/>
                  <a:gdLst>
                    <a:gd name="connsiteX0" fmla="*/ 0 w 2005781"/>
                    <a:gd name="connsiteY0" fmla="*/ 780524 h 1179734"/>
                    <a:gd name="connsiteX1" fmla="*/ 73742 w 2005781"/>
                    <a:gd name="connsiteY1" fmla="*/ 559298 h 1179734"/>
                    <a:gd name="connsiteX2" fmla="*/ 162232 w 2005781"/>
                    <a:gd name="connsiteY2" fmla="*/ 942756 h 1179734"/>
                    <a:gd name="connsiteX3" fmla="*/ 250722 w 2005781"/>
                    <a:gd name="connsiteY3" fmla="*/ 647788 h 1179734"/>
                    <a:gd name="connsiteX4" fmla="*/ 339213 w 2005781"/>
                    <a:gd name="connsiteY4" fmla="*/ 898511 h 1179734"/>
                    <a:gd name="connsiteX5" fmla="*/ 427703 w 2005781"/>
                    <a:gd name="connsiteY5" fmla="*/ 677285 h 1179734"/>
                    <a:gd name="connsiteX6" fmla="*/ 501445 w 2005781"/>
                    <a:gd name="connsiteY6" fmla="*/ 854265 h 1179734"/>
                    <a:gd name="connsiteX7" fmla="*/ 604684 w 2005781"/>
                    <a:gd name="connsiteY7" fmla="*/ 692033 h 1179734"/>
                    <a:gd name="connsiteX8" fmla="*/ 663677 w 2005781"/>
                    <a:gd name="connsiteY8" fmla="*/ 839517 h 1179734"/>
                    <a:gd name="connsiteX9" fmla="*/ 722671 w 2005781"/>
                    <a:gd name="connsiteY9" fmla="*/ 603543 h 1179734"/>
                    <a:gd name="connsiteX10" fmla="*/ 781664 w 2005781"/>
                    <a:gd name="connsiteY10" fmla="*/ 824769 h 1179734"/>
                    <a:gd name="connsiteX11" fmla="*/ 840658 w 2005781"/>
                    <a:gd name="connsiteY11" fmla="*/ 736278 h 1179734"/>
                    <a:gd name="connsiteX12" fmla="*/ 899652 w 2005781"/>
                    <a:gd name="connsiteY12" fmla="*/ 1134485 h 1179734"/>
                    <a:gd name="connsiteX13" fmla="*/ 958645 w 2005781"/>
                    <a:gd name="connsiteY13" fmla="*/ 13607 h 1179734"/>
                    <a:gd name="connsiteX14" fmla="*/ 1047135 w 2005781"/>
                    <a:gd name="connsiteY14" fmla="*/ 500304 h 1179734"/>
                    <a:gd name="connsiteX15" fmla="*/ 1120877 w 2005781"/>
                    <a:gd name="connsiteY15" fmla="*/ 308575 h 1179734"/>
                    <a:gd name="connsiteX16" fmla="*/ 1165122 w 2005781"/>
                    <a:gd name="connsiteY16" fmla="*/ 662536 h 1179734"/>
                    <a:gd name="connsiteX17" fmla="*/ 1238864 w 2005781"/>
                    <a:gd name="connsiteY17" fmla="*/ 470807 h 1179734"/>
                    <a:gd name="connsiteX18" fmla="*/ 1312606 w 2005781"/>
                    <a:gd name="connsiteY18" fmla="*/ 942756 h 1179734"/>
                    <a:gd name="connsiteX19" fmla="*/ 1371600 w 2005781"/>
                    <a:gd name="connsiteY19" fmla="*/ 751027 h 1179734"/>
                    <a:gd name="connsiteX20" fmla="*/ 1415845 w 2005781"/>
                    <a:gd name="connsiteY20" fmla="*/ 1031246 h 1179734"/>
                    <a:gd name="connsiteX21" fmla="*/ 1460090 w 2005781"/>
                    <a:gd name="connsiteY21" fmla="*/ 898511 h 1179734"/>
                    <a:gd name="connsiteX22" fmla="*/ 1533832 w 2005781"/>
                    <a:gd name="connsiteY22" fmla="*/ 1178730 h 1179734"/>
                    <a:gd name="connsiteX23" fmla="*/ 1592826 w 2005781"/>
                    <a:gd name="connsiteY23" fmla="*/ 780524 h 1179734"/>
                    <a:gd name="connsiteX24" fmla="*/ 1651819 w 2005781"/>
                    <a:gd name="connsiteY24" fmla="*/ 1016498 h 1179734"/>
                    <a:gd name="connsiteX25" fmla="*/ 1710813 w 2005781"/>
                    <a:gd name="connsiteY25" fmla="*/ 692033 h 1179734"/>
                    <a:gd name="connsiteX26" fmla="*/ 1799303 w 2005781"/>
                    <a:gd name="connsiteY26" fmla="*/ 883762 h 1179734"/>
                    <a:gd name="connsiteX27" fmla="*/ 1858297 w 2005781"/>
                    <a:gd name="connsiteY27" fmla="*/ 780524 h 1179734"/>
                    <a:gd name="connsiteX28" fmla="*/ 1946787 w 2005781"/>
                    <a:gd name="connsiteY28" fmla="*/ 928007 h 1179734"/>
                    <a:gd name="connsiteX29" fmla="*/ 2005781 w 2005781"/>
                    <a:gd name="connsiteY29" fmla="*/ 810020 h 11797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005781" h="1179734">
                      <a:moveTo>
                        <a:pt x="0" y="780524"/>
                      </a:moveTo>
                      <a:cubicBezTo>
                        <a:pt x="23351" y="656391"/>
                        <a:pt x="46703" y="532259"/>
                        <a:pt x="73742" y="559298"/>
                      </a:cubicBezTo>
                      <a:cubicBezTo>
                        <a:pt x="100781" y="586337"/>
                        <a:pt x="132735" y="928008"/>
                        <a:pt x="162232" y="942756"/>
                      </a:cubicBezTo>
                      <a:cubicBezTo>
                        <a:pt x="191729" y="957504"/>
                        <a:pt x="221225" y="655162"/>
                        <a:pt x="250722" y="647788"/>
                      </a:cubicBezTo>
                      <a:cubicBezTo>
                        <a:pt x="280219" y="640414"/>
                        <a:pt x="309716" y="893595"/>
                        <a:pt x="339213" y="898511"/>
                      </a:cubicBezTo>
                      <a:cubicBezTo>
                        <a:pt x="368710" y="903427"/>
                        <a:pt x="400664" y="684659"/>
                        <a:pt x="427703" y="677285"/>
                      </a:cubicBezTo>
                      <a:cubicBezTo>
                        <a:pt x="454742" y="669911"/>
                        <a:pt x="471948" y="851807"/>
                        <a:pt x="501445" y="854265"/>
                      </a:cubicBezTo>
                      <a:cubicBezTo>
                        <a:pt x="530942" y="856723"/>
                        <a:pt x="577645" y="694491"/>
                        <a:pt x="604684" y="692033"/>
                      </a:cubicBezTo>
                      <a:cubicBezTo>
                        <a:pt x="631723" y="689575"/>
                        <a:pt x="644013" y="854265"/>
                        <a:pt x="663677" y="839517"/>
                      </a:cubicBezTo>
                      <a:cubicBezTo>
                        <a:pt x="683342" y="824769"/>
                        <a:pt x="703007" y="606001"/>
                        <a:pt x="722671" y="603543"/>
                      </a:cubicBezTo>
                      <a:cubicBezTo>
                        <a:pt x="742335" y="601085"/>
                        <a:pt x="762000" y="802647"/>
                        <a:pt x="781664" y="824769"/>
                      </a:cubicBezTo>
                      <a:cubicBezTo>
                        <a:pt x="801328" y="846891"/>
                        <a:pt x="820993" y="684659"/>
                        <a:pt x="840658" y="736278"/>
                      </a:cubicBezTo>
                      <a:cubicBezTo>
                        <a:pt x="860323" y="787897"/>
                        <a:pt x="879988" y="1254930"/>
                        <a:pt x="899652" y="1134485"/>
                      </a:cubicBezTo>
                      <a:cubicBezTo>
                        <a:pt x="919317" y="1014040"/>
                        <a:pt x="934065" y="119304"/>
                        <a:pt x="958645" y="13607"/>
                      </a:cubicBezTo>
                      <a:cubicBezTo>
                        <a:pt x="983225" y="-92090"/>
                        <a:pt x="1020096" y="451143"/>
                        <a:pt x="1047135" y="500304"/>
                      </a:cubicBezTo>
                      <a:cubicBezTo>
                        <a:pt x="1074174" y="549465"/>
                        <a:pt x="1101213" y="281536"/>
                        <a:pt x="1120877" y="308575"/>
                      </a:cubicBezTo>
                      <a:cubicBezTo>
                        <a:pt x="1140541" y="335614"/>
                        <a:pt x="1145458" y="635497"/>
                        <a:pt x="1165122" y="662536"/>
                      </a:cubicBezTo>
                      <a:cubicBezTo>
                        <a:pt x="1184786" y="689575"/>
                        <a:pt x="1214283" y="424104"/>
                        <a:pt x="1238864" y="470807"/>
                      </a:cubicBezTo>
                      <a:cubicBezTo>
                        <a:pt x="1263445" y="517510"/>
                        <a:pt x="1290483" y="896053"/>
                        <a:pt x="1312606" y="942756"/>
                      </a:cubicBezTo>
                      <a:cubicBezTo>
                        <a:pt x="1334729" y="989459"/>
                        <a:pt x="1354393" y="736279"/>
                        <a:pt x="1371600" y="751027"/>
                      </a:cubicBezTo>
                      <a:cubicBezTo>
                        <a:pt x="1388807" y="765775"/>
                        <a:pt x="1401097" y="1006665"/>
                        <a:pt x="1415845" y="1031246"/>
                      </a:cubicBezTo>
                      <a:cubicBezTo>
                        <a:pt x="1430593" y="1055827"/>
                        <a:pt x="1440426" y="873930"/>
                        <a:pt x="1460090" y="898511"/>
                      </a:cubicBezTo>
                      <a:cubicBezTo>
                        <a:pt x="1479754" y="923092"/>
                        <a:pt x="1511709" y="1198395"/>
                        <a:pt x="1533832" y="1178730"/>
                      </a:cubicBezTo>
                      <a:cubicBezTo>
                        <a:pt x="1555955" y="1159065"/>
                        <a:pt x="1573162" y="807563"/>
                        <a:pt x="1592826" y="780524"/>
                      </a:cubicBezTo>
                      <a:cubicBezTo>
                        <a:pt x="1612490" y="753485"/>
                        <a:pt x="1632155" y="1031247"/>
                        <a:pt x="1651819" y="1016498"/>
                      </a:cubicBezTo>
                      <a:cubicBezTo>
                        <a:pt x="1671484" y="1001750"/>
                        <a:pt x="1686232" y="714156"/>
                        <a:pt x="1710813" y="692033"/>
                      </a:cubicBezTo>
                      <a:cubicBezTo>
                        <a:pt x="1735394" y="669910"/>
                        <a:pt x="1774722" y="869014"/>
                        <a:pt x="1799303" y="883762"/>
                      </a:cubicBezTo>
                      <a:cubicBezTo>
                        <a:pt x="1823884" y="898511"/>
                        <a:pt x="1833716" y="773150"/>
                        <a:pt x="1858297" y="780524"/>
                      </a:cubicBezTo>
                      <a:cubicBezTo>
                        <a:pt x="1882878" y="787898"/>
                        <a:pt x="1922206" y="923091"/>
                        <a:pt x="1946787" y="928007"/>
                      </a:cubicBezTo>
                      <a:cubicBezTo>
                        <a:pt x="1971368" y="932923"/>
                        <a:pt x="1988574" y="871471"/>
                        <a:pt x="2005781" y="810020"/>
                      </a:cubicBezTo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sz="1200"/>
                </a:p>
              </p:txBody>
            </p:sp>
          </p:grpSp>
          <p:grpSp>
            <p:nvGrpSpPr>
              <p:cNvPr id="206" name="Groupe 205">
                <a:extLst>
                  <a:ext uri="{FF2B5EF4-FFF2-40B4-BE49-F238E27FC236}">
                    <a16:creationId xmlns:a16="http://schemas.microsoft.com/office/drawing/2014/main" id="{0A2FE737-DD85-4A7F-A06E-D21898F27A8A}"/>
                  </a:ext>
                </a:extLst>
              </p:cNvPr>
              <p:cNvGrpSpPr/>
              <p:nvPr/>
            </p:nvGrpSpPr>
            <p:grpSpPr>
              <a:xfrm>
                <a:off x="1528489" y="2605920"/>
                <a:ext cx="1781518" cy="690910"/>
                <a:chOff x="5402825" y="1815193"/>
                <a:chExt cx="2330245" cy="1578077"/>
              </a:xfrm>
              <a:scene3d>
                <a:camera prst="isometricLeftDown"/>
                <a:lightRig rig="threePt" dir="t"/>
              </a:scene3d>
            </p:grpSpPr>
            <p:sp>
              <p:nvSpPr>
                <p:cNvPr id="217" name="Rectangle 216">
                  <a:extLst>
                    <a:ext uri="{FF2B5EF4-FFF2-40B4-BE49-F238E27FC236}">
                      <a16:creationId xmlns:a16="http://schemas.microsoft.com/office/drawing/2014/main" id="{586EAECF-61D1-43E4-953D-AE6AF3717785}"/>
                    </a:ext>
                  </a:extLst>
                </p:cNvPr>
                <p:cNvSpPr/>
                <p:nvPr/>
              </p:nvSpPr>
              <p:spPr>
                <a:xfrm>
                  <a:off x="5402825" y="1815193"/>
                  <a:ext cx="2330245" cy="1578077"/>
                </a:xfrm>
                <a:prstGeom prst="rect">
                  <a:avLst/>
                </a:prstGeom>
                <a:solidFill>
                  <a:srgbClr val="0099FF">
                    <a:alpha val="20000"/>
                  </a:srgbClr>
                </a:solidFill>
                <a:ln>
                  <a:solidFill>
                    <a:srgbClr val="0099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sz="1200"/>
                </a:p>
              </p:txBody>
            </p:sp>
            <p:sp>
              <p:nvSpPr>
                <p:cNvPr id="218" name="Forme libre : forme 217">
                  <a:extLst>
                    <a:ext uri="{FF2B5EF4-FFF2-40B4-BE49-F238E27FC236}">
                      <a16:creationId xmlns:a16="http://schemas.microsoft.com/office/drawing/2014/main" id="{D19BA2D0-CB7D-4FB0-9F51-C82AD4A3DBF7}"/>
                    </a:ext>
                  </a:extLst>
                </p:cNvPr>
                <p:cNvSpPr/>
                <p:nvPr/>
              </p:nvSpPr>
              <p:spPr>
                <a:xfrm>
                  <a:off x="5565056" y="2014364"/>
                  <a:ext cx="2005781" cy="1179734"/>
                </a:xfrm>
                <a:custGeom>
                  <a:avLst/>
                  <a:gdLst>
                    <a:gd name="connsiteX0" fmla="*/ 0 w 2005781"/>
                    <a:gd name="connsiteY0" fmla="*/ 780524 h 1179734"/>
                    <a:gd name="connsiteX1" fmla="*/ 73742 w 2005781"/>
                    <a:gd name="connsiteY1" fmla="*/ 559298 h 1179734"/>
                    <a:gd name="connsiteX2" fmla="*/ 162232 w 2005781"/>
                    <a:gd name="connsiteY2" fmla="*/ 942756 h 1179734"/>
                    <a:gd name="connsiteX3" fmla="*/ 250722 w 2005781"/>
                    <a:gd name="connsiteY3" fmla="*/ 647788 h 1179734"/>
                    <a:gd name="connsiteX4" fmla="*/ 339213 w 2005781"/>
                    <a:gd name="connsiteY4" fmla="*/ 898511 h 1179734"/>
                    <a:gd name="connsiteX5" fmla="*/ 427703 w 2005781"/>
                    <a:gd name="connsiteY5" fmla="*/ 677285 h 1179734"/>
                    <a:gd name="connsiteX6" fmla="*/ 501445 w 2005781"/>
                    <a:gd name="connsiteY6" fmla="*/ 854265 h 1179734"/>
                    <a:gd name="connsiteX7" fmla="*/ 604684 w 2005781"/>
                    <a:gd name="connsiteY7" fmla="*/ 692033 h 1179734"/>
                    <a:gd name="connsiteX8" fmla="*/ 663677 w 2005781"/>
                    <a:gd name="connsiteY8" fmla="*/ 839517 h 1179734"/>
                    <a:gd name="connsiteX9" fmla="*/ 722671 w 2005781"/>
                    <a:gd name="connsiteY9" fmla="*/ 603543 h 1179734"/>
                    <a:gd name="connsiteX10" fmla="*/ 781664 w 2005781"/>
                    <a:gd name="connsiteY10" fmla="*/ 824769 h 1179734"/>
                    <a:gd name="connsiteX11" fmla="*/ 840658 w 2005781"/>
                    <a:gd name="connsiteY11" fmla="*/ 736278 h 1179734"/>
                    <a:gd name="connsiteX12" fmla="*/ 899652 w 2005781"/>
                    <a:gd name="connsiteY12" fmla="*/ 1134485 h 1179734"/>
                    <a:gd name="connsiteX13" fmla="*/ 958645 w 2005781"/>
                    <a:gd name="connsiteY13" fmla="*/ 13607 h 1179734"/>
                    <a:gd name="connsiteX14" fmla="*/ 1047135 w 2005781"/>
                    <a:gd name="connsiteY14" fmla="*/ 500304 h 1179734"/>
                    <a:gd name="connsiteX15" fmla="*/ 1120877 w 2005781"/>
                    <a:gd name="connsiteY15" fmla="*/ 308575 h 1179734"/>
                    <a:gd name="connsiteX16" fmla="*/ 1165122 w 2005781"/>
                    <a:gd name="connsiteY16" fmla="*/ 662536 h 1179734"/>
                    <a:gd name="connsiteX17" fmla="*/ 1238864 w 2005781"/>
                    <a:gd name="connsiteY17" fmla="*/ 470807 h 1179734"/>
                    <a:gd name="connsiteX18" fmla="*/ 1312606 w 2005781"/>
                    <a:gd name="connsiteY18" fmla="*/ 942756 h 1179734"/>
                    <a:gd name="connsiteX19" fmla="*/ 1371600 w 2005781"/>
                    <a:gd name="connsiteY19" fmla="*/ 751027 h 1179734"/>
                    <a:gd name="connsiteX20" fmla="*/ 1415845 w 2005781"/>
                    <a:gd name="connsiteY20" fmla="*/ 1031246 h 1179734"/>
                    <a:gd name="connsiteX21" fmla="*/ 1460090 w 2005781"/>
                    <a:gd name="connsiteY21" fmla="*/ 898511 h 1179734"/>
                    <a:gd name="connsiteX22" fmla="*/ 1533832 w 2005781"/>
                    <a:gd name="connsiteY22" fmla="*/ 1178730 h 1179734"/>
                    <a:gd name="connsiteX23" fmla="*/ 1592826 w 2005781"/>
                    <a:gd name="connsiteY23" fmla="*/ 780524 h 1179734"/>
                    <a:gd name="connsiteX24" fmla="*/ 1651819 w 2005781"/>
                    <a:gd name="connsiteY24" fmla="*/ 1016498 h 1179734"/>
                    <a:gd name="connsiteX25" fmla="*/ 1710813 w 2005781"/>
                    <a:gd name="connsiteY25" fmla="*/ 692033 h 1179734"/>
                    <a:gd name="connsiteX26" fmla="*/ 1799303 w 2005781"/>
                    <a:gd name="connsiteY26" fmla="*/ 883762 h 1179734"/>
                    <a:gd name="connsiteX27" fmla="*/ 1858297 w 2005781"/>
                    <a:gd name="connsiteY27" fmla="*/ 780524 h 1179734"/>
                    <a:gd name="connsiteX28" fmla="*/ 1946787 w 2005781"/>
                    <a:gd name="connsiteY28" fmla="*/ 928007 h 1179734"/>
                    <a:gd name="connsiteX29" fmla="*/ 2005781 w 2005781"/>
                    <a:gd name="connsiteY29" fmla="*/ 810020 h 11797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005781" h="1179734">
                      <a:moveTo>
                        <a:pt x="0" y="780524"/>
                      </a:moveTo>
                      <a:cubicBezTo>
                        <a:pt x="23351" y="656391"/>
                        <a:pt x="46703" y="532259"/>
                        <a:pt x="73742" y="559298"/>
                      </a:cubicBezTo>
                      <a:cubicBezTo>
                        <a:pt x="100781" y="586337"/>
                        <a:pt x="132735" y="928008"/>
                        <a:pt x="162232" y="942756"/>
                      </a:cubicBezTo>
                      <a:cubicBezTo>
                        <a:pt x="191729" y="957504"/>
                        <a:pt x="221225" y="655162"/>
                        <a:pt x="250722" y="647788"/>
                      </a:cubicBezTo>
                      <a:cubicBezTo>
                        <a:pt x="280219" y="640414"/>
                        <a:pt x="309716" y="893595"/>
                        <a:pt x="339213" y="898511"/>
                      </a:cubicBezTo>
                      <a:cubicBezTo>
                        <a:pt x="368710" y="903427"/>
                        <a:pt x="400664" y="684659"/>
                        <a:pt x="427703" y="677285"/>
                      </a:cubicBezTo>
                      <a:cubicBezTo>
                        <a:pt x="454742" y="669911"/>
                        <a:pt x="471948" y="851807"/>
                        <a:pt x="501445" y="854265"/>
                      </a:cubicBezTo>
                      <a:cubicBezTo>
                        <a:pt x="530942" y="856723"/>
                        <a:pt x="577645" y="694491"/>
                        <a:pt x="604684" y="692033"/>
                      </a:cubicBezTo>
                      <a:cubicBezTo>
                        <a:pt x="631723" y="689575"/>
                        <a:pt x="644013" y="854265"/>
                        <a:pt x="663677" y="839517"/>
                      </a:cubicBezTo>
                      <a:cubicBezTo>
                        <a:pt x="683342" y="824769"/>
                        <a:pt x="703007" y="606001"/>
                        <a:pt x="722671" y="603543"/>
                      </a:cubicBezTo>
                      <a:cubicBezTo>
                        <a:pt x="742335" y="601085"/>
                        <a:pt x="762000" y="802647"/>
                        <a:pt x="781664" y="824769"/>
                      </a:cubicBezTo>
                      <a:cubicBezTo>
                        <a:pt x="801328" y="846891"/>
                        <a:pt x="820993" y="684659"/>
                        <a:pt x="840658" y="736278"/>
                      </a:cubicBezTo>
                      <a:cubicBezTo>
                        <a:pt x="860323" y="787897"/>
                        <a:pt x="879988" y="1254930"/>
                        <a:pt x="899652" y="1134485"/>
                      </a:cubicBezTo>
                      <a:cubicBezTo>
                        <a:pt x="919317" y="1014040"/>
                        <a:pt x="934065" y="119304"/>
                        <a:pt x="958645" y="13607"/>
                      </a:cubicBezTo>
                      <a:cubicBezTo>
                        <a:pt x="983225" y="-92090"/>
                        <a:pt x="1020096" y="451143"/>
                        <a:pt x="1047135" y="500304"/>
                      </a:cubicBezTo>
                      <a:cubicBezTo>
                        <a:pt x="1074174" y="549465"/>
                        <a:pt x="1101213" y="281536"/>
                        <a:pt x="1120877" y="308575"/>
                      </a:cubicBezTo>
                      <a:cubicBezTo>
                        <a:pt x="1140541" y="335614"/>
                        <a:pt x="1145458" y="635497"/>
                        <a:pt x="1165122" y="662536"/>
                      </a:cubicBezTo>
                      <a:cubicBezTo>
                        <a:pt x="1184786" y="689575"/>
                        <a:pt x="1214283" y="424104"/>
                        <a:pt x="1238864" y="470807"/>
                      </a:cubicBezTo>
                      <a:cubicBezTo>
                        <a:pt x="1263445" y="517510"/>
                        <a:pt x="1290483" y="896053"/>
                        <a:pt x="1312606" y="942756"/>
                      </a:cubicBezTo>
                      <a:cubicBezTo>
                        <a:pt x="1334729" y="989459"/>
                        <a:pt x="1354393" y="736279"/>
                        <a:pt x="1371600" y="751027"/>
                      </a:cubicBezTo>
                      <a:cubicBezTo>
                        <a:pt x="1388807" y="765775"/>
                        <a:pt x="1401097" y="1006665"/>
                        <a:pt x="1415845" y="1031246"/>
                      </a:cubicBezTo>
                      <a:cubicBezTo>
                        <a:pt x="1430593" y="1055827"/>
                        <a:pt x="1440426" y="873930"/>
                        <a:pt x="1460090" y="898511"/>
                      </a:cubicBezTo>
                      <a:cubicBezTo>
                        <a:pt x="1479754" y="923092"/>
                        <a:pt x="1511709" y="1198395"/>
                        <a:pt x="1533832" y="1178730"/>
                      </a:cubicBezTo>
                      <a:cubicBezTo>
                        <a:pt x="1555955" y="1159065"/>
                        <a:pt x="1573162" y="807563"/>
                        <a:pt x="1592826" y="780524"/>
                      </a:cubicBezTo>
                      <a:cubicBezTo>
                        <a:pt x="1612490" y="753485"/>
                        <a:pt x="1632155" y="1031247"/>
                        <a:pt x="1651819" y="1016498"/>
                      </a:cubicBezTo>
                      <a:cubicBezTo>
                        <a:pt x="1671484" y="1001750"/>
                        <a:pt x="1686232" y="714156"/>
                        <a:pt x="1710813" y="692033"/>
                      </a:cubicBezTo>
                      <a:cubicBezTo>
                        <a:pt x="1735394" y="669910"/>
                        <a:pt x="1774722" y="869014"/>
                        <a:pt x="1799303" y="883762"/>
                      </a:cubicBezTo>
                      <a:cubicBezTo>
                        <a:pt x="1823884" y="898511"/>
                        <a:pt x="1833716" y="773150"/>
                        <a:pt x="1858297" y="780524"/>
                      </a:cubicBezTo>
                      <a:cubicBezTo>
                        <a:pt x="1882878" y="787898"/>
                        <a:pt x="1922206" y="923091"/>
                        <a:pt x="1946787" y="928007"/>
                      </a:cubicBezTo>
                      <a:cubicBezTo>
                        <a:pt x="1971368" y="932923"/>
                        <a:pt x="1988574" y="871471"/>
                        <a:pt x="2005781" y="810020"/>
                      </a:cubicBezTo>
                    </a:path>
                  </a:pathLst>
                </a:custGeom>
                <a:noFill/>
                <a:ln w="19050">
                  <a:solidFill>
                    <a:srgbClr val="3333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sz="1200"/>
                </a:p>
              </p:txBody>
            </p:sp>
          </p:grpSp>
          <p:grpSp>
            <p:nvGrpSpPr>
              <p:cNvPr id="207" name="Groupe 206">
                <a:extLst>
                  <a:ext uri="{FF2B5EF4-FFF2-40B4-BE49-F238E27FC236}">
                    <a16:creationId xmlns:a16="http://schemas.microsoft.com/office/drawing/2014/main" id="{99651C2D-2F89-441B-B06B-4609843CF182}"/>
                  </a:ext>
                </a:extLst>
              </p:cNvPr>
              <p:cNvGrpSpPr/>
              <p:nvPr/>
            </p:nvGrpSpPr>
            <p:grpSpPr>
              <a:xfrm>
                <a:off x="1440542" y="2710181"/>
                <a:ext cx="1781518" cy="690910"/>
                <a:chOff x="5437236" y="3592441"/>
                <a:chExt cx="2330245" cy="1578077"/>
              </a:xfrm>
              <a:scene3d>
                <a:camera prst="isometricLeftDown"/>
                <a:lightRig rig="threePt" dir="t"/>
              </a:scene3d>
            </p:grpSpPr>
            <p:sp>
              <p:nvSpPr>
                <p:cNvPr id="215" name="Forme libre : forme 214">
                  <a:extLst>
                    <a:ext uri="{FF2B5EF4-FFF2-40B4-BE49-F238E27FC236}">
                      <a16:creationId xmlns:a16="http://schemas.microsoft.com/office/drawing/2014/main" id="{529863B4-646B-4625-8734-107F589BAB7D}"/>
                    </a:ext>
                  </a:extLst>
                </p:cNvPr>
                <p:cNvSpPr/>
                <p:nvPr/>
              </p:nvSpPr>
              <p:spPr>
                <a:xfrm>
                  <a:off x="5633883" y="3707902"/>
                  <a:ext cx="2005781" cy="1179734"/>
                </a:xfrm>
                <a:custGeom>
                  <a:avLst/>
                  <a:gdLst>
                    <a:gd name="connsiteX0" fmla="*/ 0 w 2005781"/>
                    <a:gd name="connsiteY0" fmla="*/ 780524 h 1179734"/>
                    <a:gd name="connsiteX1" fmla="*/ 73742 w 2005781"/>
                    <a:gd name="connsiteY1" fmla="*/ 559298 h 1179734"/>
                    <a:gd name="connsiteX2" fmla="*/ 162232 w 2005781"/>
                    <a:gd name="connsiteY2" fmla="*/ 942756 h 1179734"/>
                    <a:gd name="connsiteX3" fmla="*/ 250722 w 2005781"/>
                    <a:gd name="connsiteY3" fmla="*/ 647788 h 1179734"/>
                    <a:gd name="connsiteX4" fmla="*/ 339213 w 2005781"/>
                    <a:gd name="connsiteY4" fmla="*/ 898511 h 1179734"/>
                    <a:gd name="connsiteX5" fmla="*/ 427703 w 2005781"/>
                    <a:gd name="connsiteY5" fmla="*/ 677285 h 1179734"/>
                    <a:gd name="connsiteX6" fmla="*/ 501445 w 2005781"/>
                    <a:gd name="connsiteY6" fmla="*/ 854265 h 1179734"/>
                    <a:gd name="connsiteX7" fmla="*/ 604684 w 2005781"/>
                    <a:gd name="connsiteY7" fmla="*/ 692033 h 1179734"/>
                    <a:gd name="connsiteX8" fmla="*/ 663677 w 2005781"/>
                    <a:gd name="connsiteY8" fmla="*/ 839517 h 1179734"/>
                    <a:gd name="connsiteX9" fmla="*/ 722671 w 2005781"/>
                    <a:gd name="connsiteY9" fmla="*/ 603543 h 1179734"/>
                    <a:gd name="connsiteX10" fmla="*/ 781664 w 2005781"/>
                    <a:gd name="connsiteY10" fmla="*/ 824769 h 1179734"/>
                    <a:gd name="connsiteX11" fmla="*/ 840658 w 2005781"/>
                    <a:gd name="connsiteY11" fmla="*/ 736278 h 1179734"/>
                    <a:gd name="connsiteX12" fmla="*/ 899652 w 2005781"/>
                    <a:gd name="connsiteY12" fmla="*/ 1134485 h 1179734"/>
                    <a:gd name="connsiteX13" fmla="*/ 958645 w 2005781"/>
                    <a:gd name="connsiteY13" fmla="*/ 13607 h 1179734"/>
                    <a:gd name="connsiteX14" fmla="*/ 1047135 w 2005781"/>
                    <a:gd name="connsiteY14" fmla="*/ 500304 h 1179734"/>
                    <a:gd name="connsiteX15" fmla="*/ 1120877 w 2005781"/>
                    <a:gd name="connsiteY15" fmla="*/ 308575 h 1179734"/>
                    <a:gd name="connsiteX16" fmla="*/ 1165122 w 2005781"/>
                    <a:gd name="connsiteY16" fmla="*/ 662536 h 1179734"/>
                    <a:gd name="connsiteX17" fmla="*/ 1238864 w 2005781"/>
                    <a:gd name="connsiteY17" fmla="*/ 470807 h 1179734"/>
                    <a:gd name="connsiteX18" fmla="*/ 1312606 w 2005781"/>
                    <a:gd name="connsiteY18" fmla="*/ 942756 h 1179734"/>
                    <a:gd name="connsiteX19" fmla="*/ 1371600 w 2005781"/>
                    <a:gd name="connsiteY19" fmla="*/ 751027 h 1179734"/>
                    <a:gd name="connsiteX20" fmla="*/ 1415845 w 2005781"/>
                    <a:gd name="connsiteY20" fmla="*/ 1031246 h 1179734"/>
                    <a:gd name="connsiteX21" fmla="*/ 1460090 w 2005781"/>
                    <a:gd name="connsiteY21" fmla="*/ 898511 h 1179734"/>
                    <a:gd name="connsiteX22" fmla="*/ 1533832 w 2005781"/>
                    <a:gd name="connsiteY22" fmla="*/ 1178730 h 1179734"/>
                    <a:gd name="connsiteX23" fmla="*/ 1592826 w 2005781"/>
                    <a:gd name="connsiteY23" fmla="*/ 780524 h 1179734"/>
                    <a:gd name="connsiteX24" fmla="*/ 1651819 w 2005781"/>
                    <a:gd name="connsiteY24" fmla="*/ 1016498 h 1179734"/>
                    <a:gd name="connsiteX25" fmla="*/ 1710813 w 2005781"/>
                    <a:gd name="connsiteY25" fmla="*/ 692033 h 1179734"/>
                    <a:gd name="connsiteX26" fmla="*/ 1799303 w 2005781"/>
                    <a:gd name="connsiteY26" fmla="*/ 883762 h 1179734"/>
                    <a:gd name="connsiteX27" fmla="*/ 1858297 w 2005781"/>
                    <a:gd name="connsiteY27" fmla="*/ 780524 h 1179734"/>
                    <a:gd name="connsiteX28" fmla="*/ 1946787 w 2005781"/>
                    <a:gd name="connsiteY28" fmla="*/ 928007 h 1179734"/>
                    <a:gd name="connsiteX29" fmla="*/ 2005781 w 2005781"/>
                    <a:gd name="connsiteY29" fmla="*/ 810020 h 11797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005781" h="1179734">
                      <a:moveTo>
                        <a:pt x="0" y="780524"/>
                      </a:moveTo>
                      <a:cubicBezTo>
                        <a:pt x="23351" y="656391"/>
                        <a:pt x="46703" y="532259"/>
                        <a:pt x="73742" y="559298"/>
                      </a:cubicBezTo>
                      <a:cubicBezTo>
                        <a:pt x="100781" y="586337"/>
                        <a:pt x="132735" y="928008"/>
                        <a:pt x="162232" y="942756"/>
                      </a:cubicBezTo>
                      <a:cubicBezTo>
                        <a:pt x="191729" y="957504"/>
                        <a:pt x="221225" y="655162"/>
                        <a:pt x="250722" y="647788"/>
                      </a:cubicBezTo>
                      <a:cubicBezTo>
                        <a:pt x="280219" y="640414"/>
                        <a:pt x="309716" y="893595"/>
                        <a:pt x="339213" y="898511"/>
                      </a:cubicBezTo>
                      <a:cubicBezTo>
                        <a:pt x="368710" y="903427"/>
                        <a:pt x="400664" y="684659"/>
                        <a:pt x="427703" y="677285"/>
                      </a:cubicBezTo>
                      <a:cubicBezTo>
                        <a:pt x="454742" y="669911"/>
                        <a:pt x="471948" y="851807"/>
                        <a:pt x="501445" y="854265"/>
                      </a:cubicBezTo>
                      <a:cubicBezTo>
                        <a:pt x="530942" y="856723"/>
                        <a:pt x="577645" y="694491"/>
                        <a:pt x="604684" y="692033"/>
                      </a:cubicBezTo>
                      <a:cubicBezTo>
                        <a:pt x="631723" y="689575"/>
                        <a:pt x="644013" y="854265"/>
                        <a:pt x="663677" y="839517"/>
                      </a:cubicBezTo>
                      <a:cubicBezTo>
                        <a:pt x="683342" y="824769"/>
                        <a:pt x="703007" y="606001"/>
                        <a:pt x="722671" y="603543"/>
                      </a:cubicBezTo>
                      <a:cubicBezTo>
                        <a:pt x="742335" y="601085"/>
                        <a:pt x="762000" y="802647"/>
                        <a:pt x="781664" y="824769"/>
                      </a:cubicBezTo>
                      <a:cubicBezTo>
                        <a:pt x="801328" y="846891"/>
                        <a:pt x="820993" y="684659"/>
                        <a:pt x="840658" y="736278"/>
                      </a:cubicBezTo>
                      <a:cubicBezTo>
                        <a:pt x="860323" y="787897"/>
                        <a:pt x="879988" y="1254930"/>
                        <a:pt x="899652" y="1134485"/>
                      </a:cubicBezTo>
                      <a:cubicBezTo>
                        <a:pt x="919317" y="1014040"/>
                        <a:pt x="934065" y="119304"/>
                        <a:pt x="958645" y="13607"/>
                      </a:cubicBezTo>
                      <a:cubicBezTo>
                        <a:pt x="983225" y="-92090"/>
                        <a:pt x="1020096" y="451143"/>
                        <a:pt x="1047135" y="500304"/>
                      </a:cubicBezTo>
                      <a:cubicBezTo>
                        <a:pt x="1074174" y="549465"/>
                        <a:pt x="1101213" y="281536"/>
                        <a:pt x="1120877" y="308575"/>
                      </a:cubicBezTo>
                      <a:cubicBezTo>
                        <a:pt x="1140541" y="335614"/>
                        <a:pt x="1145458" y="635497"/>
                        <a:pt x="1165122" y="662536"/>
                      </a:cubicBezTo>
                      <a:cubicBezTo>
                        <a:pt x="1184786" y="689575"/>
                        <a:pt x="1214283" y="424104"/>
                        <a:pt x="1238864" y="470807"/>
                      </a:cubicBezTo>
                      <a:cubicBezTo>
                        <a:pt x="1263445" y="517510"/>
                        <a:pt x="1290483" y="896053"/>
                        <a:pt x="1312606" y="942756"/>
                      </a:cubicBezTo>
                      <a:cubicBezTo>
                        <a:pt x="1334729" y="989459"/>
                        <a:pt x="1354393" y="736279"/>
                        <a:pt x="1371600" y="751027"/>
                      </a:cubicBezTo>
                      <a:cubicBezTo>
                        <a:pt x="1388807" y="765775"/>
                        <a:pt x="1401097" y="1006665"/>
                        <a:pt x="1415845" y="1031246"/>
                      </a:cubicBezTo>
                      <a:cubicBezTo>
                        <a:pt x="1430593" y="1055827"/>
                        <a:pt x="1440426" y="873930"/>
                        <a:pt x="1460090" y="898511"/>
                      </a:cubicBezTo>
                      <a:cubicBezTo>
                        <a:pt x="1479754" y="923092"/>
                        <a:pt x="1511709" y="1198395"/>
                        <a:pt x="1533832" y="1178730"/>
                      </a:cubicBezTo>
                      <a:cubicBezTo>
                        <a:pt x="1555955" y="1159065"/>
                        <a:pt x="1573162" y="807563"/>
                        <a:pt x="1592826" y="780524"/>
                      </a:cubicBezTo>
                      <a:cubicBezTo>
                        <a:pt x="1612490" y="753485"/>
                        <a:pt x="1632155" y="1031247"/>
                        <a:pt x="1651819" y="1016498"/>
                      </a:cubicBezTo>
                      <a:cubicBezTo>
                        <a:pt x="1671484" y="1001750"/>
                        <a:pt x="1686232" y="714156"/>
                        <a:pt x="1710813" y="692033"/>
                      </a:cubicBezTo>
                      <a:cubicBezTo>
                        <a:pt x="1735394" y="669910"/>
                        <a:pt x="1774722" y="869014"/>
                        <a:pt x="1799303" y="883762"/>
                      </a:cubicBezTo>
                      <a:cubicBezTo>
                        <a:pt x="1823884" y="898511"/>
                        <a:pt x="1833716" y="773150"/>
                        <a:pt x="1858297" y="780524"/>
                      </a:cubicBezTo>
                      <a:cubicBezTo>
                        <a:pt x="1882878" y="787898"/>
                        <a:pt x="1922206" y="923091"/>
                        <a:pt x="1946787" y="928007"/>
                      </a:cubicBezTo>
                      <a:cubicBezTo>
                        <a:pt x="1971368" y="932923"/>
                        <a:pt x="1988574" y="871471"/>
                        <a:pt x="2005781" y="810020"/>
                      </a:cubicBezTo>
                    </a:path>
                  </a:pathLst>
                </a:custGeom>
                <a:noFill/>
                <a:ln w="19050">
                  <a:solidFill>
                    <a:srgbClr val="008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sz="1200"/>
                </a:p>
              </p:txBody>
            </p:sp>
            <p:sp>
              <p:nvSpPr>
                <p:cNvPr id="216" name="Rectangle 215">
                  <a:extLst>
                    <a:ext uri="{FF2B5EF4-FFF2-40B4-BE49-F238E27FC236}">
                      <a16:creationId xmlns:a16="http://schemas.microsoft.com/office/drawing/2014/main" id="{D0244AAB-4363-484A-AB37-3C6A91C3B3AA}"/>
                    </a:ext>
                  </a:extLst>
                </p:cNvPr>
                <p:cNvSpPr/>
                <p:nvPr/>
              </p:nvSpPr>
              <p:spPr>
                <a:xfrm>
                  <a:off x="5437236" y="3592441"/>
                  <a:ext cx="2330245" cy="1578077"/>
                </a:xfrm>
                <a:prstGeom prst="rect">
                  <a:avLst/>
                </a:prstGeom>
                <a:solidFill>
                  <a:srgbClr val="92D050">
                    <a:alpha val="20000"/>
                  </a:srgbClr>
                </a:solidFill>
                <a:ln>
                  <a:solidFill>
                    <a:srgbClr val="008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sz="1200"/>
                </a:p>
              </p:txBody>
            </p:sp>
          </p:grpSp>
          <p:grpSp>
            <p:nvGrpSpPr>
              <p:cNvPr id="209" name="Groupe 208">
                <a:extLst>
                  <a:ext uri="{FF2B5EF4-FFF2-40B4-BE49-F238E27FC236}">
                    <a16:creationId xmlns:a16="http://schemas.microsoft.com/office/drawing/2014/main" id="{D2EC8BB2-8AC9-4991-8067-0E1CA48DF154}"/>
                  </a:ext>
                </a:extLst>
              </p:cNvPr>
              <p:cNvGrpSpPr/>
              <p:nvPr/>
            </p:nvGrpSpPr>
            <p:grpSpPr>
              <a:xfrm>
                <a:off x="1277712" y="2787071"/>
                <a:ext cx="1781518" cy="690910"/>
                <a:chOff x="1548580" y="3194098"/>
                <a:chExt cx="2330245" cy="1578077"/>
              </a:xfrm>
              <a:scene3d>
                <a:camera prst="isometricLeftDown"/>
                <a:lightRig rig="threePt" dir="t"/>
              </a:scene3d>
            </p:grpSpPr>
            <p:sp>
              <p:nvSpPr>
                <p:cNvPr id="213" name="Rectangle 212">
                  <a:extLst>
                    <a:ext uri="{FF2B5EF4-FFF2-40B4-BE49-F238E27FC236}">
                      <a16:creationId xmlns:a16="http://schemas.microsoft.com/office/drawing/2014/main" id="{7083892C-D1C1-48D6-836A-D98DF1EA35A6}"/>
                    </a:ext>
                  </a:extLst>
                </p:cNvPr>
                <p:cNvSpPr/>
                <p:nvPr/>
              </p:nvSpPr>
              <p:spPr>
                <a:xfrm>
                  <a:off x="1548580" y="3194098"/>
                  <a:ext cx="2330245" cy="1578077"/>
                </a:xfrm>
                <a:prstGeom prst="rect">
                  <a:avLst/>
                </a:prstGeom>
                <a:solidFill>
                  <a:srgbClr val="FFCC00">
                    <a:alpha val="20000"/>
                  </a:srgbClr>
                </a:solidFill>
                <a:ln>
                  <a:solidFill>
                    <a:srgbClr val="FF66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sz="1200"/>
                </a:p>
              </p:txBody>
            </p:sp>
            <p:sp>
              <p:nvSpPr>
                <p:cNvPr id="214" name="Forme libre : forme 213">
                  <a:extLst>
                    <a:ext uri="{FF2B5EF4-FFF2-40B4-BE49-F238E27FC236}">
                      <a16:creationId xmlns:a16="http://schemas.microsoft.com/office/drawing/2014/main" id="{A9C04F99-7130-4E47-8146-828FAD129186}"/>
                    </a:ext>
                  </a:extLst>
                </p:cNvPr>
                <p:cNvSpPr/>
                <p:nvPr/>
              </p:nvSpPr>
              <p:spPr>
                <a:xfrm>
                  <a:off x="1710813" y="3393270"/>
                  <a:ext cx="2005781" cy="1179734"/>
                </a:xfrm>
                <a:custGeom>
                  <a:avLst/>
                  <a:gdLst>
                    <a:gd name="connsiteX0" fmla="*/ 0 w 2005781"/>
                    <a:gd name="connsiteY0" fmla="*/ 780524 h 1179734"/>
                    <a:gd name="connsiteX1" fmla="*/ 73742 w 2005781"/>
                    <a:gd name="connsiteY1" fmla="*/ 559298 h 1179734"/>
                    <a:gd name="connsiteX2" fmla="*/ 162232 w 2005781"/>
                    <a:gd name="connsiteY2" fmla="*/ 942756 h 1179734"/>
                    <a:gd name="connsiteX3" fmla="*/ 250722 w 2005781"/>
                    <a:gd name="connsiteY3" fmla="*/ 647788 h 1179734"/>
                    <a:gd name="connsiteX4" fmla="*/ 339213 w 2005781"/>
                    <a:gd name="connsiteY4" fmla="*/ 898511 h 1179734"/>
                    <a:gd name="connsiteX5" fmla="*/ 427703 w 2005781"/>
                    <a:gd name="connsiteY5" fmla="*/ 677285 h 1179734"/>
                    <a:gd name="connsiteX6" fmla="*/ 501445 w 2005781"/>
                    <a:gd name="connsiteY6" fmla="*/ 854265 h 1179734"/>
                    <a:gd name="connsiteX7" fmla="*/ 604684 w 2005781"/>
                    <a:gd name="connsiteY7" fmla="*/ 692033 h 1179734"/>
                    <a:gd name="connsiteX8" fmla="*/ 663677 w 2005781"/>
                    <a:gd name="connsiteY8" fmla="*/ 839517 h 1179734"/>
                    <a:gd name="connsiteX9" fmla="*/ 722671 w 2005781"/>
                    <a:gd name="connsiteY9" fmla="*/ 603543 h 1179734"/>
                    <a:gd name="connsiteX10" fmla="*/ 781664 w 2005781"/>
                    <a:gd name="connsiteY10" fmla="*/ 824769 h 1179734"/>
                    <a:gd name="connsiteX11" fmla="*/ 840658 w 2005781"/>
                    <a:gd name="connsiteY11" fmla="*/ 736278 h 1179734"/>
                    <a:gd name="connsiteX12" fmla="*/ 899652 w 2005781"/>
                    <a:gd name="connsiteY12" fmla="*/ 1134485 h 1179734"/>
                    <a:gd name="connsiteX13" fmla="*/ 958645 w 2005781"/>
                    <a:gd name="connsiteY13" fmla="*/ 13607 h 1179734"/>
                    <a:gd name="connsiteX14" fmla="*/ 1047135 w 2005781"/>
                    <a:gd name="connsiteY14" fmla="*/ 500304 h 1179734"/>
                    <a:gd name="connsiteX15" fmla="*/ 1120877 w 2005781"/>
                    <a:gd name="connsiteY15" fmla="*/ 308575 h 1179734"/>
                    <a:gd name="connsiteX16" fmla="*/ 1165122 w 2005781"/>
                    <a:gd name="connsiteY16" fmla="*/ 662536 h 1179734"/>
                    <a:gd name="connsiteX17" fmla="*/ 1238864 w 2005781"/>
                    <a:gd name="connsiteY17" fmla="*/ 470807 h 1179734"/>
                    <a:gd name="connsiteX18" fmla="*/ 1312606 w 2005781"/>
                    <a:gd name="connsiteY18" fmla="*/ 942756 h 1179734"/>
                    <a:gd name="connsiteX19" fmla="*/ 1371600 w 2005781"/>
                    <a:gd name="connsiteY19" fmla="*/ 751027 h 1179734"/>
                    <a:gd name="connsiteX20" fmla="*/ 1415845 w 2005781"/>
                    <a:gd name="connsiteY20" fmla="*/ 1031246 h 1179734"/>
                    <a:gd name="connsiteX21" fmla="*/ 1460090 w 2005781"/>
                    <a:gd name="connsiteY21" fmla="*/ 898511 h 1179734"/>
                    <a:gd name="connsiteX22" fmla="*/ 1533832 w 2005781"/>
                    <a:gd name="connsiteY22" fmla="*/ 1178730 h 1179734"/>
                    <a:gd name="connsiteX23" fmla="*/ 1592826 w 2005781"/>
                    <a:gd name="connsiteY23" fmla="*/ 780524 h 1179734"/>
                    <a:gd name="connsiteX24" fmla="*/ 1651819 w 2005781"/>
                    <a:gd name="connsiteY24" fmla="*/ 1016498 h 1179734"/>
                    <a:gd name="connsiteX25" fmla="*/ 1710813 w 2005781"/>
                    <a:gd name="connsiteY25" fmla="*/ 692033 h 1179734"/>
                    <a:gd name="connsiteX26" fmla="*/ 1799303 w 2005781"/>
                    <a:gd name="connsiteY26" fmla="*/ 883762 h 1179734"/>
                    <a:gd name="connsiteX27" fmla="*/ 1858297 w 2005781"/>
                    <a:gd name="connsiteY27" fmla="*/ 780524 h 1179734"/>
                    <a:gd name="connsiteX28" fmla="*/ 1946787 w 2005781"/>
                    <a:gd name="connsiteY28" fmla="*/ 928007 h 1179734"/>
                    <a:gd name="connsiteX29" fmla="*/ 2005781 w 2005781"/>
                    <a:gd name="connsiteY29" fmla="*/ 810020 h 11797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005781" h="1179734">
                      <a:moveTo>
                        <a:pt x="0" y="780524"/>
                      </a:moveTo>
                      <a:cubicBezTo>
                        <a:pt x="23351" y="656391"/>
                        <a:pt x="46703" y="532259"/>
                        <a:pt x="73742" y="559298"/>
                      </a:cubicBezTo>
                      <a:cubicBezTo>
                        <a:pt x="100781" y="586337"/>
                        <a:pt x="132735" y="928008"/>
                        <a:pt x="162232" y="942756"/>
                      </a:cubicBezTo>
                      <a:cubicBezTo>
                        <a:pt x="191729" y="957504"/>
                        <a:pt x="221225" y="655162"/>
                        <a:pt x="250722" y="647788"/>
                      </a:cubicBezTo>
                      <a:cubicBezTo>
                        <a:pt x="280219" y="640414"/>
                        <a:pt x="309716" y="893595"/>
                        <a:pt x="339213" y="898511"/>
                      </a:cubicBezTo>
                      <a:cubicBezTo>
                        <a:pt x="368710" y="903427"/>
                        <a:pt x="400664" y="684659"/>
                        <a:pt x="427703" y="677285"/>
                      </a:cubicBezTo>
                      <a:cubicBezTo>
                        <a:pt x="454742" y="669911"/>
                        <a:pt x="471948" y="851807"/>
                        <a:pt x="501445" y="854265"/>
                      </a:cubicBezTo>
                      <a:cubicBezTo>
                        <a:pt x="530942" y="856723"/>
                        <a:pt x="577645" y="694491"/>
                        <a:pt x="604684" y="692033"/>
                      </a:cubicBezTo>
                      <a:cubicBezTo>
                        <a:pt x="631723" y="689575"/>
                        <a:pt x="644013" y="854265"/>
                        <a:pt x="663677" y="839517"/>
                      </a:cubicBezTo>
                      <a:cubicBezTo>
                        <a:pt x="683342" y="824769"/>
                        <a:pt x="703007" y="606001"/>
                        <a:pt x="722671" y="603543"/>
                      </a:cubicBezTo>
                      <a:cubicBezTo>
                        <a:pt x="742335" y="601085"/>
                        <a:pt x="762000" y="802647"/>
                        <a:pt x="781664" y="824769"/>
                      </a:cubicBezTo>
                      <a:cubicBezTo>
                        <a:pt x="801328" y="846891"/>
                        <a:pt x="820993" y="684659"/>
                        <a:pt x="840658" y="736278"/>
                      </a:cubicBezTo>
                      <a:cubicBezTo>
                        <a:pt x="860323" y="787897"/>
                        <a:pt x="879988" y="1254930"/>
                        <a:pt x="899652" y="1134485"/>
                      </a:cubicBezTo>
                      <a:cubicBezTo>
                        <a:pt x="919317" y="1014040"/>
                        <a:pt x="934065" y="119304"/>
                        <a:pt x="958645" y="13607"/>
                      </a:cubicBezTo>
                      <a:cubicBezTo>
                        <a:pt x="983225" y="-92090"/>
                        <a:pt x="1020096" y="451143"/>
                        <a:pt x="1047135" y="500304"/>
                      </a:cubicBezTo>
                      <a:cubicBezTo>
                        <a:pt x="1074174" y="549465"/>
                        <a:pt x="1101213" y="281536"/>
                        <a:pt x="1120877" y="308575"/>
                      </a:cubicBezTo>
                      <a:cubicBezTo>
                        <a:pt x="1140541" y="335614"/>
                        <a:pt x="1145458" y="635497"/>
                        <a:pt x="1165122" y="662536"/>
                      </a:cubicBezTo>
                      <a:cubicBezTo>
                        <a:pt x="1184786" y="689575"/>
                        <a:pt x="1214283" y="424104"/>
                        <a:pt x="1238864" y="470807"/>
                      </a:cubicBezTo>
                      <a:cubicBezTo>
                        <a:pt x="1263445" y="517510"/>
                        <a:pt x="1290483" y="896053"/>
                        <a:pt x="1312606" y="942756"/>
                      </a:cubicBezTo>
                      <a:cubicBezTo>
                        <a:pt x="1334729" y="989459"/>
                        <a:pt x="1354393" y="736279"/>
                        <a:pt x="1371600" y="751027"/>
                      </a:cubicBezTo>
                      <a:cubicBezTo>
                        <a:pt x="1388807" y="765775"/>
                        <a:pt x="1401097" y="1006665"/>
                        <a:pt x="1415845" y="1031246"/>
                      </a:cubicBezTo>
                      <a:cubicBezTo>
                        <a:pt x="1430593" y="1055827"/>
                        <a:pt x="1440426" y="873930"/>
                        <a:pt x="1460090" y="898511"/>
                      </a:cubicBezTo>
                      <a:cubicBezTo>
                        <a:pt x="1479754" y="923092"/>
                        <a:pt x="1511709" y="1198395"/>
                        <a:pt x="1533832" y="1178730"/>
                      </a:cubicBezTo>
                      <a:cubicBezTo>
                        <a:pt x="1555955" y="1159065"/>
                        <a:pt x="1573162" y="807563"/>
                        <a:pt x="1592826" y="780524"/>
                      </a:cubicBezTo>
                      <a:cubicBezTo>
                        <a:pt x="1612490" y="753485"/>
                        <a:pt x="1632155" y="1031247"/>
                        <a:pt x="1651819" y="1016498"/>
                      </a:cubicBezTo>
                      <a:cubicBezTo>
                        <a:pt x="1671484" y="1001750"/>
                        <a:pt x="1686232" y="714156"/>
                        <a:pt x="1710813" y="692033"/>
                      </a:cubicBezTo>
                      <a:cubicBezTo>
                        <a:pt x="1735394" y="669910"/>
                        <a:pt x="1774722" y="869014"/>
                        <a:pt x="1799303" y="883762"/>
                      </a:cubicBezTo>
                      <a:cubicBezTo>
                        <a:pt x="1823884" y="898511"/>
                        <a:pt x="1833716" y="773150"/>
                        <a:pt x="1858297" y="780524"/>
                      </a:cubicBezTo>
                      <a:cubicBezTo>
                        <a:pt x="1882878" y="787898"/>
                        <a:pt x="1922206" y="923091"/>
                        <a:pt x="1946787" y="928007"/>
                      </a:cubicBezTo>
                      <a:cubicBezTo>
                        <a:pt x="1971368" y="932923"/>
                        <a:pt x="1988574" y="871471"/>
                        <a:pt x="2005781" y="810020"/>
                      </a:cubicBezTo>
                    </a:path>
                  </a:pathLst>
                </a:custGeom>
                <a:noFill/>
                <a:ln w="19050">
                  <a:solidFill>
                    <a:srgbClr val="FF66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sz="1200"/>
                </a:p>
              </p:txBody>
            </p:sp>
          </p:grpSp>
          <p:grpSp>
            <p:nvGrpSpPr>
              <p:cNvPr id="210" name="Groupe 209">
                <a:extLst>
                  <a:ext uri="{FF2B5EF4-FFF2-40B4-BE49-F238E27FC236}">
                    <a16:creationId xmlns:a16="http://schemas.microsoft.com/office/drawing/2014/main" id="{BBA47F84-CB57-4CB7-8614-B999E57172BB}"/>
                  </a:ext>
                </a:extLst>
              </p:cNvPr>
              <p:cNvGrpSpPr/>
              <p:nvPr/>
            </p:nvGrpSpPr>
            <p:grpSpPr>
              <a:xfrm>
                <a:off x="1015434" y="2960806"/>
                <a:ext cx="1781518" cy="690910"/>
                <a:chOff x="5402825" y="1815193"/>
                <a:chExt cx="2330245" cy="1578077"/>
              </a:xfrm>
              <a:scene3d>
                <a:camera prst="isometricLeftDown"/>
                <a:lightRig rig="threePt" dir="t"/>
              </a:scene3d>
            </p:grpSpPr>
            <p:sp>
              <p:nvSpPr>
                <p:cNvPr id="211" name="Rectangle 210">
                  <a:extLst>
                    <a:ext uri="{FF2B5EF4-FFF2-40B4-BE49-F238E27FC236}">
                      <a16:creationId xmlns:a16="http://schemas.microsoft.com/office/drawing/2014/main" id="{82F0EB30-464E-4C45-9A29-998EE14B6F24}"/>
                    </a:ext>
                  </a:extLst>
                </p:cNvPr>
                <p:cNvSpPr/>
                <p:nvPr/>
              </p:nvSpPr>
              <p:spPr>
                <a:xfrm>
                  <a:off x="5402825" y="1815193"/>
                  <a:ext cx="2330245" cy="1578077"/>
                </a:xfrm>
                <a:prstGeom prst="rect">
                  <a:avLst/>
                </a:prstGeom>
                <a:solidFill>
                  <a:srgbClr val="CC99FF">
                    <a:alpha val="20000"/>
                  </a:srgbClr>
                </a:solidFill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sz="1200"/>
                </a:p>
              </p:txBody>
            </p:sp>
            <p:sp>
              <p:nvSpPr>
                <p:cNvPr id="212" name="Forme libre : forme 211">
                  <a:extLst>
                    <a:ext uri="{FF2B5EF4-FFF2-40B4-BE49-F238E27FC236}">
                      <a16:creationId xmlns:a16="http://schemas.microsoft.com/office/drawing/2014/main" id="{EC5D3184-F4B5-4D88-BA19-6DF979ED63E1}"/>
                    </a:ext>
                  </a:extLst>
                </p:cNvPr>
                <p:cNvSpPr/>
                <p:nvPr/>
              </p:nvSpPr>
              <p:spPr>
                <a:xfrm>
                  <a:off x="5565056" y="2014364"/>
                  <a:ext cx="2005781" cy="1179734"/>
                </a:xfrm>
                <a:custGeom>
                  <a:avLst/>
                  <a:gdLst>
                    <a:gd name="connsiteX0" fmla="*/ 0 w 2005781"/>
                    <a:gd name="connsiteY0" fmla="*/ 780524 h 1179734"/>
                    <a:gd name="connsiteX1" fmla="*/ 73742 w 2005781"/>
                    <a:gd name="connsiteY1" fmla="*/ 559298 h 1179734"/>
                    <a:gd name="connsiteX2" fmla="*/ 162232 w 2005781"/>
                    <a:gd name="connsiteY2" fmla="*/ 942756 h 1179734"/>
                    <a:gd name="connsiteX3" fmla="*/ 250722 w 2005781"/>
                    <a:gd name="connsiteY3" fmla="*/ 647788 h 1179734"/>
                    <a:gd name="connsiteX4" fmla="*/ 339213 w 2005781"/>
                    <a:gd name="connsiteY4" fmla="*/ 898511 h 1179734"/>
                    <a:gd name="connsiteX5" fmla="*/ 427703 w 2005781"/>
                    <a:gd name="connsiteY5" fmla="*/ 677285 h 1179734"/>
                    <a:gd name="connsiteX6" fmla="*/ 501445 w 2005781"/>
                    <a:gd name="connsiteY6" fmla="*/ 854265 h 1179734"/>
                    <a:gd name="connsiteX7" fmla="*/ 604684 w 2005781"/>
                    <a:gd name="connsiteY7" fmla="*/ 692033 h 1179734"/>
                    <a:gd name="connsiteX8" fmla="*/ 663677 w 2005781"/>
                    <a:gd name="connsiteY8" fmla="*/ 839517 h 1179734"/>
                    <a:gd name="connsiteX9" fmla="*/ 722671 w 2005781"/>
                    <a:gd name="connsiteY9" fmla="*/ 603543 h 1179734"/>
                    <a:gd name="connsiteX10" fmla="*/ 781664 w 2005781"/>
                    <a:gd name="connsiteY10" fmla="*/ 824769 h 1179734"/>
                    <a:gd name="connsiteX11" fmla="*/ 840658 w 2005781"/>
                    <a:gd name="connsiteY11" fmla="*/ 736278 h 1179734"/>
                    <a:gd name="connsiteX12" fmla="*/ 899652 w 2005781"/>
                    <a:gd name="connsiteY12" fmla="*/ 1134485 h 1179734"/>
                    <a:gd name="connsiteX13" fmla="*/ 958645 w 2005781"/>
                    <a:gd name="connsiteY13" fmla="*/ 13607 h 1179734"/>
                    <a:gd name="connsiteX14" fmla="*/ 1047135 w 2005781"/>
                    <a:gd name="connsiteY14" fmla="*/ 500304 h 1179734"/>
                    <a:gd name="connsiteX15" fmla="*/ 1120877 w 2005781"/>
                    <a:gd name="connsiteY15" fmla="*/ 308575 h 1179734"/>
                    <a:gd name="connsiteX16" fmla="*/ 1165122 w 2005781"/>
                    <a:gd name="connsiteY16" fmla="*/ 662536 h 1179734"/>
                    <a:gd name="connsiteX17" fmla="*/ 1238864 w 2005781"/>
                    <a:gd name="connsiteY17" fmla="*/ 470807 h 1179734"/>
                    <a:gd name="connsiteX18" fmla="*/ 1312606 w 2005781"/>
                    <a:gd name="connsiteY18" fmla="*/ 942756 h 1179734"/>
                    <a:gd name="connsiteX19" fmla="*/ 1371600 w 2005781"/>
                    <a:gd name="connsiteY19" fmla="*/ 751027 h 1179734"/>
                    <a:gd name="connsiteX20" fmla="*/ 1415845 w 2005781"/>
                    <a:gd name="connsiteY20" fmla="*/ 1031246 h 1179734"/>
                    <a:gd name="connsiteX21" fmla="*/ 1460090 w 2005781"/>
                    <a:gd name="connsiteY21" fmla="*/ 898511 h 1179734"/>
                    <a:gd name="connsiteX22" fmla="*/ 1533832 w 2005781"/>
                    <a:gd name="connsiteY22" fmla="*/ 1178730 h 1179734"/>
                    <a:gd name="connsiteX23" fmla="*/ 1592826 w 2005781"/>
                    <a:gd name="connsiteY23" fmla="*/ 780524 h 1179734"/>
                    <a:gd name="connsiteX24" fmla="*/ 1651819 w 2005781"/>
                    <a:gd name="connsiteY24" fmla="*/ 1016498 h 1179734"/>
                    <a:gd name="connsiteX25" fmla="*/ 1710813 w 2005781"/>
                    <a:gd name="connsiteY25" fmla="*/ 692033 h 1179734"/>
                    <a:gd name="connsiteX26" fmla="*/ 1799303 w 2005781"/>
                    <a:gd name="connsiteY26" fmla="*/ 883762 h 1179734"/>
                    <a:gd name="connsiteX27" fmla="*/ 1858297 w 2005781"/>
                    <a:gd name="connsiteY27" fmla="*/ 780524 h 1179734"/>
                    <a:gd name="connsiteX28" fmla="*/ 1946787 w 2005781"/>
                    <a:gd name="connsiteY28" fmla="*/ 928007 h 1179734"/>
                    <a:gd name="connsiteX29" fmla="*/ 2005781 w 2005781"/>
                    <a:gd name="connsiteY29" fmla="*/ 810020 h 11797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005781" h="1179734">
                      <a:moveTo>
                        <a:pt x="0" y="780524"/>
                      </a:moveTo>
                      <a:cubicBezTo>
                        <a:pt x="23351" y="656391"/>
                        <a:pt x="46703" y="532259"/>
                        <a:pt x="73742" y="559298"/>
                      </a:cubicBezTo>
                      <a:cubicBezTo>
                        <a:pt x="100781" y="586337"/>
                        <a:pt x="132735" y="928008"/>
                        <a:pt x="162232" y="942756"/>
                      </a:cubicBezTo>
                      <a:cubicBezTo>
                        <a:pt x="191729" y="957504"/>
                        <a:pt x="221225" y="655162"/>
                        <a:pt x="250722" y="647788"/>
                      </a:cubicBezTo>
                      <a:cubicBezTo>
                        <a:pt x="280219" y="640414"/>
                        <a:pt x="309716" y="893595"/>
                        <a:pt x="339213" y="898511"/>
                      </a:cubicBezTo>
                      <a:cubicBezTo>
                        <a:pt x="368710" y="903427"/>
                        <a:pt x="400664" y="684659"/>
                        <a:pt x="427703" y="677285"/>
                      </a:cubicBezTo>
                      <a:cubicBezTo>
                        <a:pt x="454742" y="669911"/>
                        <a:pt x="471948" y="851807"/>
                        <a:pt x="501445" y="854265"/>
                      </a:cubicBezTo>
                      <a:cubicBezTo>
                        <a:pt x="530942" y="856723"/>
                        <a:pt x="577645" y="694491"/>
                        <a:pt x="604684" y="692033"/>
                      </a:cubicBezTo>
                      <a:cubicBezTo>
                        <a:pt x="631723" y="689575"/>
                        <a:pt x="644013" y="854265"/>
                        <a:pt x="663677" y="839517"/>
                      </a:cubicBezTo>
                      <a:cubicBezTo>
                        <a:pt x="683342" y="824769"/>
                        <a:pt x="703007" y="606001"/>
                        <a:pt x="722671" y="603543"/>
                      </a:cubicBezTo>
                      <a:cubicBezTo>
                        <a:pt x="742335" y="601085"/>
                        <a:pt x="762000" y="802647"/>
                        <a:pt x="781664" y="824769"/>
                      </a:cubicBezTo>
                      <a:cubicBezTo>
                        <a:pt x="801328" y="846891"/>
                        <a:pt x="820993" y="684659"/>
                        <a:pt x="840658" y="736278"/>
                      </a:cubicBezTo>
                      <a:cubicBezTo>
                        <a:pt x="860323" y="787897"/>
                        <a:pt x="879988" y="1254930"/>
                        <a:pt x="899652" y="1134485"/>
                      </a:cubicBezTo>
                      <a:cubicBezTo>
                        <a:pt x="919317" y="1014040"/>
                        <a:pt x="934065" y="119304"/>
                        <a:pt x="958645" y="13607"/>
                      </a:cubicBezTo>
                      <a:cubicBezTo>
                        <a:pt x="983225" y="-92090"/>
                        <a:pt x="1020096" y="451143"/>
                        <a:pt x="1047135" y="500304"/>
                      </a:cubicBezTo>
                      <a:cubicBezTo>
                        <a:pt x="1074174" y="549465"/>
                        <a:pt x="1101213" y="281536"/>
                        <a:pt x="1120877" y="308575"/>
                      </a:cubicBezTo>
                      <a:cubicBezTo>
                        <a:pt x="1140541" y="335614"/>
                        <a:pt x="1145458" y="635497"/>
                        <a:pt x="1165122" y="662536"/>
                      </a:cubicBezTo>
                      <a:cubicBezTo>
                        <a:pt x="1184786" y="689575"/>
                        <a:pt x="1214283" y="424104"/>
                        <a:pt x="1238864" y="470807"/>
                      </a:cubicBezTo>
                      <a:cubicBezTo>
                        <a:pt x="1263445" y="517510"/>
                        <a:pt x="1290483" y="896053"/>
                        <a:pt x="1312606" y="942756"/>
                      </a:cubicBezTo>
                      <a:cubicBezTo>
                        <a:pt x="1334729" y="989459"/>
                        <a:pt x="1354393" y="736279"/>
                        <a:pt x="1371600" y="751027"/>
                      </a:cubicBezTo>
                      <a:cubicBezTo>
                        <a:pt x="1388807" y="765775"/>
                        <a:pt x="1401097" y="1006665"/>
                        <a:pt x="1415845" y="1031246"/>
                      </a:cubicBezTo>
                      <a:cubicBezTo>
                        <a:pt x="1430593" y="1055827"/>
                        <a:pt x="1440426" y="873930"/>
                        <a:pt x="1460090" y="898511"/>
                      </a:cubicBezTo>
                      <a:cubicBezTo>
                        <a:pt x="1479754" y="923092"/>
                        <a:pt x="1511709" y="1198395"/>
                        <a:pt x="1533832" y="1178730"/>
                      </a:cubicBezTo>
                      <a:cubicBezTo>
                        <a:pt x="1555955" y="1159065"/>
                        <a:pt x="1573162" y="807563"/>
                        <a:pt x="1592826" y="780524"/>
                      </a:cubicBezTo>
                      <a:cubicBezTo>
                        <a:pt x="1612490" y="753485"/>
                        <a:pt x="1632155" y="1031247"/>
                        <a:pt x="1651819" y="1016498"/>
                      </a:cubicBezTo>
                      <a:cubicBezTo>
                        <a:pt x="1671484" y="1001750"/>
                        <a:pt x="1686232" y="714156"/>
                        <a:pt x="1710813" y="692033"/>
                      </a:cubicBezTo>
                      <a:cubicBezTo>
                        <a:pt x="1735394" y="669910"/>
                        <a:pt x="1774722" y="869014"/>
                        <a:pt x="1799303" y="883762"/>
                      </a:cubicBezTo>
                      <a:cubicBezTo>
                        <a:pt x="1823884" y="898511"/>
                        <a:pt x="1833716" y="773150"/>
                        <a:pt x="1858297" y="780524"/>
                      </a:cubicBezTo>
                      <a:cubicBezTo>
                        <a:pt x="1882878" y="787898"/>
                        <a:pt x="1922206" y="923091"/>
                        <a:pt x="1946787" y="928007"/>
                      </a:cubicBezTo>
                      <a:cubicBezTo>
                        <a:pt x="1971368" y="932923"/>
                        <a:pt x="1988574" y="871471"/>
                        <a:pt x="2005781" y="810020"/>
                      </a:cubicBezTo>
                    </a:path>
                  </a:pathLst>
                </a:custGeom>
                <a:noFill/>
                <a:ln w="19050"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sz="1200"/>
                </a:p>
              </p:txBody>
            </p:sp>
          </p:grpSp>
        </p:grpSp>
        <p:grpSp>
          <p:nvGrpSpPr>
            <p:cNvPr id="221" name="Groupe 220">
              <a:extLst>
                <a:ext uri="{FF2B5EF4-FFF2-40B4-BE49-F238E27FC236}">
                  <a16:creationId xmlns:a16="http://schemas.microsoft.com/office/drawing/2014/main" id="{A765106E-F8D8-4565-8865-14E0FCCEE5C7}"/>
                </a:ext>
              </a:extLst>
            </p:cNvPr>
            <p:cNvGrpSpPr/>
            <p:nvPr/>
          </p:nvGrpSpPr>
          <p:grpSpPr>
            <a:xfrm>
              <a:off x="11838460" y="884670"/>
              <a:ext cx="1478280" cy="1559990"/>
              <a:chOff x="4948399" y="2395826"/>
              <a:chExt cx="2211752" cy="2494890"/>
            </a:xfrm>
          </p:grpSpPr>
          <p:sp>
            <p:nvSpPr>
              <p:cNvPr id="222" name="Hexagone 221">
                <a:extLst>
                  <a:ext uri="{FF2B5EF4-FFF2-40B4-BE49-F238E27FC236}">
                    <a16:creationId xmlns:a16="http://schemas.microsoft.com/office/drawing/2014/main" id="{FE34EF5D-DA91-4F2B-BFB2-C00D1A2A70EB}"/>
                  </a:ext>
                </a:extLst>
              </p:cNvPr>
              <p:cNvSpPr/>
              <p:nvPr/>
            </p:nvSpPr>
            <p:spPr>
              <a:xfrm rot="16200000">
                <a:off x="4789673" y="2651114"/>
                <a:ext cx="2494890" cy="1984313"/>
              </a:xfrm>
              <a:prstGeom prst="hexagon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2000"/>
              </a:p>
            </p:txBody>
          </p:sp>
          <p:grpSp>
            <p:nvGrpSpPr>
              <p:cNvPr id="223" name="Groupe 222">
                <a:extLst>
                  <a:ext uri="{FF2B5EF4-FFF2-40B4-BE49-F238E27FC236}">
                    <a16:creationId xmlns:a16="http://schemas.microsoft.com/office/drawing/2014/main" id="{C4ED8CFC-B7AD-4789-A200-8678358BA205}"/>
                  </a:ext>
                </a:extLst>
              </p:cNvPr>
              <p:cNvGrpSpPr/>
              <p:nvPr/>
            </p:nvGrpSpPr>
            <p:grpSpPr>
              <a:xfrm>
                <a:off x="5540901" y="2897849"/>
                <a:ext cx="1619250" cy="1062302"/>
                <a:chOff x="4636405" y="2305050"/>
                <a:chExt cx="1619250" cy="1062302"/>
              </a:xfrm>
              <a:scene3d>
                <a:camera prst="isometricLeftDown"/>
                <a:lightRig rig="threePt" dir="t"/>
              </a:scene3d>
            </p:grpSpPr>
            <p:sp>
              <p:nvSpPr>
                <p:cNvPr id="288" name="Rectangle 287">
                  <a:extLst>
                    <a:ext uri="{FF2B5EF4-FFF2-40B4-BE49-F238E27FC236}">
                      <a16:creationId xmlns:a16="http://schemas.microsoft.com/office/drawing/2014/main" id="{663818CF-D255-4C02-B6F9-12E4D0FCBA0A}"/>
                    </a:ext>
                  </a:extLst>
                </p:cNvPr>
                <p:cNvSpPr/>
                <p:nvPr/>
              </p:nvSpPr>
              <p:spPr>
                <a:xfrm>
                  <a:off x="4636405" y="2305050"/>
                  <a:ext cx="1619250" cy="1062302"/>
                </a:xfrm>
                <a:prstGeom prst="rect">
                  <a:avLst/>
                </a:prstGeom>
                <a:solidFill>
                  <a:srgbClr val="CC99FF">
                    <a:alpha val="40000"/>
                  </a:srgbClr>
                </a:solidFill>
                <a:ln>
                  <a:solidFill>
                    <a:srgbClr val="D491F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2000"/>
                </a:p>
              </p:txBody>
            </p:sp>
            <p:grpSp>
              <p:nvGrpSpPr>
                <p:cNvPr id="289" name="Groupe 288">
                  <a:extLst>
                    <a:ext uri="{FF2B5EF4-FFF2-40B4-BE49-F238E27FC236}">
                      <a16:creationId xmlns:a16="http://schemas.microsoft.com/office/drawing/2014/main" id="{64913871-76C7-409A-AFB5-00078461AC7E}"/>
                    </a:ext>
                  </a:extLst>
                </p:cNvPr>
                <p:cNvGrpSpPr/>
                <p:nvPr/>
              </p:nvGrpSpPr>
              <p:grpSpPr>
                <a:xfrm>
                  <a:off x="4785610" y="2392453"/>
                  <a:ext cx="1312598" cy="856589"/>
                  <a:chOff x="2132410" y="1842339"/>
                  <a:chExt cx="1312598" cy="856589"/>
                </a:xfrm>
              </p:grpSpPr>
              <p:sp>
                <p:nvSpPr>
                  <p:cNvPr id="290" name="Rectangle 289">
                    <a:extLst>
                      <a:ext uri="{FF2B5EF4-FFF2-40B4-BE49-F238E27FC236}">
                        <a16:creationId xmlns:a16="http://schemas.microsoft.com/office/drawing/2014/main" id="{E447C84F-F16B-45A3-8D9B-82AD936F8883}"/>
                      </a:ext>
                    </a:extLst>
                  </p:cNvPr>
                  <p:cNvSpPr/>
                  <p:nvPr/>
                </p:nvSpPr>
                <p:spPr>
                  <a:xfrm>
                    <a:off x="2702831" y="1842339"/>
                    <a:ext cx="180000" cy="180000"/>
                  </a:xfrm>
                  <a:prstGeom prst="rect">
                    <a:avLst/>
                  </a:prstGeom>
                  <a:solidFill>
                    <a:srgbClr val="00B0F0">
                      <a:alpha val="41176"/>
                    </a:srgb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2000"/>
                  </a:p>
                </p:txBody>
              </p:sp>
              <p:sp>
                <p:nvSpPr>
                  <p:cNvPr id="291" name="Rectangle 290">
                    <a:extLst>
                      <a:ext uri="{FF2B5EF4-FFF2-40B4-BE49-F238E27FC236}">
                        <a16:creationId xmlns:a16="http://schemas.microsoft.com/office/drawing/2014/main" id="{A1737BDA-C62C-4624-A153-EAA7FF1DBEC3}"/>
                      </a:ext>
                    </a:extLst>
                  </p:cNvPr>
                  <p:cNvSpPr/>
                  <p:nvPr/>
                </p:nvSpPr>
                <p:spPr>
                  <a:xfrm>
                    <a:off x="2386334" y="2212453"/>
                    <a:ext cx="180000" cy="180000"/>
                  </a:xfrm>
                  <a:prstGeom prst="rect">
                    <a:avLst/>
                  </a:prstGeom>
                  <a:solidFill>
                    <a:srgbClr val="00B0F0">
                      <a:alpha val="41176"/>
                    </a:srgb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2000"/>
                  </a:p>
                </p:txBody>
              </p:sp>
              <p:sp>
                <p:nvSpPr>
                  <p:cNvPr id="292" name="Rectangle 291">
                    <a:extLst>
                      <a:ext uri="{FF2B5EF4-FFF2-40B4-BE49-F238E27FC236}">
                        <a16:creationId xmlns:a16="http://schemas.microsoft.com/office/drawing/2014/main" id="{2901086A-43E3-4546-B5A3-C6ECB608DE2E}"/>
                      </a:ext>
                    </a:extLst>
                  </p:cNvPr>
                  <p:cNvSpPr/>
                  <p:nvPr/>
                </p:nvSpPr>
                <p:spPr>
                  <a:xfrm>
                    <a:off x="3070490" y="2212453"/>
                    <a:ext cx="180000" cy="180000"/>
                  </a:xfrm>
                  <a:prstGeom prst="rect">
                    <a:avLst/>
                  </a:prstGeom>
                  <a:solidFill>
                    <a:srgbClr val="00B0F0">
                      <a:alpha val="41176"/>
                    </a:srgb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2000"/>
                  </a:p>
                </p:txBody>
              </p:sp>
              <p:cxnSp>
                <p:nvCxnSpPr>
                  <p:cNvPr id="293" name="Connecteur : en angle 292">
                    <a:extLst>
                      <a:ext uri="{FF2B5EF4-FFF2-40B4-BE49-F238E27FC236}">
                        <a16:creationId xmlns:a16="http://schemas.microsoft.com/office/drawing/2014/main" id="{E77D8ACF-06AB-4C9A-8D16-24BFC9B702C3}"/>
                      </a:ext>
                    </a:extLst>
                  </p:cNvPr>
                  <p:cNvCxnSpPr>
                    <a:stCxn id="290" idx="2"/>
                    <a:endCxn id="292" idx="0"/>
                  </p:cNvCxnSpPr>
                  <p:nvPr/>
                </p:nvCxnSpPr>
                <p:spPr>
                  <a:xfrm rot="16200000" flipH="1">
                    <a:off x="2881603" y="1933566"/>
                    <a:ext cx="190114" cy="367659"/>
                  </a:xfrm>
                  <a:prstGeom prst="bentConnector3">
                    <a:avLst/>
                  </a:prstGeom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4" name="Connecteur : en angle 293">
                    <a:extLst>
                      <a:ext uri="{FF2B5EF4-FFF2-40B4-BE49-F238E27FC236}">
                        <a16:creationId xmlns:a16="http://schemas.microsoft.com/office/drawing/2014/main" id="{B5594F89-1081-4D06-9B12-4D184561EFCA}"/>
                      </a:ext>
                    </a:extLst>
                  </p:cNvPr>
                  <p:cNvCxnSpPr>
                    <a:cxnSpLocks/>
                    <a:stCxn id="290" idx="2"/>
                    <a:endCxn id="291" idx="0"/>
                  </p:cNvCxnSpPr>
                  <p:nvPr/>
                </p:nvCxnSpPr>
                <p:spPr>
                  <a:xfrm rot="5400000">
                    <a:off x="2539526" y="1959148"/>
                    <a:ext cx="190114" cy="316497"/>
                  </a:xfrm>
                  <a:prstGeom prst="bentConnector3">
                    <a:avLst>
                      <a:gd name="adj1" fmla="val 50000"/>
                    </a:avLst>
                  </a:prstGeom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95" name="Ellipse 294">
                    <a:extLst>
                      <a:ext uri="{FF2B5EF4-FFF2-40B4-BE49-F238E27FC236}">
                        <a16:creationId xmlns:a16="http://schemas.microsoft.com/office/drawing/2014/main" id="{67240A8B-7BE6-4830-93F5-8A765BAD66CB}"/>
                      </a:ext>
                    </a:extLst>
                  </p:cNvPr>
                  <p:cNvSpPr/>
                  <p:nvPr/>
                </p:nvSpPr>
                <p:spPr>
                  <a:xfrm>
                    <a:off x="2893020" y="2518928"/>
                    <a:ext cx="180000" cy="180000"/>
                  </a:xfrm>
                  <a:prstGeom prst="ellipse">
                    <a:avLst/>
                  </a:prstGeom>
                  <a:solidFill>
                    <a:srgbClr val="00B050">
                      <a:alpha val="41176"/>
                    </a:srgb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2000"/>
                  </a:p>
                </p:txBody>
              </p:sp>
              <p:sp>
                <p:nvSpPr>
                  <p:cNvPr id="296" name="Ellipse 295">
                    <a:extLst>
                      <a:ext uri="{FF2B5EF4-FFF2-40B4-BE49-F238E27FC236}">
                        <a16:creationId xmlns:a16="http://schemas.microsoft.com/office/drawing/2014/main" id="{C27D87CC-5C08-49AD-8C28-495D83163AE2}"/>
                      </a:ext>
                    </a:extLst>
                  </p:cNvPr>
                  <p:cNvSpPr/>
                  <p:nvPr/>
                </p:nvSpPr>
                <p:spPr>
                  <a:xfrm>
                    <a:off x="3265008" y="2518928"/>
                    <a:ext cx="180000" cy="180000"/>
                  </a:xfrm>
                  <a:prstGeom prst="ellipse">
                    <a:avLst/>
                  </a:prstGeom>
                  <a:solidFill>
                    <a:srgbClr val="00B050">
                      <a:alpha val="41176"/>
                    </a:srgb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2000"/>
                  </a:p>
                </p:txBody>
              </p:sp>
              <p:sp>
                <p:nvSpPr>
                  <p:cNvPr id="297" name="Ellipse 296">
                    <a:extLst>
                      <a:ext uri="{FF2B5EF4-FFF2-40B4-BE49-F238E27FC236}">
                        <a16:creationId xmlns:a16="http://schemas.microsoft.com/office/drawing/2014/main" id="{767D8C73-E07F-41BE-BAE3-E7FFEAF5B563}"/>
                      </a:ext>
                    </a:extLst>
                  </p:cNvPr>
                  <p:cNvSpPr/>
                  <p:nvPr/>
                </p:nvSpPr>
                <p:spPr>
                  <a:xfrm>
                    <a:off x="2132410" y="2492568"/>
                    <a:ext cx="180000" cy="180000"/>
                  </a:xfrm>
                  <a:prstGeom prst="ellipse">
                    <a:avLst/>
                  </a:prstGeom>
                  <a:solidFill>
                    <a:srgbClr val="00B050">
                      <a:alpha val="41176"/>
                    </a:srgb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2000"/>
                  </a:p>
                </p:txBody>
              </p:sp>
              <p:sp>
                <p:nvSpPr>
                  <p:cNvPr id="298" name="Ellipse 297">
                    <a:extLst>
                      <a:ext uri="{FF2B5EF4-FFF2-40B4-BE49-F238E27FC236}">
                        <a16:creationId xmlns:a16="http://schemas.microsoft.com/office/drawing/2014/main" id="{91155731-B295-4DEB-B7AD-8D56B9321CFC}"/>
                      </a:ext>
                    </a:extLst>
                  </p:cNvPr>
                  <p:cNvSpPr/>
                  <p:nvPr/>
                </p:nvSpPr>
                <p:spPr>
                  <a:xfrm>
                    <a:off x="2604070" y="2518928"/>
                    <a:ext cx="180000" cy="180000"/>
                  </a:xfrm>
                  <a:prstGeom prst="ellipse">
                    <a:avLst/>
                  </a:prstGeom>
                  <a:solidFill>
                    <a:srgbClr val="FF0000">
                      <a:alpha val="41176"/>
                    </a:srgb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2000"/>
                  </a:p>
                </p:txBody>
              </p:sp>
              <p:cxnSp>
                <p:nvCxnSpPr>
                  <p:cNvPr id="299" name="Connecteur droit 298">
                    <a:extLst>
                      <a:ext uri="{FF2B5EF4-FFF2-40B4-BE49-F238E27FC236}">
                        <a16:creationId xmlns:a16="http://schemas.microsoft.com/office/drawing/2014/main" id="{5A9C2B42-6D8C-4F33-9ACA-1BCF39CCF1DD}"/>
                      </a:ext>
                    </a:extLst>
                  </p:cNvPr>
                  <p:cNvCxnSpPr>
                    <a:stCxn id="291" idx="2"/>
                    <a:endCxn id="297" idx="7"/>
                  </p:cNvCxnSpPr>
                  <p:nvPr/>
                </p:nvCxnSpPr>
                <p:spPr>
                  <a:xfrm flipH="1">
                    <a:off x="2286050" y="2392453"/>
                    <a:ext cx="190284" cy="126475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0" name="Connecteur droit 299">
                    <a:extLst>
                      <a:ext uri="{FF2B5EF4-FFF2-40B4-BE49-F238E27FC236}">
                        <a16:creationId xmlns:a16="http://schemas.microsoft.com/office/drawing/2014/main" id="{985693AD-2E3E-4329-9BBE-E998D4AD62EE}"/>
                      </a:ext>
                    </a:extLst>
                  </p:cNvPr>
                  <p:cNvCxnSpPr>
                    <a:cxnSpLocks/>
                    <a:stCxn id="291" idx="2"/>
                    <a:endCxn id="298" idx="1"/>
                  </p:cNvCxnSpPr>
                  <p:nvPr/>
                </p:nvCxnSpPr>
                <p:spPr>
                  <a:xfrm>
                    <a:off x="2476334" y="2392453"/>
                    <a:ext cx="154096" cy="152835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1" name="Connecteur droit 300">
                    <a:extLst>
                      <a:ext uri="{FF2B5EF4-FFF2-40B4-BE49-F238E27FC236}">
                        <a16:creationId xmlns:a16="http://schemas.microsoft.com/office/drawing/2014/main" id="{CF96F6AF-DCD7-43FC-AECA-052A594F28DE}"/>
                      </a:ext>
                    </a:extLst>
                  </p:cNvPr>
                  <p:cNvCxnSpPr>
                    <a:cxnSpLocks/>
                    <a:stCxn id="295" idx="7"/>
                    <a:endCxn id="292" idx="2"/>
                  </p:cNvCxnSpPr>
                  <p:nvPr/>
                </p:nvCxnSpPr>
                <p:spPr>
                  <a:xfrm flipV="1">
                    <a:off x="3046660" y="2392453"/>
                    <a:ext cx="113830" cy="152835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2" name="Connecteur droit 301">
                    <a:extLst>
                      <a:ext uri="{FF2B5EF4-FFF2-40B4-BE49-F238E27FC236}">
                        <a16:creationId xmlns:a16="http://schemas.microsoft.com/office/drawing/2014/main" id="{20D1B587-EF19-45B0-BBDA-E7187BF2E183}"/>
                      </a:ext>
                    </a:extLst>
                  </p:cNvPr>
                  <p:cNvCxnSpPr>
                    <a:cxnSpLocks/>
                    <a:stCxn id="292" idx="2"/>
                    <a:endCxn id="296" idx="1"/>
                  </p:cNvCxnSpPr>
                  <p:nvPr/>
                </p:nvCxnSpPr>
                <p:spPr>
                  <a:xfrm>
                    <a:off x="3160490" y="2392453"/>
                    <a:ext cx="130878" cy="152835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24" name="Groupe 223">
                <a:extLst>
                  <a:ext uri="{FF2B5EF4-FFF2-40B4-BE49-F238E27FC236}">
                    <a16:creationId xmlns:a16="http://schemas.microsoft.com/office/drawing/2014/main" id="{87B4CDB5-A7D0-4286-8A3B-266A182B352F}"/>
                  </a:ext>
                </a:extLst>
              </p:cNvPr>
              <p:cNvGrpSpPr/>
              <p:nvPr/>
            </p:nvGrpSpPr>
            <p:grpSpPr>
              <a:xfrm>
                <a:off x="5385700" y="3026125"/>
                <a:ext cx="1619250" cy="1062302"/>
                <a:chOff x="4636405" y="2305050"/>
                <a:chExt cx="1619250" cy="1062302"/>
              </a:xfrm>
              <a:scene3d>
                <a:camera prst="isometricLeftDown"/>
                <a:lightRig rig="threePt" dir="t"/>
              </a:scene3d>
            </p:grpSpPr>
            <p:sp>
              <p:nvSpPr>
                <p:cNvPr id="273" name="Rectangle 272">
                  <a:extLst>
                    <a:ext uri="{FF2B5EF4-FFF2-40B4-BE49-F238E27FC236}">
                      <a16:creationId xmlns:a16="http://schemas.microsoft.com/office/drawing/2014/main" id="{EBDBA4BB-7CCC-4913-B786-AC83AFB035DD}"/>
                    </a:ext>
                  </a:extLst>
                </p:cNvPr>
                <p:cNvSpPr/>
                <p:nvPr/>
              </p:nvSpPr>
              <p:spPr>
                <a:xfrm>
                  <a:off x="4636405" y="2305050"/>
                  <a:ext cx="1619250" cy="1062302"/>
                </a:xfrm>
                <a:prstGeom prst="rect">
                  <a:avLst/>
                </a:prstGeom>
                <a:solidFill>
                  <a:srgbClr val="FF9999">
                    <a:alpha val="40000"/>
                  </a:srgbClr>
                </a:solidFill>
                <a:ln>
                  <a:solidFill>
                    <a:srgbClr val="FF7C8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2000"/>
                </a:p>
              </p:txBody>
            </p:sp>
            <p:grpSp>
              <p:nvGrpSpPr>
                <p:cNvPr id="274" name="Groupe 273">
                  <a:extLst>
                    <a:ext uri="{FF2B5EF4-FFF2-40B4-BE49-F238E27FC236}">
                      <a16:creationId xmlns:a16="http://schemas.microsoft.com/office/drawing/2014/main" id="{3CCA95DC-1690-43CE-AE49-C0A461884829}"/>
                    </a:ext>
                  </a:extLst>
                </p:cNvPr>
                <p:cNvGrpSpPr/>
                <p:nvPr/>
              </p:nvGrpSpPr>
              <p:grpSpPr>
                <a:xfrm>
                  <a:off x="4785610" y="2392453"/>
                  <a:ext cx="1312598" cy="856589"/>
                  <a:chOff x="2132410" y="1842339"/>
                  <a:chExt cx="1312598" cy="856589"/>
                </a:xfrm>
              </p:grpSpPr>
              <p:sp>
                <p:nvSpPr>
                  <p:cNvPr id="275" name="Rectangle 274">
                    <a:extLst>
                      <a:ext uri="{FF2B5EF4-FFF2-40B4-BE49-F238E27FC236}">
                        <a16:creationId xmlns:a16="http://schemas.microsoft.com/office/drawing/2014/main" id="{D9D3D810-E03D-483C-8358-83FB33C7CE23}"/>
                      </a:ext>
                    </a:extLst>
                  </p:cNvPr>
                  <p:cNvSpPr/>
                  <p:nvPr/>
                </p:nvSpPr>
                <p:spPr>
                  <a:xfrm>
                    <a:off x="2702831" y="1842339"/>
                    <a:ext cx="180000" cy="180000"/>
                  </a:xfrm>
                  <a:prstGeom prst="rect">
                    <a:avLst/>
                  </a:prstGeom>
                  <a:solidFill>
                    <a:srgbClr val="00B0F0">
                      <a:alpha val="41176"/>
                    </a:srgb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2000"/>
                  </a:p>
                </p:txBody>
              </p:sp>
              <p:sp>
                <p:nvSpPr>
                  <p:cNvPr id="276" name="Rectangle 275">
                    <a:extLst>
                      <a:ext uri="{FF2B5EF4-FFF2-40B4-BE49-F238E27FC236}">
                        <a16:creationId xmlns:a16="http://schemas.microsoft.com/office/drawing/2014/main" id="{0F41E791-A7B0-4EA4-BD3E-C809720A4007}"/>
                      </a:ext>
                    </a:extLst>
                  </p:cNvPr>
                  <p:cNvSpPr/>
                  <p:nvPr/>
                </p:nvSpPr>
                <p:spPr>
                  <a:xfrm>
                    <a:off x="2386334" y="2212453"/>
                    <a:ext cx="180000" cy="180000"/>
                  </a:xfrm>
                  <a:prstGeom prst="rect">
                    <a:avLst/>
                  </a:prstGeom>
                  <a:solidFill>
                    <a:srgbClr val="00B0F0">
                      <a:alpha val="41176"/>
                    </a:srgb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2000"/>
                  </a:p>
                </p:txBody>
              </p:sp>
              <p:sp>
                <p:nvSpPr>
                  <p:cNvPr id="277" name="Rectangle 276">
                    <a:extLst>
                      <a:ext uri="{FF2B5EF4-FFF2-40B4-BE49-F238E27FC236}">
                        <a16:creationId xmlns:a16="http://schemas.microsoft.com/office/drawing/2014/main" id="{FB2DE398-07E9-4CA8-A9FC-508411BD628B}"/>
                      </a:ext>
                    </a:extLst>
                  </p:cNvPr>
                  <p:cNvSpPr/>
                  <p:nvPr/>
                </p:nvSpPr>
                <p:spPr>
                  <a:xfrm>
                    <a:off x="3070490" y="2212453"/>
                    <a:ext cx="180000" cy="180000"/>
                  </a:xfrm>
                  <a:prstGeom prst="rect">
                    <a:avLst/>
                  </a:prstGeom>
                  <a:solidFill>
                    <a:srgbClr val="00B0F0">
                      <a:alpha val="41176"/>
                    </a:srgb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2000"/>
                  </a:p>
                </p:txBody>
              </p:sp>
              <p:cxnSp>
                <p:nvCxnSpPr>
                  <p:cNvPr id="278" name="Connecteur : en angle 277">
                    <a:extLst>
                      <a:ext uri="{FF2B5EF4-FFF2-40B4-BE49-F238E27FC236}">
                        <a16:creationId xmlns:a16="http://schemas.microsoft.com/office/drawing/2014/main" id="{8225969A-DB19-43ED-AAA1-55B4C11CEBFB}"/>
                      </a:ext>
                    </a:extLst>
                  </p:cNvPr>
                  <p:cNvCxnSpPr>
                    <a:stCxn id="275" idx="2"/>
                    <a:endCxn id="277" idx="0"/>
                  </p:cNvCxnSpPr>
                  <p:nvPr/>
                </p:nvCxnSpPr>
                <p:spPr>
                  <a:xfrm rot="16200000" flipH="1">
                    <a:off x="2881603" y="1933566"/>
                    <a:ext cx="190114" cy="367659"/>
                  </a:xfrm>
                  <a:prstGeom prst="bentConnector3">
                    <a:avLst/>
                  </a:prstGeom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9" name="Connecteur : en angle 278">
                    <a:extLst>
                      <a:ext uri="{FF2B5EF4-FFF2-40B4-BE49-F238E27FC236}">
                        <a16:creationId xmlns:a16="http://schemas.microsoft.com/office/drawing/2014/main" id="{B660568D-9F52-4B60-BBAE-D112C813CF45}"/>
                      </a:ext>
                    </a:extLst>
                  </p:cNvPr>
                  <p:cNvCxnSpPr>
                    <a:cxnSpLocks/>
                    <a:stCxn id="275" idx="2"/>
                    <a:endCxn id="276" idx="0"/>
                  </p:cNvCxnSpPr>
                  <p:nvPr/>
                </p:nvCxnSpPr>
                <p:spPr>
                  <a:xfrm rot="5400000">
                    <a:off x="2539526" y="1959148"/>
                    <a:ext cx="190114" cy="316497"/>
                  </a:xfrm>
                  <a:prstGeom prst="bentConnector3">
                    <a:avLst>
                      <a:gd name="adj1" fmla="val 50000"/>
                    </a:avLst>
                  </a:prstGeom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80" name="Ellipse 279">
                    <a:extLst>
                      <a:ext uri="{FF2B5EF4-FFF2-40B4-BE49-F238E27FC236}">
                        <a16:creationId xmlns:a16="http://schemas.microsoft.com/office/drawing/2014/main" id="{E098A41D-D7A1-4C7D-8DA7-1C901281B1DB}"/>
                      </a:ext>
                    </a:extLst>
                  </p:cNvPr>
                  <p:cNvSpPr/>
                  <p:nvPr/>
                </p:nvSpPr>
                <p:spPr>
                  <a:xfrm>
                    <a:off x="2893020" y="2518928"/>
                    <a:ext cx="180000" cy="180000"/>
                  </a:xfrm>
                  <a:prstGeom prst="ellipse">
                    <a:avLst/>
                  </a:prstGeom>
                  <a:solidFill>
                    <a:srgbClr val="00B050">
                      <a:alpha val="41176"/>
                    </a:srgb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2000"/>
                  </a:p>
                </p:txBody>
              </p:sp>
              <p:sp>
                <p:nvSpPr>
                  <p:cNvPr id="281" name="Ellipse 280">
                    <a:extLst>
                      <a:ext uri="{FF2B5EF4-FFF2-40B4-BE49-F238E27FC236}">
                        <a16:creationId xmlns:a16="http://schemas.microsoft.com/office/drawing/2014/main" id="{E2B56EE6-0A88-4881-B937-176F87822EB8}"/>
                      </a:ext>
                    </a:extLst>
                  </p:cNvPr>
                  <p:cNvSpPr/>
                  <p:nvPr/>
                </p:nvSpPr>
                <p:spPr>
                  <a:xfrm>
                    <a:off x="3265008" y="2518928"/>
                    <a:ext cx="180000" cy="180000"/>
                  </a:xfrm>
                  <a:prstGeom prst="ellipse">
                    <a:avLst/>
                  </a:prstGeom>
                  <a:solidFill>
                    <a:srgbClr val="00B050">
                      <a:alpha val="41176"/>
                    </a:srgb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2000"/>
                  </a:p>
                </p:txBody>
              </p:sp>
              <p:sp>
                <p:nvSpPr>
                  <p:cNvPr id="282" name="Ellipse 281">
                    <a:extLst>
                      <a:ext uri="{FF2B5EF4-FFF2-40B4-BE49-F238E27FC236}">
                        <a16:creationId xmlns:a16="http://schemas.microsoft.com/office/drawing/2014/main" id="{2AFD4F1C-04F7-4D07-B019-587A9BEFBEA1}"/>
                      </a:ext>
                    </a:extLst>
                  </p:cNvPr>
                  <p:cNvSpPr/>
                  <p:nvPr/>
                </p:nvSpPr>
                <p:spPr>
                  <a:xfrm>
                    <a:off x="2132410" y="2492568"/>
                    <a:ext cx="180000" cy="180000"/>
                  </a:xfrm>
                  <a:prstGeom prst="ellipse">
                    <a:avLst/>
                  </a:prstGeom>
                  <a:solidFill>
                    <a:srgbClr val="00B050">
                      <a:alpha val="41176"/>
                    </a:srgb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2000"/>
                  </a:p>
                </p:txBody>
              </p:sp>
              <p:sp>
                <p:nvSpPr>
                  <p:cNvPr id="283" name="Ellipse 282">
                    <a:extLst>
                      <a:ext uri="{FF2B5EF4-FFF2-40B4-BE49-F238E27FC236}">
                        <a16:creationId xmlns:a16="http://schemas.microsoft.com/office/drawing/2014/main" id="{C8D84644-9FB9-4CC9-99BD-ABD7FB227641}"/>
                      </a:ext>
                    </a:extLst>
                  </p:cNvPr>
                  <p:cNvSpPr/>
                  <p:nvPr/>
                </p:nvSpPr>
                <p:spPr>
                  <a:xfrm>
                    <a:off x="2604070" y="2518928"/>
                    <a:ext cx="180000" cy="180000"/>
                  </a:xfrm>
                  <a:prstGeom prst="ellipse">
                    <a:avLst/>
                  </a:prstGeom>
                  <a:solidFill>
                    <a:srgbClr val="FF0000">
                      <a:alpha val="41176"/>
                    </a:srgb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2000"/>
                  </a:p>
                </p:txBody>
              </p:sp>
              <p:cxnSp>
                <p:nvCxnSpPr>
                  <p:cNvPr id="284" name="Connecteur droit 283">
                    <a:extLst>
                      <a:ext uri="{FF2B5EF4-FFF2-40B4-BE49-F238E27FC236}">
                        <a16:creationId xmlns:a16="http://schemas.microsoft.com/office/drawing/2014/main" id="{3C22051B-0D7F-4B2F-A15A-7B3BB92B3544}"/>
                      </a:ext>
                    </a:extLst>
                  </p:cNvPr>
                  <p:cNvCxnSpPr>
                    <a:stCxn id="276" idx="2"/>
                    <a:endCxn id="282" idx="7"/>
                  </p:cNvCxnSpPr>
                  <p:nvPr/>
                </p:nvCxnSpPr>
                <p:spPr>
                  <a:xfrm flipH="1">
                    <a:off x="2286050" y="2392453"/>
                    <a:ext cx="190284" cy="126475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5" name="Connecteur droit 284">
                    <a:extLst>
                      <a:ext uri="{FF2B5EF4-FFF2-40B4-BE49-F238E27FC236}">
                        <a16:creationId xmlns:a16="http://schemas.microsoft.com/office/drawing/2014/main" id="{9A2668C9-D19D-490C-82E1-FC0E382A589B}"/>
                      </a:ext>
                    </a:extLst>
                  </p:cNvPr>
                  <p:cNvCxnSpPr>
                    <a:cxnSpLocks/>
                    <a:stCxn id="276" idx="2"/>
                    <a:endCxn id="283" idx="1"/>
                  </p:cNvCxnSpPr>
                  <p:nvPr/>
                </p:nvCxnSpPr>
                <p:spPr>
                  <a:xfrm>
                    <a:off x="2476334" y="2392453"/>
                    <a:ext cx="154096" cy="152835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6" name="Connecteur droit 285">
                    <a:extLst>
                      <a:ext uri="{FF2B5EF4-FFF2-40B4-BE49-F238E27FC236}">
                        <a16:creationId xmlns:a16="http://schemas.microsoft.com/office/drawing/2014/main" id="{41965AE8-740C-466E-A025-0DE0CC2040E2}"/>
                      </a:ext>
                    </a:extLst>
                  </p:cNvPr>
                  <p:cNvCxnSpPr>
                    <a:cxnSpLocks/>
                    <a:stCxn id="280" idx="7"/>
                    <a:endCxn id="277" idx="2"/>
                  </p:cNvCxnSpPr>
                  <p:nvPr/>
                </p:nvCxnSpPr>
                <p:spPr>
                  <a:xfrm flipV="1">
                    <a:off x="3046660" y="2392453"/>
                    <a:ext cx="113830" cy="152835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7" name="Connecteur droit 286">
                    <a:extLst>
                      <a:ext uri="{FF2B5EF4-FFF2-40B4-BE49-F238E27FC236}">
                        <a16:creationId xmlns:a16="http://schemas.microsoft.com/office/drawing/2014/main" id="{44F82F20-E261-41AB-8D88-FA35E0188D64}"/>
                      </a:ext>
                    </a:extLst>
                  </p:cNvPr>
                  <p:cNvCxnSpPr>
                    <a:cxnSpLocks/>
                    <a:stCxn id="277" idx="2"/>
                    <a:endCxn id="281" idx="1"/>
                  </p:cNvCxnSpPr>
                  <p:nvPr/>
                </p:nvCxnSpPr>
                <p:spPr>
                  <a:xfrm>
                    <a:off x="3160490" y="2392453"/>
                    <a:ext cx="130878" cy="152835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25" name="Groupe 224">
                <a:extLst>
                  <a:ext uri="{FF2B5EF4-FFF2-40B4-BE49-F238E27FC236}">
                    <a16:creationId xmlns:a16="http://schemas.microsoft.com/office/drawing/2014/main" id="{FA8CAA76-81B5-4BD5-828F-C33690333E11}"/>
                  </a:ext>
                </a:extLst>
              </p:cNvPr>
              <p:cNvGrpSpPr/>
              <p:nvPr/>
            </p:nvGrpSpPr>
            <p:grpSpPr>
              <a:xfrm>
                <a:off x="5230499" y="3084123"/>
                <a:ext cx="1619250" cy="1062302"/>
                <a:chOff x="4636405" y="2305050"/>
                <a:chExt cx="1619250" cy="1062302"/>
              </a:xfrm>
              <a:scene3d>
                <a:camera prst="isometricLeftDown"/>
                <a:lightRig rig="threePt" dir="t"/>
              </a:scene3d>
            </p:grpSpPr>
            <p:sp>
              <p:nvSpPr>
                <p:cNvPr id="258" name="Rectangle 257">
                  <a:extLst>
                    <a:ext uri="{FF2B5EF4-FFF2-40B4-BE49-F238E27FC236}">
                      <a16:creationId xmlns:a16="http://schemas.microsoft.com/office/drawing/2014/main" id="{32630238-E29C-46C5-B838-C4ABFC040F0F}"/>
                    </a:ext>
                  </a:extLst>
                </p:cNvPr>
                <p:cNvSpPr/>
                <p:nvPr/>
              </p:nvSpPr>
              <p:spPr>
                <a:xfrm>
                  <a:off x="4636405" y="2305050"/>
                  <a:ext cx="1619250" cy="1062302"/>
                </a:xfrm>
                <a:prstGeom prst="rect">
                  <a:avLst/>
                </a:prstGeom>
                <a:solidFill>
                  <a:srgbClr val="FFC000">
                    <a:alpha val="40000"/>
                  </a:srgbClr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2000"/>
                </a:p>
              </p:txBody>
            </p:sp>
            <p:grpSp>
              <p:nvGrpSpPr>
                <p:cNvPr id="259" name="Groupe 258">
                  <a:extLst>
                    <a:ext uri="{FF2B5EF4-FFF2-40B4-BE49-F238E27FC236}">
                      <a16:creationId xmlns:a16="http://schemas.microsoft.com/office/drawing/2014/main" id="{0C59ED93-8128-4450-8702-6108110D497D}"/>
                    </a:ext>
                  </a:extLst>
                </p:cNvPr>
                <p:cNvGrpSpPr/>
                <p:nvPr/>
              </p:nvGrpSpPr>
              <p:grpSpPr>
                <a:xfrm>
                  <a:off x="4785610" y="2392453"/>
                  <a:ext cx="1312598" cy="856589"/>
                  <a:chOff x="2132410" y="1842339"/>
                  <a:chExt cx="1312598" cy="856589"/>
                </a:xfrm>
              </p:grpSpPr>
              <p:sp>
                <p:nvSpPr>
                  <p:cNvPr id="260" name="Rectangle 259">
                    <a:extLst>
                      <a:ext uri="{FF2B5EF4-FFF2-40B4-BE49-F238E27FC236}">
                        <a16:creationId xmlns:a16="http://schemas.microsoft.com/office/drawing/2014/main" id="{86AC5B2E-3031-473A-936B-3AE34DE2567B}"/>
                      </a:ext>
                    </a:extLst>
                  </p:cNvPr>
                  <p:cNvSpPr/>
                  <p:nvPr/>
                </p:nvSpPr>
                <p:spPr>
                  <a:xfrm>
                    <a:off x="2702831" y="1842339"/>
                    <a:ext cx="180000" cy="180000"/>
                  </a:xfrm>
                  <a:prstGeom prst="rect">
                    <a:avLst/>
                  </a:prstGeom>
                  <a:solidFill>
                    <a:srgbClr val="00B0F0">
                      <a:alpha val="41176"/>
                    </a:srgb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2000"/>
                  </a:p>
                </p:txBody>
              </p:sp>
              <p:sp>
                <p:nvSpPr>
                  <p:cNvPr id="261" name="Rectangle 260">
                    <a:extLst>
                      <a:ext uri="{FF2B5EF4-FFF2-40B4-BE49-F238E27FC236}">
                        <a16:creationId xmlns:a16="http://schemas.microsoft.com/office/drawing/2014/main" id="{AD81F45D-5D57-453D-A7EE-F5BE4DFED480}"/>
                      </a:ext>
                    </a:extLst>
                  </p:cNvPr>
                  <p:cNvSpPr/>
                  <p:nvPr/>
                </p:nvSpPr>
                <p:spPr>
                  <a:xfrm>
                    <a:off x="2386334" y="2212453"/>
                    <a:ext cx="180000" cy="180000"/>
                  </a:xfrm>
                  <a:prstGeom prst="rect">
                    <a:avLst/>
                  </a:prstGeom>
                  <a:solidFill>
                    <a:srgbClr val="00B0F0">
                      <a:alpha val="41176"/>
                    </a:srgb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2000"/>
                  </a:p>
                </p:txBody>
              </p:sp>
              <p:sp>
                <p:nvSpPr>
                  <p:cNvPr id="262" name="Rectangle 261">
                    <a:extLst>
                      <a:ext uri="{FF2B5EF4-FFF2-40B4-BE49-F238E27FC236}">
                        <a16:creationId xmlns:a16="http://schemas.microsoft.com/office/drawing/2014/main" id="{EF610F9B-6DB9-41D3-91BE-40DE420A9518}"/>
                      </a:ext>
                    </a:extLst>
                  </p:cNvPr>
                  <p:cNvSpPr/>
                  <p:nvPr/>
                </p:nvSpPr>
                <p:spPr>
                  <a:xfrm>
                    <a:off x="3070490" y="2212453"/>
                    <a:ext cx="180000" cy="180000"/>
                  </a:xfrm>
                  <a:prstGeom prst="rect">
                    <a:avLst/>
                  </a:prstGeom>
                  <a:solidFill>
                    <a:srgbClr val="00B0F0">
                      <a:alpha val="41176"/>
                    </a:srgb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2000"/>
                  </a:p>
                </p:txBody>
              </p:sp>
              <p:cxnSp>
                <p:nvCxnSpPr>
                  <p:cNvPr id="263" name="Connecteur : en angle 262">
                    <a:extLst>
                      <a:ext uri="{FF2B5EF4-FFF2-40B4-BE49-F238E27FC236}">
                        <a16:creationId xmlns:a16="http://schemas.microsoft.com/office/drawing/2014/main" id="{21B17D82-0F5C-4C6C-8207-9CCB7BA74A6B}"/>
                      </a:ext>
                    </a:extLst>
                  </p:cNvPr>
                  <p:cNvCxnSpPr>
                    <a:stCxn id="260" idx="2"/>
                    <a:endCxn id="262" idx="0"/>
                  </p:cNvCxnSpPr>
                  <p:nvPr/>
                </p:nvCxnSpPr>
                <p:spPr>
                  <a:xfrm rot="16200000" flipH="1">
                    <a:off x="2881603" y="1933566"/>
                    <a:ext cx="190114" cy="367659"/>
                  </a:xfrm>
                  <a:prstGeom prst="bentConnector3">
                    <a:avLst/>
                  </a:prstGeom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4" name="Connecteur : en angle 263">
                    <a:extLst>
                      <a:ext uri="{FF2B5EF4-FFF2-40B4-BE49-F238E27FC236}">
                        <a16:creationId xmlns:a16="http://schemas.microsoft.com/office/drawing/2014/main" id="{BD5ED626-3481-4AEC-AD8F-815F47EDC737}"/>
                      </a:ext>
                    </a:extLst>
                  </p:cNvPr>
                  <p:cNvCxnSpPr>
                    <a:cxnSpLocks/>
                    <a:stCxn id="260" idx="2"/>
                    <a:endCxn id="261" idx="0"/>
                  </p:cNvCxnSpPr>
                  <p:nvPr/>
                </p:nvCxnSpPr>
                <p:spPr>
                  <a:xfrm rot="5400000">
                    <a:off x="2539526" y="1959148"/>
                    <a:ext cx="190114" cy="316497"/>
                  </a:xfrm>
                  <a:prstGeom prst="bentConnector3">
                    <a:avLst>
                      <a:gd name="adj1" fmla="val 50000"/>
                    </a:avLst>
                  </a:prstGeom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65" name="Ellipse 264">
                    <a:extLst>
                      <a:ext uri="{FF2B5EF4-FFF2-40B4-BE49-F238E27FC236}">
                        <a16:creationId xmlns:a16="http://schemas.microsoft.com/office/drawing/2014/main" id="{40C618E1-F351-4EE1-A9E9-9E0A87F9D066}"/>
                      </a:ext>
                    </a:extLst>
                  </p:cNvPr>
                  <p:cNvSpPr/>
                  <p:nvPr/>
                </p:nvSpPr>
                <p:spPr>
                  <a:xfrm>
                    <a:off x="2893020" y="2518928"/>
                    <a:ext cx="180000" cy="180000"/>
                  </a:xfrm>
                  <a:prstGeom prst="ellipse">
                    <a:avLst/>
                  </a:prstGeom>
                  <a:solidFill>
                    <a:srgbClr val="00B050">
                      <a:alpha val="41176"/>
                    </a:srgb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2000"/>
                  </a:p>
                </p:txBody>
              </p:sp>
              <p:sp>
                <p:nvSpPr>
                  <p:cNvPr id="266" name="Ellipse 265">
                    <a:extLst>
                      <a:ext uri="{FF2B5EF4-FFF2-40B4-BE49-F238E27FC236}">
                        <a16:creationId xmlns:a16="http://schemas.microsoft.com/office/drawing/2014/main" id="{B0D41639-BD89-41EE-94BE-0A7523B372EB}"/>
                      </a:ext>
                    </a:extLst>
                  </p:cNvPr>
                  <p:cNvSpPr/>
                  <p:nvPr/>
                </p:nvSpPr>
                <p:spPr>
                  <a:xfrm>
                    <a:off x="3265008" y="2518928"/>
                    <a:ext cx="180000" cy="180000"/>
                  </a:xfrm>
                  <a:prstGeom prst="ellipse">
                    <a:avLst/>
                  </a:prstGeom>
                  <a:solidFill>
                    <a:srgbClr val="00B050">
                      <a:alpha val="41176"/>
                    </a:srgb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2000"/>
                  </a:p>
                </p:txBody>
              </p:sp>
              <p:sp>
                <p:nvSpPr>
                  <p:cNvPr id="267" name="Ellipse 266">
                    <a:extLst>
                      <a:ext uri="{FF2B5EF4-FFF2-40B4-BE49-F238E27FC236}">
                        <a16:creationId xmlns:a16="http://schemas.microsoft.com/office/drawing/2014/main" id="{D532F83E-1D97-4859-90AC-BD08EF7C68FC}"/>
                      </a:ext>
                    </a:extLst>
                  </p:cNvPr>
                  <p:cNvSpPr/>
                  <p:nvPr/>
                </p:nvSpPr>
                <p:spPr>
                  <a:xfrm>
                    <a:off x="2132410" y="2492568"/>
                    <a:ext cx="180000" cy="180000"/>
                  </a:xfrm>
                  <a:prstGeom prst="ellipse">
                    <a:avLst/>
                  </a:prstGeom>
                  <a:solidFill>
                    <a:srgbClr val="00B050">
                      <a:alpha val="41176"/>
                    </a:srgb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2000"/>
                  </a:p>
                </p:txBody>
              </p:sp>
              <p:sp>
                <p:nvSpPr>
                  <p:cNvPr id="268" name="Ellipse 267">
                    <a:extLst>
                      <a:ext uri="{FF2B5EF4-FFF2-40B4-BE49-F238E27FC236}">
                        <a16:creationId xmlns:a16="http://schemas.microsoft.com/office/drawing/2014/main" id="{5BCD4C83-5529-4572-81C6-E22C7B750AF3}"/>
                      </a:ext>
                    </a:extLst>
                  </p:cNvPr>
                  <p:cNvSpPr/>
                  <p:nvPr/>
                </p:nvSpPr>
                <p:spPr>
                  <a:xfrm>
                    <a:off x="2604070" y="2518928"/>
                    <a:ext cx="180000" cy="180000"/>
                  </a:xfrm>
                  <a:prstGeom prst="ellipse">
                    <a:avLst/>
                  </a:prstGeom>
                  <a:solidFill>
                    <a:srgbClr val="FF0000">
                      <a:alpha val="41176"/>
                    </a:srgb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2000"/>
                  </a:p>
                </p:txBody>
              </p:sp>
              <p:cxnSp>
                <p:nvCxnSpPr>
                  <p:cNvPr id="269" name="Connecteur droit 268">
                    <a:extLst>
                      <a:ext uri="{FF2B5EF4-FFF2-40B4-BE49-F238E27FC236}">
                        <a16:creationId xmlns:a16="http://schemas.microsoft.com/office/drawing/2014/main" id="{7C836136-CBF7-460E-AF51-DDA885660002}"/>
                      </a:ext>
                    </a:extLst>
                  </p:cNvPr>
                  <p:cNvCxnSpPr>
                    <a:stCxn id="261" idx="2"/>
                    <a:endCxn id="267" idx="7"/>
                  </p:cNvCxnSpPr>
                  <p:nvPr/>
                </p:nvCxnSpPr>
                <p:spPr>
                  <a:xfrm flipH="1">
                    <a:off x="2286050" y="2392453"/>
                    <a:ext cx="190284" cy="126475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0" name="Connecteur droit 269">
                    <a:extLst>
                      <a:ext uri="{FF2B5EF4-FFF2-40B4-BE49-F238E27FC236}">
                        <a16:creationId xmlns:a16="http://schemas.microsoft.com/office/drawing/2014/main" id="{F570EEBD-13F7-4183-B13F-632E357A0DD8}"/>
                      </a:ext>
                    </a:extLst>
                  </p:cNvPr>
                  <p:cNvCxnSpPr>
                    <a:cxnSpLocks/>
                    <a:stCxn id="261" idx="2"/>
                    <a:endCxn id="268" idx="1"/>
                  </p:cNvCxnSpPr>
                  <p:nvPr/>
                </p:nvCxnSpPr>
                <p:spPr>
                  <a:xfrm>
                    <a:off x="2476334" y="2392453"/>
                    <a:ext cx="154096" cy="152835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1" name="Connecteur droit 270">
                    <a:extLst>
                      <a:ext uri="{FF2B5EF4-FFF2-40B4-BE49-F238E27FC236}">
                        <a16:creationId xmlns:a16="http://schemas.microsoft.com/office/drawing/2014/main" id="{1D4E9D00-EE1D-4568-8401-048CF910A505}"/>
                      </a:ext>
                    </a:extLst>
                  </p:cNvPr>
                  <p:cNvCxnSpPr>
                    <a:cxnSpLocks/>
                    <a:stCxn id="265" idx="7"/>
                    <a:endCxn id="262" idx="2"/>
                  </p:cNvCxnSpPr>
                  <p:nvPr/>
                </p:nvCxnSpPr>
                <p:spPr>
                  <a:xfrm flipV="1">
                    <a:off x="3046660" y="2392453"/>
                    <a:ext cx="113830" cy="152835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2" name="Connecteur droit 271">
                    <a:extLst>
                      <a:ext uri="{FF2B5EF4-FFF2-40B4-BE49-F238E27FC236}">
                        <a16:creationId xmlns:a16="http://schemas.microsoft.com/office/drawing/2014/main" id="{06A2756B-F2D5-402C-A5FD-C42BF4BAA61F}"/>
                      </a:ext>
                    </a:extLst>
                  </p:cNvPr>
                  <p:cNvCxnSpPr>
                    <a:cxnSpLocks/>
                    <a:stCxn id="262" idx="2"/>
                    <a:endCxn id="266" idx="1"/>
                  </p:cNvCxnSpPr>
                  <p:nvPr/>
                </p:nvCxnSpPr>
                <p:spPr>
                  <a:xfrm>
                    <a:off x="3160490" y="2392453"/>
                    <a:ext cx="130878" cy="152835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26" name="Groupe 225">
                <a:extLst>
                  <a:ext uri="{FF2B5EF4-FFF2-40B4-BE49-F238E27FC236}">
                    <a16:creationId xmlns:a16="http://schemas.microsoft.com/office/drawing/2014/main" id="{EEA52FE6-05DC-4C67-A1A3-F134CDE4E408}"/>
                  </a:ext>
                </a:extLst>
              </p:cNvPr>
              <p:cNvGrpSpPr/>
              <p:nvPr/>
            </p:nvGrpSpPr>
            <p:grpSpPr>
              <a:xfrm>
                <a:off x="5098521" y="3208908"/>
                <a:ext cx="1619250" cy="1062302"/>
                <a:chOff x="4636405" y="2305050"/>
                <a:chExt cx="1619250" cy="1062302"/>
              </a:xfrm>
              <a:scene3d>
                <a:camera prst="isometricLeftDown"/>
                <a:lightRig rig="threePt" dir="t"/>
              </a:scene3d>
            </p:grpSpPr>
            <p:sp>
              <p:nvSpPr>
                <p:cNvPr id="243" name="Rectangle 242">
                  <a:extLst>
                    <a:ext uri="{FF2B5EF4-FFF2-40B4-BE49-F238E27FC236}">
                      <a16:creationId xmlns:a16="http://schemas.microsoft.com/office/drawing/2014/main" id="{1C7576B2-7696-4E72-81A0-9C3CE3A101D9}"/>
                    </a:ext>
                  </a:extLst>
                </p:cNvPr>
                <p:cNvSpPr/>
                <p:nvPr/>
              </p:nvSpPr>
              <p:spPr>
                <a:xfrm>
                  <a:off x="4636405" y="2305050"/>
                  <a:ext cx="1619250" cy="1062302"/>
                </a:xfrm>
                <a:prstGeom prst="rect">
                  <a:avLst/>
                </a:prstGeom>
                <a:solidFill>
                  <a:srgbClr val="00FF99">
                    <a:alpha val="40000"/>
                  </a:srgbClr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2000"/>
                </a:p>
              </p:txBody>
            </p:sp>
            <p:grpSp>
              <p:nvGrpSpPr>
                <p:cNvPr id="244" name="Groupe 243">
                  <a:extLst>
                    <a:ext uri="{FF2B5EF4-FFF2-40B4-BE49-F238E27FC236}">
                      <a16:creationId xmlns:a16="http://schemas.microsoft.com/office/drawing/2014/main" id="{9DB51326-CBAC-4787-AA24-C677A97BB8A9}"/>
                    </a:ext>
                  </a:extLst>
                </p:cNvPr>
                <p:cNvGrpSpPr/>
                <p:nvPr/>
              </p:nvGrpSpPr>
              <p:grpSpPr>
                <a:xfrm>
                  <a:off x="4785610" y="2392453"/>
                  <a:ext cx="1312598" cy="856589"/>
                  <a:chOff x="2132410" y="1842339"/>
                  <a:chExt cx="1312598" cy="856589"/>
                </a:xfrm>
              </p:grpSpPr>
              <p:sp>
                <p:nvSpPr>
                  <p:cNvPr id="245" name="Rectangle 244">
                    <a:extLst>
                      <a:ext uri="{FF2B5EF4-FFF2-40B4-BE49-F238E27FC236}">
                        <a16:creationId xmlns:a16="http://schemas.microsoft.com/office/drawing/2014/main" id="{DB885257-21B8-413A-8C28-394DCB62FFBD}"/>
                      </a:ext>
                    </a:extLst>
                  </p:cNvPr>
                  <p:cNvSpPr/>
                  <p:nvPr/>
                </p:nvSpPr>
                <p:spPr>
                  <a:xfrm>
                    <a:off x="2702831" y="1842339"/>
                    <a:ext cx="180000" cy="180000"/>
                  </a:xfrm>
                  <a:prstGeom prst="rect">
                    <a:avLst/>
                  </a:prstGeom>
                  <a:solidFill>
                    <a:srgbClr val="00B0F0">
                      <a:alpha val="41176"/>
                    </a:srgb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2000"/>
                  </a:p>
                </p:txBody>
              </p:sp>
              <p:sp>
                <p:nvSpPr>
                  <p:cNvPr id="246" name="Rectangle 245">
                    <a:extLst>
                      <a:ext uri="{FF2B5EF4-FFF2-40B4-BE49-F238E27FC236}">
                        <a16:creationId xmlns:a16="http://schemas.microsoft.com/office/drawing/2014/main" id="{B04808F4-2561-425B-A020-E76764CDFED6}"/>
                      </a:ext>
                    </a:extLst>
                  </p:cNvPr>
                  <p:cNvSpPr/>
                  <p:nvPr/>
                </p:nvSpPr>
                <p:spPr>
                  <a:xfrm>
                    <a:off x="2386334" y="2212453"/>
                    <a:ext cx="180000" cy="180000"/>
                  </a:xfrm>
                  <a:prstGeom prst="rect">
                    <a:avLst/>
                  </a:prstGeom>
                  <a:solidFill>
                    <a:srgbClr val="00B0F0">
                      <a:alpha val="41176"/>
                    </a:srgb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2000"/>
                  </a:p>
                </p:txBody>
              </p:sp>
              <p:sp>
                <p:nvSpPr>
                  <p:cNvPr id="247" name="Rectangle 246">
                    <a:extLst>
                      <a:ext uri="{FF2B5EF4-FFF2-40B4-BE49-F238E27FC236}">
                        <a16:creationId xmlns:a16="http://schemas.microsoft.com/office/drawing/2014/main" id="{1B9ABC22-D609-4AB5-B623-07085F9FE5C4}"/>
                      </a:ext>
                    </a:extLst>
                  </p:cNvPr>
                  <p:cNvSpPr/>
                  <p:nvPr/>
                </p:nvSpPr>
                <p:spPr>
                  <a:xfrm>
                    <a:off x="3070490" y="2212453"/>
                    <a:ext cx="180000" cy="180000"/>
                  </a:xfrm>
                  <a:prstGeom prst="rect">
                    <a:avLst/>
                  </a:prstGeom>
                  <a:solidFill>
                    <a:srgbClr val="00B0F0">
                      <a:alpha val="41176"/>
                    </a:srgb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2000"/>
                  </a:p>
                </p:txBody>
              </p:sp>
              <p:cxnSp>
                <p:nvCxnSpPr>
                  <p:cNvPr id="248" name="Connecteur : en angle 247">
                    <a:extLst>
                      <a:ext uri="{FF2B5EF4-FFF2-40B4-BE49-F238E27FC236}">
                        <a16:creationId xmlns:a16="http://schemas.microsoft.com/office/drawing/2014/main" id="{C9D587D8-81E1-45EF-9727-49D5A5495F2D}"/>
                      </a:ext>
                    </a:extLst>
                  </p:cNvPr>
                  <p:cNvCxnSpPr>
                    <a:stCxn id="245" idx="2"/>
                    <a:endCxn id="247" idx="0"/>
                  </p:cNvCxnSpPr>
                  <p:nvPr/>
                </p:nvCxnSpPr>
                <p:spPr>
                  <a:xfrm rot="16200000" flipH="1">
                    <a:off x="2881603" y="1933566"/>
                    <a:ext cx="190114" cy="367659"/>
                  </a:xfrm>
                  <a:prstGeom prst="bentConnector3">
                    <a:avLst/>
                  </a:prstGeom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9" name="Connecteur : en angle 248">
                    <a:extLst>
                      <a:ext uri="{FF2B5EF4-FFF2-40B4-BE49-F238E27FC236}">
                        <a16:creationId xmlns:a16="http://schemas.microsoft.com/office/drawing/2014/main" id="{AB73D826-5F22-469A-9C50-7521E1034CDC}"/>
                      </a:ext>
                    </a:extLst>
                  </p:cNvPr>
                  <p:cNvCxnSpPr>
                    <a:cxnSpLocks/>
                    <a:stCxn id="245" idx="2"/>
                    <a:endCxn id="246" idx="0"/>
                  </p:cNvCxnSpPr>
                  <p:nvPr/>
                </p:nvCxnSpPr>
                <p:spPr>
                  <a:xfrm rot="5400000">
                    <a:off x="2539526" y="1959148"/>
                    <a:ext cx="190114" cy="316497"/>
                  </a:xfrm>
                  <a:prstGeom prst="bentConnector3">
                    <a:avLst>
                      <a:gd name="adj1" fmla="val 50000"/>
                    </a:avLst>
                  </a:prstGeom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50" name="Ellipse 249">
                    <a:extLst>
                      <a:ext uri="{FF2B5EF4-FFF2-40B4-BE49-F238E27FC236}">
                        <a16:creationId xmlns:a16="http://schemas.microsoft.com/office/drawing/2014/main" id="{43DD1ECD-C509-4046-8B70-129CA0BA00E6}"/>
                      </a:ext>
                    </a:extLst>
                  </p:cNvPr>
                  <p:cNvSpPr/>
                  <p:nvPr/>
                </p:nvSpPr>
                <p:spPr>
                  <a:xfrm>
                    <a:off x="2893020" y="2518928"/>
                    <a:ext cx="180000" cy="180000"/>
                  </a:xfrm>
                  <a:prstGeom prst="ellipse">
                    <a:avLst/>
                  </a:prstGeom>
                  <a:solidFill>
                    <a:srgbClr val="00B050">
                      <a:alpha val="41176"/>
                    </a:srgb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2000"/>
                  </a:p>
                </p:txBody>
              </p:sp>
              <p:sp>
                <p:nvSpPr>
                  <p:cNvPr id="251" name="Ellipse 250">
                    <a:extLst>
                      <a:ext uri="{FF2B5EF4-FFF2-40B4-BE49-F238E27FC236}">
                        <a16:creationId xmlns:a16="http://schemas.microsoft.com/office/drawing/2014/main" id="{C68F31B5-CA6D-452F-848C-3614899FCDE6}"/>
                      </a:ext>
                    </a:extLst>
                  </p:cNvPr>
                  <p:cNvSpPr/>
                  <p:nvPr/>
                </p:nvSpPr>
                <p:spPr>
                  <a:xfrm>
                    <a:off x="3265008" y="2518928"/>
                    <a:ext cx="180000" cy="180000"/>
                  </a:xfrm>
                  <a:prstGeom prst="ellipse">
                    <a:avLst/>
                  </a:prstGeom>
                  <a:solidFill>
                    <a:srgbClr val="00B050">
                      <a:alpha val="41176"/>
                    </a:srgb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2000"/>
                  </a:p>
                </p:txBody>
              </p:sp>
              <p:sp>
                <p:nvSpPr>
                  <p:cNvPr id="252" name="Ellipse 251">
                    <a:extLst>
                      <a:ext uri="{FF2B5EF4-FFF2-40B4-BE49-F238E27FC236}">
                        <a16:creationId xmlns:a16="http://schemas.microsoft.com/office/drawing/2014/main" id="{953C0EF8-9D95-470B-A620-15DA61727B79}"/>
                      </a:ext>
                    </a:extLst>
                  </p:cNvPr>
                  <p:cNvSpPr/>
                  <p:nvPr/>
                </p:nvSpPr>
                <p:spPr>
                  <a:xfrm>
                    <a:off x="2132410" y="2492568"/>
                    <a:ext cx="180000" cy="180000"/>
                  </a:xfrm>
                  <a:prstGeom prst="ellipse">
                    <a:avLst/>
                  </a:prstGeom>
                  <a:solidFill>
                    <a:srgbClr val="00B050">
                      <a:alpha val="41176"/>
                    </a:srgb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2000"/>
                  </a:p>
                </p:txBody>
              </p:sp>
              <p:sp>
                <p:nvSpPr>
                  <p:cNvPr id="253" name="Ellipse 252">
                    <a:extLst>
                      <a:ext uri="{FF2B5EF4-FFF2-40B4-BE49-F238E27FC236}">
                        <a16:creationId xmlns:a16="http://schemas.microsoft.com/office/drawing/2014/main" id="{88F19F90-98BB-4523-B84E-C305B19A5450}"/>
                      </a:ext>
                    </a:extLst>
                  </p:cNvPr>
                  <p:cNvSpPr/>
                  <p:nvPr/>
                </p:nvSpPr>
                <p:spPr>
                  <a:xfrm>
                    <a:off x="2604070" y="2518928"/>
                    <a:ext cx="180000" cy="180000"/>
                  </a:xfrm>
                  <a:prstGeom prst="ellipse">
                    <a:avLst/>
                  </a:prstGeom>
                  <a:solidFill>
                    <a:srgbClr val="FF0000">
                      <a:alpha val="41176"/>
                    </a:srgb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2000"/>
                  </a:p>
                </p:txBody>
              </p:sp>
              <p:cxnSp>
                <p:nvCxnSpPr>
                  <p:cNvPr id="254" name="Connecteur droit 253">
                    <a:extLst>
                      <a:ext uri="{FF2B5EF4-FFF2-40B4-BE49-F238E27FC236}">
                        <a16:creationId xmlns:a16="http://schemas.microsoft.com/office/drawing/2014/main" id="{DBBCEDA1-C994-4460-B36A-2887E04A0D81}"/>
                      </a:ext>
                    </a:extLst>
                  </p:cNvPr>
                  <p:cNvCxnSpPr>
                    <a:stCxn id="246" idx="2"/>
                    <a:endCxn id="252" idx="7"/>
                  </p:cNvCxnSpPr>
                  <p:nvPr/>
                </p:nvCxnSpPr>
                <p:spPr>
                  <a:xfrm flipH="1">
                    <a:off x="2286050" y="2392453"/>
                    <a:ext cx="190284" cy="126475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5" name="Connecteur droit 254">
                    <a:extLst>
                      <a:ext uri="{FF2B5EF4-FFF2-40B4-BE49-F238E27FC236}">
                        <a16:creationId xmlns:a16="http://schemas.microsoft.com/office/drawing/2014/main" id="{7BE8045A-213C-4FA9-8D0E-CDF54FCC8583}"/>
                      </a:ext>
                    </a:extLst>
                  </p:cNvPr>
                  <p:cNvCxnSpPr>
                    <a:cxnSpLocks/>
                    <a:stCxn id="246" idx="2"/>
                    <a:endCxn id="253" idx="1"/>
                  </p:cNvCxnSpPr>
                  <p:nvPr/>
                </p:nvCxnSpPr>
                <p:spPr>
                  <a:xfrm>
                    <a:off x="2476334" y="2392453"/>
                    <a:ext cx="154096" cy="152835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6" name="Connecteur droit 255">
                    <a:extLst>
                      <a:ext uri="{FF2B5EF4-FFF2-40B4-BE49-F238E27FC236}">
                        <a16:creationId xmlns:a16="http://schemas.microsoft.com/office/drawing/2014/main" id="{570F047F-54E5-4495-9B68-CD794C45BA7A}"/>
                      </a:ext>
                    </a:extLst>
                  </p:cNvPr>
                  <p:cNvCxnSpPr>
                    <a:cxnSpLocks/>
                    <a:stCxn id="250" idx="7"/>
                    <a:endCxn id="247" idx="2"/>
                  </p:cNvCxnSpPr>
                  <p:nvPr/>
                </p:nvCxnSpPr>
                <p:spPr>
                  <a:xfrm flipV="1">
                    <a:off x="3046660" y="2392453"/>
                    <a:ext cx="113830" cy="152835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7" name="Connecteur droit 256">
                    <a:extLst>
                      <a:ext uri="{FF2B5EF4-FFF2-40B4-BE49-F238E27FC236}">
                        <a16:creationId xmlns:a16="http://schemas.microsoft.com/office/drawing/2014/main" id="{19C4ECC7-A7D2-4F9B-A9ED-4C9A8089168D}"/>
                      </a:ext>
                    </a:extLst>
                  </p:cNvPr>
                  <p:cNvCxnSpPr>
                    <a:cxnSpLocks/>
                    <a:stCxn id="247" idx="2"/>
                    <a:endCxn id="251" idx="1"/>
                  </p:cNvCxnSpPr>
                  <p:nvPr/>
                </p:nvCxnSpPr>
                <p:spPr>
                  <a:xfrm>
                    <a:off x="3160490" y="2392453"/>
                    <a:ext cx="130878" cy="152835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27" name="Groupe 226">
                <a:extLst>
                  <a:ext uri="{FF2B5EF4-FFF2-40B4-BE49-F238E27FC236}">
                    <a16:creationId xmlns:a16="http://schemas.microsoft.com/office/drawing/2014/main" id="{6FB35D13-4533-4C07-8DD9-AD656E2F9C92}"/>
                  </a:ext>
                </a:extLst>
              </p:cNvPr>
              <p:cNvGrpSpPr/>
              <p:nvPr/>
            </p:nvGrpSpPr>
            <p:grpSpPr>
              <a:xfrm>
                <a:off x="4948399" y="3343324"/>
                <a:ext cx="1619250" cy="1062302"/>
                <a:chOff x="4636405" y="2305050"/>
                <a:chExt cx="1619250" cy="1062302"/>
              </a:xfrm>
              <a:scene3d>
                <a:camera prst="isometricLeftDown"/>
                <a:lightRig rig="threePt" dir="t"/>
              </a:scene3d>
            </p:grpSpPr>
            <p:sp>
              <p:nvSpPr>
                <p:cNvPr id="228" name="Rectangle 227">
                  <a:extLst>
                    <a:ext uri="{FF2B5EF4-FFF2-40B4-BE49-F238E27FC236}">
                      <a16:creationId xmlns:a16="http://schemas.microsoft.com/office/drawing/2014/main" id="{4F1E0A1E-F426-4FBB-9427-2FD5DCF5DE47}"/>
                    </a:ext>
                  </a:extLst>
                </p:cNvPr>
                <p:cNvSpPr/>
                <p:nvPr/>
              </p:nvSpPr>
              <p:spPr>
                <a:xfrm>
                  <a:off x="4636405" y="2305050"/>
                  <a:ext cx="1619250" cy="1062302"/>
                </a:xfrm>
                <a:prstGeom prst="rect">
                  <a:avLst/>
                </a:prstGeom>
                <a:solidFill>
                  <a:srgbClr val="00B0F0">
                    <a:alpha val="40000"/>
                  </a:srgbClr>
                </a:solidFill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2000"/>
                </a:p>
              </p:txBody>
            </p:sp>
            <p:grpSp>
              <p:nvGrpSpPr>
                <p:cNvPr id="229" name="Groupe 228">
                  <a:extLst>
                    <a:ext uri="{FF2B5EF4-FFF2-40B4-BE49-F238E27FC236}">
                      <a16:creationId xmlns:a16="http://schemas.microsoft.com/office/drawing/2014/main" id="{5642E19F-D88E-44D9-9934-843AB49DDBD4}"/>
                    </a:ext>
                  </a:extLst>
                </p:cNvPr>
                <p:cNvGrpSpPr/>
                <p:nvPr/>
              </p:nvGrpSpPr>
              <p:grpSpPr>
                <a:xfrm>
                  <a:off x="4785610" y="2392453"/>
                  <a:ext cx="1312598" cy="856589"/>
                  <a:chOff x="2132410" y="1842339"/>
                  <a:chExt cx="1312598" cy="856589"/>
                </a:xfrm>
              </p:grpSpPr>
              <p:sp>
                <p:nvSpPr>
                  <p:cNvPr id="230" name="Rectangle 229">
                    <a:extLst>
                      <a:ext uri="{FF2B5EF4-FFF2-40B4-BE49-F238E27FC236}">
                        <a16:creationId xmlns:a16="http://schemas.microsoft.com/office/drawing/2014/main" id="{981A76AC-BC2A-4664-BFC6-B750390E9454}"/>
                      </a:ext>
                    </a:extLst>
                  </p:cNvPr>
                  <p:cNvSpPr/>
                  <p:nvPr/>
                </p:nvSpPr>
                <p:spPr>
                  <a:xfrm>
                    <a:off x="2702831" y="1842339"/>
                    <a:ext cx="180000" cy="180000"/>
                  </a:xfrm>
                  <a:prstGeom prst="rect">
                    <a:avLst/>
                  </a:prstGeom>
                  <a:solidFill>
                    <a:srgbClr val="00B0F0">
                      <a:alpha val="41176"/>
                    </a:srgb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2000"/>
                  </a:p>
                </p:txBody>
              </p:sp>
              <p:sp>
                <p:nvSpPr>
                  <p:cNvPr id="231" name="Rectangle 230">
                    <a:extLst>
                      <a:ext uri="{FF2B5EF4-FFF2-40B4-BE49-F238E27FC236}">
                        <a16:creationId xmlns:a16="http://schemas.microsoft.com/office/drawing/2014/main" id="{22FF7F90-F2BD-4F29-BD1E-68CD8DD38C5E}"/>
                      </a:ext>
                    </a:extLst>
                  </p:cNvPr>
                  <p:cNvSpPr/>
                  <p:nvPr/>
                </p:nvSpPr>
                <p:spPr>
                  <a:xfrm>
                    <a:off x="2386334" y="2212453"/>
                    <a:ext cx="180000" cy="180000"/>
                  </a:xfrm>
                  <a:prstGeom prst="rect">
                    <a:avLst/>
                  </a:prstGeom>
                  <a:solidFill>
                    <a:srgbClr val="00B0F0">
                      <a:alpha val="41176"/>
                    </a:srgb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2000"/>
                  </a:p>
                </p:txBody>
              </p:sp>
              <p:sp>
                <p:nvSpPr>
                  <p:cNvPr id="232" name="Rectangle 231">
                    <a:extLst>
                      <a:ext uri="{FF2B5EF4-FFF2-40B4-BE49-F238E27FC236}">
                        <a16:creationId xmlns:a16="http://schemas.microsoft.com/office/drawing/2014/main" id="{A5B911C2-7E30-41BB-A636-61C87812E65F}"/>
                      </a:ext>
                    </a:extLst>
                  </p:cNvPr>
                  <p:cNvSpPr/>
                  <p:nvPr/>
                </p:nvSpPr>
                <p:spPr>
                  <a:xfrm>
                    <a:off x="3070490" y="2212453"/>
                    <a:ext cx="180000" cy="180000"/>
                  </a:xfrm>
                  <a:prstGeom prst="rect">
                    <a:avLst/>
                  </a:prstGeom>
                  <a:solidFill>
                    <a:srgbClr val="00B0F0">
                      <a:alpha val="41176"/>
                    </a:srgb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2000"/>
                  </a:p>
                </p:txBody>
              </p:sp>
              <p:cxnSp>
                <p:nvCxnSpPr>
                  <p:cNvPr id="233" name="Connecteur : en angle 232">
                    <a:extLst>
                      <a:ext uri="{FF2B5EF4-FFF2-40B4-BE49-F238E27FC236}">
                        <a16:creationId xmlns:a16="http://schemas.microsoft.com/office/drawing/2014/main" id="{CBACF481-973A-4409-918B-1528049ABEE9}"/>
                      </a:ext>
                    </a:extLst>
                  </p:cNvPr>
                  <p:cNvCxnSpPr>
                    <a:stCxn id="230" idx="2"/>
                    <a:endCxn id="232" idx="0"/>
                  </p:cNvCxnSpPr>
                  <p:nvPr/>
                </p:nvCxnSpPr>
                <p:spPr>
                  <a:xfrm rot="16200000" flipH="1">
                    <a:off x="2881603" y="1933566"/>
                    <a:ext cx="190114" cy="367659"/>
                  </a:xfrm>
                  <a:prstGeom prst="bentConnector3">
                    <a:avLst/>
                  </a:prstGeom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4" name="Connecteur : en angle 233">
                    <a:extLst>
                      <a:ext uri="{FF2B5EF4-FFF2-40B4-BE49-F238E27FC236}">
                        <a16:creationId xmlns:a16="http://schemas.microsoft.com/office/drawing/2014/main" id="{AEF2D3FD-9962-4469-8AEA-8AAA2FA10025}"/>
                      </a:ext>
                    </a:extLst>
                  </p:cNvPr>
                  <p:cNvCxnSpPr>
                    <a:cxnSpLocks/>
                    <a:stCxn id="230" idx="2"/>
                    <a:endCxn id="231" idx="0"/>
                  </p:cNvCxnSpPr>
                  <p:nvPr/>
                </p:nvCxnSpPr>
                <p:spPr>
                  <a:xfrm rot="5400000">
                    <a:off x="2539526" y="1959148"/>
                    <a:ext cx="190114" cy="316497"/>
                  </a:xfrm>
                  <a:prstGeom prst="bentConnector3">
                    <a:avLst>
                      <a:gd name="adj1" fmla="val 50000"/>
                    </a:avLst>
                  </a:prstGeom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35" name="Ellipse 234">
                    <a:extLst>
                      <a:ext uri="{FF2B5EF4-FFF2-40B4-BE49-F238E27FC236}">
                        <a16:creationId xmlns:a16="http://schemas.microsoft.com/office/drawing/2014/main" id="{A89DC6C0-248C-4A10-850B-8FEE04F37C7B}"/>
                      </a:ext>
                    </a:extLst>
                  </p:cNvPr>
                  <p:cNvSpPr/>
                  <p:nvPr/>
                </p:nvSpPr>
                <p:spPr>
                  <a:xfrm>
                    <a:off x="2893020" y="2518928"/>
                    <a:ext cx="180000" cy="180000"/>
                  </a:xfrm>
                  <a:prstGeom prst="ellipse">
                    <a:avLst/>
                  </a:prstGeom>
                  <a:solidFill>
                    <a:srgbClr val="00B050">
                      <a:alpha val="41176"/>
                    </a:srgb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2000"/>
                  </a:p>
                </p:txBody>
              </p:sp>
              <p:sp>
                <p:nvSpPr>
                  <p:cNvPr id="236" name="Ellipse 235">
                    <a:extLst>
                      <a:ext uri="{FF2B5EF4-FFF2-40B4-BE49-F238E27FC236}">
                        <a16:creationId xmlns:a16="http://schemas.microsoft.com/office/drawing/2014/main" id="{6DDD35B5-BA5F-401C-8E5B-FC9922F722EA}"/>
                      </a:ext>
                    </a:extLst>
                  </p:cNvPr>
                  <p:cNvSpPr/>
                  <p:nvPr/>
                </p:nvSpPr>
                <p:spPr>
                  <a:xfrm>
                    <a:off x="3265008" y="2518928"/>
                    <a:ext cx="180000" cy="180000"/>
                  </a:xfrm>
                  <a:prstGeom prst="ellipse">
                    <a:avLst/>
                  </a:prstGeom>
                  <a:solidFill>
                    <a:srgbClr val="00B050">
                      <a:alpha val="41176"/>
                    </a:srgb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2000"/>
                  </a:p>
                </p:txBody>
              </p:sp>
              <p:sp>
                <p:nvSpPr>
                  <p:cNvPr id="237" name="Ellipse 236">
                    <a:extLst>
                      <a:ext uri="{FF2B5EF4-FFF2-40B4-BE49-F238E27FC236}">
                        <a16:creationId xmlns:a16="http://schemas.microsoft.com/office/drawing/2014/main" id="{31E0A918-1D49-471B-A589-B01A2DB64F6A}"/>
                      </a:ext>
                    </a:extLst>
                  </p:cNvPr>
                  <p:cNvSpPr/>
                  <p:nvPr/>
                </p:nvSpPr>
                <p:spPr>
                  <a:xfrm>
                    <a:off x="2132410" y="2492568"/>
                    <a:ext cx="180000" cy="180000"/>
                  </a:xfrm>
                  <a:prstGeom prst="ellipse">
                    <a:avLst/>
                  </a:prstGeom>
                  <a:solidFill>
                    <a:srgbClr val="00B050">
                      <a:alpha val="41176"/>
                    </a:srgb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2000"/>
                  </a:p>
                </p:txBody>
              </p:sp>
              <p:sp>
                <p:nvSpPr>
                  <p:cNvPr id="238" name="Ellipse 237">
                    <a:extLst>
                      <a:ext uri="{FF2B5EF4-FFF2-40B4-BE49-F238E27FC236}">
                        <a16:creationId xmlns:a16="http://schemas.microsoft.com/office/drawing/2014/main" id="{9DBED4FE-7389-4001-B7CB-591DA0188C6F}"/>
                      </a:ext>
                    </a:extLst>
                  </p:cNvPr>
                  <p:cNvSpPr/>
                  <p:nvPr/>
                </p:nvSpPr>
                <p:spPr>
                  <a:xfrm>
                    <a:off x="2604070" y="2518928"/>
                    <a:ext cx="180000" cy="180000"/>
                  </a:xfrm>
                  <a:prstGeom prst="ellipse">
                    <a:avLst/>
                  </a:prstGeom>
                  <a:solidFill>
                    <a:srgbClr val="FF0000">
                      <a:alpha val="41176"/>
                    </a:srgb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2000"/>
                  </a:p>
                </p:txBody>
              </p:sp>
              <p:cxnSp>
                <p:nvCxnSpPr>
                  <p:cNvPr id="239" name="Connecteur droit 238">
                    <a:extLst>
                      <a:ext uri="{FF2B5EF4-FFF2-40B4-BE49-F238E27FC236}">
                        <a16:creationId xmlns:a16="http://schemas.microsoft.com/office/drawing/2014/main" id="{F5E479E6-CD54-47E2-AA17-A4EBC8666E59}"/>
                      </a:ext>
                    </a:extLst>
                  </p:cNvPr>
                  <p:cNvCxnSpPr>
                    <a:stCxn id="231" idx="2"/>
                    <a:endCxn id="237" idx="7"/>
                  </p:cNvCxnSpPr>
                  <p:nvPr/>
                </p:nvCxnSpPr>
                <p:spPr>
                  <a:xfrm flipH="1">
                    <a:off x="2286050" y="2392453"/>
                    <a:ext cx="190284" cy="126475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0" name="Connecteur droit 239">
                    <a:extLst>
                      <a:ext uri="{FF2B5EF4-FFF2-40B4-BE49-F238E27FC236}">
                        <a16:creationId xmlns:a16="http://schemas.microsoft.com/office/drawing/2014/main" id="{53CF2C06-7D19-4FF5-86A2-BA8324CC107B}"/>
                      </a:ext>
                    </a:extLst>
                  </p:cNvPr>
                  <p:cNvCxnSpPr>
                    <a:cxnSpLocks/>
                    <a:stCxn id="231" idx="2"/>
                    <a:endCxn id="238" idx="1"/>
                  </p:cNvCxnSpPr>
                  <p:nvPr/>
                </p:nvCxnSpPr>
                <p:spPr>
                  <a:xfrm>
                    <a:off x="2476334" y="2392453"/>
                    <a:ext cx="154096" cy="152835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1" name="Connecteur droit 240">
                    <a:extLst>
                      <a:ext uri="{FF2B5EF4-FFF2-40B4-BE49-F238E27FC236}">
                        <a16:creationId xmlns:a16="http://schemas.microsoft.com/office/drawing/2014/main" id="{3122FA87-3D08-4BE2-A0F8-8C6BD7018FB6}"/>
                      </a:ext>
                    </a:extLst>
                  </p:cNvPr>
                  <p:cNvCxnSpPr>
                    <a:cxnSpLocks/>
                    <a:stCxn id="235" idx="7"/>
                    <a:endCxn id="232" idx="2"/>
                  </p:cNvCxnSpPr>
                  <p:nvPr/>
                </p:nvCxnSpPr>
                <p:spPr>
                  <a:xfrm flipV="1">
                    <a:off x="3046660" y="2392453"/>
                    <a:ext cx="113830" cy="152835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2" name="Connecteur droit 241">
                    <a:extLst>
                      <a:ext uri="{FF2B5EF4-FFF2-40B4-BE49-F238E27FC236}">
                        <a16:creationId xmlns:a16="http://schemas.microsoft.com/office/drawing/2014/main" id="{59C93BEC-C748-4958-AE4D-9194D70F3716}"/>
                      </a:ext>
                    </a:extLst>
                  </p:cNvPr>
                  <p:cNvCxnSpPr>
                    <a:cxnSpLocks/>
                    <a:stCxn id="232" idx="2"/>
                    <a:endCxn id="236" idx="1"/>
                  </p:cNvCxnSpPr>
                  <p:nvPr/>
                </p:nvCxnSpPr>
                <p:spPr>
                  <a:xfrm>
                    <a:off x="3160490" y="2392453"/>
                    <a:ext cx="130878" cy="152835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pic>
          <p:nvPicPr>
            <p:cNvPr id="319" name="Image 318">
              <a:extLst>
                <a:ext uri="{FF2B5EF4-FFF2-40B4-BE49-F238E27FC236}">
                  <a16:creationId xmlns:a16="http://schemas.microsoft.com/office/drawing/2014/main" id="{771DB968-34FF-4157-8DF7-593A19CA3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85662" y="2613896"/>
              <a:ext cx="1658888" cy="1154875"/>
            </a:xfrm>
            <a:prstGeom prst="rect">
              <a:avLst/>
            </a:prstGeom>
          </p:spPr>
        </p:pic>
        <p:sp>
          <p:nvSpPr>
            <p:cNvPr id="322" name="Forme libre : forme 321">
              <a:extLst>
                <a:ext uri="{FF2B5EF4-FFF2-40B4-BE49-F238E27FC236}">
                  <a16:creationId xmlns:a16="http://schemas.microsoft.com/office/drawing/2014/main" id="{D0650DC9-993C-448E-A2BD-4488B32F1B2B}"/>
                </a:ext>
              </a:extLst>
            </p:cNvPr>
            <p:cNvSpPr/>
            <p:nvPr/>
          </p:nvSpPr>
          <p:spPr>
            <a:xfrm>
              <a:off x="9783488" y="1570915"/>
              <a:ext cx="2038350" cy="891784"/>
            </a:xfrm>
            <a:custGeom>
              <a:avLst/>
              <a:gdLst>
                <a:gd name="connsiteX0" fmla="*/ 0 w 2038350"/>
                <a:gd name="connsiteY0" fmla="*/ 857250 h 891784"/>
                <a:gd name="connsiteX1" fmla="*/ 76200 w 2038350"/>
                <a:gd name="connsiteY1" fmla="*/ 819150 h 891784"/>
                <a:gd name="connsiteX2" fmla="*/ 381000 w 2038350"/>
                <a:gd name="connsiteY2" fmla="*/ 209550 h 891784"/>
                <a:gd name="connsiteX3" fmla="*/ 1638300 w 2038350"/>
                <a:gd name="connsiteY3" fmla="*/ 190500 h 891784"/>
                <a:gd name="connsiteX4" fmla="*/ 2038350 w 2038350"/>
                <a:gd name="connsiteY4" fmla="*/ 0 h 891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38350" h="891784">
                  <a:moveTo>
                    <a:pt x="0" y="857250"/>
                  </a:moveTo>
                  <a:cubicBezTo>
                    <a:pt x="6350" y="892175"/>
                    <a:pt x="12700" y="927100"/>
                    <a:pt x="76200" y="819150"/>
                  </a:cubicBezTo>
                  <a:cubicBezTo>
                    <a:pt x="139700" y="711200"/>
                    <a:pt x="120650" y="314325"/>
                    <a:pt x="381000" y="209550"/>
                  </a:cubicBezTo>
                  <a:cubicBezTo>
                    <a:pt x="641350" y="104775"/>
                    <a:pt x="1362075" y="225425"/>
                    <a:pt x="1638300" y="190500"/>
                  </a:cubicBezTo>
                  <a:cubicBezTo>
                    <a:pt x="1914525" y="155575"/>
                    <a:pt x="1976437" y="77787"/>
                    <a:pt x="2038350" y="0"/>
                  </a:cubicBezTo>
                </a:path>
              </a:pathLst>
            </a:custGeom>
            <a:noFill/>
            <a:ln>
              <a:solidFill>
                <a:srgbClr val="0070C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23" name="ZoneTexte 322">
              <a:extLst>
                <a:ext uri="{FF2B5EF4-FFF2-40B4-BE49-F238E27FC236}">
                  <a16:creationId xmlns:a16="http://schemas.microsoft.com/office/drawing/2014/main" id="{8D930691-88CD-4A88-884C-3C158F103040}"/>
                </a:ext>
              </a:extLst>
            </p:cNvPr>
            <p:cNvSpPr txBox="1"/>
            <p:nvPr/>
          </p:nvSpPr>
          <p:spPr>
            <a:xfrm>
              <a:off x="10306503" y="2005936"/>
              <a:ext cx="13869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i="1" dirty="0" err="1">
                  <a:latin typeface="Playfair Display" pitchFamily="2" charset="0"/>
                </a:rPr>
                <a:t>Thuộc</a:t>
              </a:r>
              <a:r>
                <a:rPr lang="fr-FR" sz="2000" i="1" dirty="0">
                  <a:latin typeface="Playfair Display" pitchFamily="2" charset="0"/>
                </a:rPr>
                <a:t> </a:t>
              </a:r>
              <a:r>
                <a:rPr lang="fr-FR" sz="2000" i="1" dirty="0" err="1">
                  <a:latin typeface="Playfair Display" pitchFamily="2" charset="0"/>
                </a:rPr>
                <a:t>tính</a:t>
              </a:r>
              <a:endParaRPr lang="fr-FR" sz="2000" i="1" dirty="0">
                <a:latin typeface="Playfair Display" pitchFamily="2" charset="0"/>
              </a:endParaRPr>
            </a:p>
          </p:txBody>
        </p:sp>
        <p:sp>
          <p:nvSpPr>
            <p:cNvPr id="324" name="Forme libre : forme 323">
              <a:extLst>
                <a:ext uri="{FF2B5EF4-FFF2-40B4-BE49-F238E27FC236}">
                  <a16:creationId xmlns:a16="http://schemas.microsoft.com/office/drawing/2014/main" id="{03479345-FFF3-4901-985B-12D3E27E1825}"/>
                </a:ext>
              </a:extLst>
            </p:cNvPr>
            <p:cNvSpPr/>
            <p:nvPr/>
          </p:nvSpPr>
          <p:spPr>
            <a:xfrm rot="21173748" flipV="1">
              <a:off x="9935888" y="2615099"/>
              <a:ext cx="1780682" cy="861958"/>
            </a:xfrm>
            <a:custGeom>
              <a:avLst/>
              <a:gdLst>
                <a:gd name="connsiteX0" fmla="*/ 0 w 2038350"/>
                <a:gd name="connsiteY0" fmla="*/ 857250 h 891784"/>
                <a:gd name="connsiteX1" fmla="*/ 76200 w 2038350"/>
                <a:gd name="connsiteY1" fmla="*/ 819150 h 891784"/>
                <a:gd name="connsiteX2" fmla="*/ 381000 w 2038350"/>
                <a:gd name="connsiteY2" fmla="*/ 209550 h 891784"/>
                <a:gd name="connsiteX3" fmla="*/ 1638300 w 2038350"/>
                <a:gd name="connsiteY3" fmla="*/ 190500 h 891784"/>
                <a:gd name="connsiteX4" fmla="*/ 2038350 w 2038350"/>
                <a:gd name="connsiteY4" fmla="*/ 0 h 891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38350" h="891784">
                  <a:moveTo>
                    <a:pt x="0" y="857250"/>
                  </a:moveTo>
                  <a:cubicBezTo>
                    <a:pt x="6350" y="892175"/>
                    <a:pt x="12700" y="927100"/>
                    <a:pt x="76200" y="819150"/>
                  </a:cubicBezTo>
                  <a:cubicBezTo>
                    <a:pt x="139700" y="711200"/>
                    <a:pt x="120650" y="314325"/>
                    <a:pt x="381000" y="209550"/>
                  </a:cubicBezTo>
                  <a:cubicBezTo>
                    <a:pt x="641350" y="104775"/>
                    <a:pt x="1362075" y="225425"/>
                    <a:pt x="1638300" y="190500"/>
                  </a:cubicBezTo>
                  <a:cubicBezTo>
                    <a:pt x="1914525" y="155575"/>
                    <a:pt x="1976437" y="77787"/>
                    <a:pt x="2038350" y="0"/>
                  </a:cubicBezTo>
                </a:path>
              </a:pathLst>
            </a:custGeom>
            <a:noFill/>
            <a:ln>
              <a:solidFill>
                <a:srgbClr val="0070C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26" name="Image 325">
              <a:extLst>
                <a:ext uri="{FF2B5EF4-FFF2-40B4-BE49-F238E27FC236}">
                  <a16:creationId xmlns:a16="http://schemas.microsoft.com/office/drawing/2014/main" id="{7098C0B6-0703-4F77-82CA-375245302A9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prstClr val="black"/>
                <a:schemeClr val="accent6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57234" y="4692022"/>
              <a:ext cx="1038374" cy="1072986"/>
            </a:xfrm>
            <a:prstGeom prst="rect">
              <a:avLst/>
            </a:prstGeom>
          </p:spPr>
        </p:pic>
        <p:sp>
          <p:nvSpPr>
            <p:cNvPr id="327" name="ZoneTexte 326">
              <a:extLst>
                <a:ext uri="{FF2B5EF4-FFF2-40B4-BE49-F238E27FC236}">
                  <a16:creationId xmlns:a16="http://schemas.microsoft.com/office/drawing/2014/main" id="{DE77827F-3D2E-4AF6-9255-DABD680339D1}"/>
                </a:ext>
              </a:extLst>
            </p:cNvPr>
            <p:cNvSpPr txBox="1"/>
            <p:nvPr/>
          </p:nvSpPr>
          <p:spPr>
            <a:xfrm>
              <a:off x="12671874" y="6715302"/>
              <a:ext cx="19672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i="1" dirty="0" err="1">
                  <a:latin typeface="Playfair Display" pitchFamily="2" charset="0"/>
                </a:rPr>
                <a:t>Kiểm</a:t>
              </a:r>
              <a:r>
                <a:rPr lang="fr-FR" i="1" dirty="0">
                  <a:latin typeface="Playfair Display" pitchFamily="2" charset="0"/>
                </a:rPr>
                <a:t> </a:t>
              </a:r>
              <a:r>
                <a:rPr lang="fr-FR" i="1" dirty="0" err="1">
                  <a:latin typeface="Playfair Display" pitchFamily="2" charset="0"/>
                </a:rPr>
                <a:t>định</a:t>
              </a:r>
              <a:r>
                <a:rPr lang="fr-FR" i="1" dirty="0">
                  <a:latin typeface="Playfair Display" pitchFamily="2" charset="0"/>
                </a:rPr>
                <a:t> </a:t>
              </a:r>
              <a:r>
                <a:rPr lang="fr-FR" i="1" dirty="0" err="1">
                  <a:latin typeface="Playfair Display" pitchFamily="2" charset="0"/>
                </a:rPr>
                <a:t>độc</a:t>
              </a:r>
              <a:r>
                <a:rPr lang="fr-FR" i="1" dirty="0">
                  <a:latin typeface="Playfair Display" pitchFamily="2" charset="0"/>
                </a:rPr>
                <a:t> </a:t>
              </a:r>
              <a:r>
                <a:rPr lang="fr-FR" i="1" dirty="0" err="1">
                  <a:latin typeface="Playfair Display" pitchFamily="2" charset="0"/>
                </a:rPr>
                <a:t>lập</a:t>
              </a:r>
              <a:endParaRPr lang="fr-FR" i="1" dirty="0">
                <a:latin typeface="Playfair Display" pitchFamily="2" charset="0"/>
              </a:endParaRPr>
            </a:p>
          </p:txBody>
        </p:sp>
        <p:sp>
          <p:nvSpPr>
            <p:cNvPr id="410" name="Hexagone 409">
              <a:extLst>
                <a:ext uri="{FF2B5EF4-FFF2-40B4-BE49-F238E27FC236}">
                  <a16:creationId xmlns:a16="http://schemas.microsoft.com/office/drawing/2014/main" id="{2B3BEE63-2EF7-40A1-9C20-5522425D13D4}"/>
                </a:ext>
              </a:extLst>
            </p:cNvPr>
            <p:cNvSpPr/>
            <p:nvPr/>
          </p:nvSpPr>
          <p:spPr>
            <a:xfrm rot="16200000">
              <a:off x="11092954" y="3975435"/>
              <a:ext cx="730844" cy="625858"/>
            </a:xfrm>
            <a:prstGeom prst="hexagon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11" name="ZoneTexte 410">
              <a:extLst>
                <a:ext uri="{FF2B5EF4-FFF2-40B4-BE49-F238E27FC236}">
                  <a16:creationId xmlns:a16="http://schemas.microsoft.com/office/drawing/2014/main" id="{58141AEF-F3A4-42F4-8154-17443E5FEF32}"/>
                </a:ext>
              </a:extLst>
            </p:cNvPr>
            <p:cNvSpPr txBox="1"/>
            <p:nvPr/>
          </p:nvSpPr>
          <p:spPr>
            <a:xfrm>
              <a:off x="11862810" y="3984490"/>
              <a:ext cx="109837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i="1" dirty="0" err="1">
                  <a:latin typeface="Playfair Display" pitchFamily="2" charset="0"/>
                </a:rPr>
                <a:t>Mô</a:t>
              </a:r>
              <a:r>
                <a:rPr lang="fr-FR" sz="2000" i="1" dirty="0">
                  <a:latin typeface="Playfair Display" pitchFamily="2" charset="0"/>
                </a:rPr>
                <a:t> </a:t>
              </a:r>
              <a:r>
                <a:rPr lang="fr-FR" sz="2000" i="1" dirty="0" err="1">
                  <a:latin typeface="Playfair Display" pitchFamily="2" charset="0"/>
                </a:rPr>
                <a:t>hình</a:t>
              </a:r>
              <a:endParaRPr lang="fr-FR" sz="2000" i="1" dirty="0">
                <a:latin typeface="Playfair Display" pitchFamily="2" charset="0"/>
              </a:endParaRPr>
            </a:p>
          </p:txBody>
        </p:sp>
        <p:sp>
          <p:nvSpPr>
            <p:cNvPr id="412" name="ZoneTexte 411">
              <a:extLst>
                <a:ext uri="{FF2B5EF4-FFF2-40B4-BE49-F238E27FC236}">
                  <a16:creationId xmlns:a16="http://schemas.microsoft.com/office/drawing/2014/main" id="{F06B12C0-1C30-4FA7-BBA9-9EF3529275D3}"/>
                </a:ext>
              </a:extLst>
            </p:cNvPr>
            <p:cNvSpPr txBox="1"/>
            <p:nvPr/>
          </p:nvSpPr>
          <p:spPr>
            <a:xfrm>
              <a:off x="11188109" y="3986911"/>
              <a:ext cx="54053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3200" i="1" dirty="0">
                  <a:solidFill>
                    <a:schemeClr val="bg1"/>
                  </a:solidFill>
                  <a:latin typeface="Playfair Display" pitchFamily="2" charset="0"/>
                </a:rPr>
                <a:t>M</a:t>
              </a:r>
            </a:p>
          </p:txBody>
        </p:sp>
        <p:sp>
          <p:nvSpPr>
            <p:cNvPr id="415" name="ZoneTexte 414">
              <a:extLst>
                <a:ext uri="{FF2B5EF4-FFF2-40B4-BE49-F238E27FC236}">
                  <a16:creationId xmlns:a16="http://schemas.microsoft.com/office/drawing/2014/main" id="{D46547AD-576D-4387-991C-AC1C1BF3A07B}"/>
                </a:ext>
              </a:extLst>
            </p:cNvPr>
            <p:cNvSpPr txBox="1"/>
            <p:nvPr/>
          </p:nvSpPr>
          <p:spPr>
            <a:xfrm rot="19102470">
              <a:off x="10085480" y="2412904"/>
              <a:ext cx="2420856" cy="461665"/>
            </a:xfrm>
            <a:prstGeom prst="rect">
              <a:avLst/>
            </a:prstGeom>
            <a:solidFill>
              <a:schemeClr val="bg1">
                <a:lumMod val="65000"/>
                <a:alpha val="902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fr-FR" sz="2400" i="1" dirty="0" err="1">
                  <a:solidFill>
                    <a:schemeClr val="bg1"/>
                  </a:solidFill>
                  <a:latin typeface="Playfair Display" pitchFamily="2" charset="0"/>
                </a:rPr>
                <a:t>Lê</a:t>
              </a:r>
              <a:r>
                <a:rPr lang="fr-FR" sz="2400" i="1" dirty="0">
                  <a:solidFill>
                    <a:schemeClr val="bg1"/>
                  </a:solidFill>
                  <a:latin typeface="Playfair Display" pitchFamily="2" charset="0"/>
                </a:rPr>
                <a:t> </a:t>
              </a:r>
              <a:r>
                <a:rPr lang="fr-FR" sz="2400" i="1" dirty="0" err="1">
                  <a:solidFill>
                    <a:schemeClr val="bg1"/>
                  </a:solidFill>
                  <a:latin typeface="Playfair Display" pitchFamily="2" charset="0"/>
                </a:rPr>
                <a:t>Ngọc</a:t>
              </a:r>
              <a:r>
                <a:rPr lang="fr-FR" sz="2400" i="1" dirty="0">
                  <a:solidFill>
                    <a:schemeClr val="bg1"/>
                  </a:solidFill>
                  <a:latin typeface="Playfair Display" pitchFamily="2" charset="0"/>
                </a:rPr>
                <a:t> </a:t>
              </a:r>
              <a:r>
                <a:rPr lang="fr-FR" sz="2400" i="1" dirty="0" err="1">
                  <a:solidFill>
                    <a:schemeClr val="bg1"/>
                  </a:solidFill>
                  <a:latin typeface="Playfair Display" pitchFamily="2" charset="0"/>
                </a:rPr>
                <a:t>Khả</a:t>
              </a:r>
              <a:r>
                <a:rPr lang="fr-FR" sz="2400" i="1" dirty="0">
                  <a:solidFill>
                    <a:schemeClr val="bg1"/>
                  </a:solidFill>
                  <a:latin typeface="Playfair Display" pitchFamily="2" charset="0"/>
                </a:rPr>
                <a:t> </a:t>
              </a:r>
              <a:r>
                <a:rPr lang="fr-FR" sz="2400" i="1" dirty="0" err="1">
                  <a:solidFill>
                    <a:schemeClr val="bg1"/>
                  </a:solidFill>
                  <a:latin typeface="Playfair Display" pitchFamily="2" charset="0"/>
                </a:rPr>
                <a:t>Nhi</a:t>
              </a:r>
              <a:endParaRPr lang="fr-FR" sz="2400" i="1" dirty="0">
                <a:solidFill>
                  <a:schemeClr val="bg1"/>
                </a:solidFill>
                <a:latin typeface="Playfair Display" pitchFamily="2" charset="0"/>
              </a:endParaRPr>
            </a:p>
          </p:txBody>
        </p:sp>
        <p:sp>
          <p:nvSpPr>
            <p:cNvPr id="416" name="ZoneTexte 415">
              <a:extLst>
                <a:ext uri="{FF2B5EF4-FFF2-40B4-BE49-F238E27FC236}">
                  <a16:creationId xmlns:a16="http://schemas.microsoft.com/office/drawing/2014/main" id="{31279C32-7D76-4760-AB9D-4C597B8923A2}"/>
                </a:ext>
              </a:extLst>
            </p:cNvPr>
            <p:cNvSpPr txBox="1"/>
            <p:nvPr/>
          </p:nvSpPr>
          <p:spPr>
            <a:xfrm rot="19102470">
              <a:off x="10443438" y="5478828"/>
              <a:ext cx="2420856" cy="461665"/>
            </a:xfrm>
            <a:prstGeom prst="rect">
              <a:avLst/>
            </a:prstGeom>
            <a:solidFill>
              <a:schemeClr val="bg1">
                <a:lumMod val="65000"/>
                <a:alpha val="902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fr-FR" sz="2400" i="1" dirty="0" err="1">
                  <a:solidFill>
                    <a:schemeClr val="bg1"/>
                  </a:solidFill>
                  <a:latin typeface="Playfair Display" pitchFamily="2" charset="0"/>
                </a:rPr>
                <a:t>Lê</a:t>
              </a:r>
              <a:r>
                <a:rPr lang="fr-FR" sz="2400" i="1" dirty="0">
                  <a:solidFill>
                    <a:schemeClr val="bg1"/>
                  </a:solidFill>
                  <a:latin typeface="Playfair Display" pitchFamily="2" charset="0"/>
                </a:rPr>
                <a:t> </a:t>
              </a:r>
              <a:r>
                <a:rPr lang="fr-FR" sz="2400" i="1" dirty="0" err="1">
                  <a:solidFill>
                    <a:schemeClr val="bg1"/>
                  </a:solidFill>
                  <a:latin typeface="Playfair Display" pitchFamily="2" charset="0"/>
                </a:rPr>
                <a:t>Ngọc</a:t>
              </a:r>
              <a:r>
                <a:rPr lang="fr-FR" sz="2400" i="1" dirty="0">
                  <a:solidFill>
                    <a:schemeClr val="bg1"/>
                  </a:solidFill>
                  <a:latin typeface="Playfair Display" pitchFamily="2" charset="0"/>
                </a:rPr>
                <a:t> </a:t>
              </a:r>
              <a:r>
                <a:rPr lang="fr-FR" sz="2400" i="1" dirty="0" err="1">
                  <a:solidFill>
                    <a:schemeClr val="bg1"/>
                  </a:solidFill>
                  <a:latin typeface="Playfair Display" pitchFamily="2" charset="0"/>
                </a:rPr>
                <a:t>Khả</a:t>
              </a:r>
              <a:r>
                <a:rPr lang="fr-FR" sz="2400" i="1" dirty="0">
                  <a:solidFill>
                    <a:schemeClr val="bg1"/>
                  </a:solidFill>
                  <a:latin typeface="Playfair Display" pitchFamily="2" charset="0"/>
                </a:rPr>
                <a:t> </a:t>
              </a:r>
              <a:r>
                <a:rPr lang="fr-FR" sz="2400" i="1" dirty="0" err="1">
                  <a:solidFill>
                    <a:schemeClr val="bg1"/>
                  </a:solidFill>
                  <a:latin typeface="Playfair Display" pitchFamily="2" charset="0"/>
                </a:rPr>
                <a:t>Nhi</a:t>
              </a:r>
              <a:endParaRPr lang="fr-FR" sz="2400" i="1" dirty="0">
                <a:solidFill>
                  <a:schemeClr val="bg1"/>
                </a:solidFill>
                <a:latin typeface="Playfair Display" pitchFamily="2" charset="0"/>
              </a:endParaRPr>
            </a:p>
          </p:txBody>
        </p:sp>
        <p:sp>
          <p:nvSpPr>
            <p:cNvPr id="414" name="ZoneTexte 413">
              <a:extLst>
                <a:ext uri="{FF2B5EF4-FFF2-40B4-BE49-F238E27FC236}">
                  <a16:creationId xmlns:a16="http://schemas.microsoft.com/office/drawing/2014/main" id="{4F3F47B9-8707-4621-997B-36D3BC6FA77C}"/>
                </a:ext>
              </a:extLst>
            </p:cNvPr>
            <p:cNvSpPr txBox="1"/>
            <p:nvPr/>
          </p:nvSpPr>
          <p:spPr>
            <a:xfrm>
              <a:off x="11041367" y="5950909"/>
              <a:ext cx="98456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i="1" dirty="0" err="1">
                  <a:latin typeface="Playfair Display" pitchFamily="2" charset="0"/>
                </a:rPr>
                <a:t>Dữ</a:t>
              </a:r>
              <a:r>
                <a:rPr lang="fr-FR" sz="2000" i="1" dirty="0">
                  <a:latin typeface="Playfair Display" pitchFamily="2" charset="0"/>
                </a:rPr>
                <a:t> </a:t>
              </a:r>
              <a:r>
                <a:rPr lang="fr-FR" sz="2000" i="1" dirty="0" err="1">
                  <a:latin typeface="Playfair Display" pitchFamily="2" charset="0"/>
                </a:rPr>
                <a:t>liệu</a:t>
              </a:r>
              <a:endParaRPr lang="fr-FR" sz="2000" i="1" dirty="0">
                <a:latin typeface="Playfair Display" pitchFamily="2" charset="0"/>
              </a:endParaRPr>
            </a:p>
          </p:txBody>
        </p:sp>
        <p:cxnSp>
          <p:nvCxnSpPr>
            <p:cNvPr id="417" name="Connecteur : en angle 416">
              <a:extLst>
                <a:ext uri="{FF2B5EF4-FFF2-40B4-BE49-F238E27FC236}">
                  <a16:creationId xmlns:a16="http://schemas.microsoft.com/office/drawing/2014/main" id="{8C7E1CBA-A7E3-4C13-A952-9C0F6C147167}"/>
                </a:ext>
              </a:extLst>
            </p:cNvPr>
            <p:cNvCxnSpPr>
              <a:cxnSpLocks/>
              <a:endCxn id="410" idx="3"/>
            </p:cNvCxnSpPr>
            <p:nvPr/>
          </p:nvCxnSpPr>
          <p:spPr>
            <a:xfrm flipV="1">
              <a:off x="10509033" y="4653786"/>
              <a:ext cx="949343" cy="615528"/>
            </a:xfrm>
            <a:prstGeom prst="bentConnector2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13" name="Image 412">
              <a:extLst>
                <a:ext uri="{FF2B5EF4-FFF2-40B4-BE49-F238E27FC236}">
                  <a16:creationId xmlns:a16="http://schemas.microsoft.com/office/drawing/2014/main" id="{BEE25093-B53D-47FC-9090-9D18B02CBC3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1093202" y="5062767"/>
              <a:ext cx="991670" cy="732776"/>
            </a:xfrm>
            <a:prstGeom prst="rect">
              <a:avLst/>
            </a:prstGeom>
            <a:scene3d>
              <a:camera prst="isometricLeftDown"/>
              <a:lightRig rig="threePt" dir="t"/>
            </a:scene3d>
          </p:spPr>
        </p:pic>
        <p:cxnSp>
          <p:nvCxnSpPr>
            <p:cNvPr id="422" name="Connecteur droit avec flèche 421">
              <a:extLst>
                <a:ext uri="{FF2B5EF4-FFF2-40B4-BE49-F238E27FC236}">
                  <a16:creationId xmlns:a16="http://schemas.microsoft.com/office/drawing/2014/main" id="{5959D66C-54EA-431D-ACDF-33895C4647F4}"/>
                </a:ext>
              </a:extLst>
            </p:cNvPr>
            <p:cNvCxnSpPr>
              <a:cxnSpLocks/>
            </p:cNvCxnSpPr>
            <p:nvPr/>
          </p:nvCxnSpPr>
          <p:spPr>
            <a:xfrm>
              <a:off x="11834348" y="4463888"/>
              <a:ext cx="1039683" cy="606906"/>
            </a:xfrm>
            <a:prstGeom prst="straightConnector1">
              <a:avLst/>
            </a:prstGeom>
            <a:ln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0" name="ZoneTexte 319">
              <a:extLst>
                <a:ext uri="{FF2B5EF4-FFF2-40B4-BE49-F238E27FC236}">
                  <a16:creationId xmlns:a16="http://schemas.microsoft.com/office/drawing/2014/main" id="{5544F7CA-1E30-4D60-B2A2-EE7A368B5C83}"/>
                </a:ext>
              </a:extLst>
            </p:cNvPr>
            <p:cNvSpPr txBox="1"/>
            <p:nvPr/>
          </p:nvSpPr>
          <p:spPr>
            <a:xfrm>
              <a:off x="13115810" y="3221192"/>
              <a:ext cx="188865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i="1" dirty="0" err="1">
                  <a:latin typeface="Playfair Display" pitchFamily="2" charset="0"/>
                </a:rPr>
                <a:t>Deep</a:t>
              </a:r>
              <a:r>
                <a:rPr lang="fr-FR" sz="2000" i="1" dirty="0">
                  <a:latin typeface="Playfair Display" pitchFamily="2" charset="0"/>
                </a:rPr>
                <a:t> </a:t>
              </a:r>
              <a:r>
                <a:rPr lang="fr-FR" sz="2000" i="1" dirty="0" err="1">
                  <a:latin typeface="Playfair Display" pitchFamily="2" charset="0"/>
                </a:rPr>
                <a:t>learning</a:t>
              </a:r>
              <a:r>
                <a:rPr lang="fr-FR" sz="2000" i="1" dirty="0">
                  <a:latin typeface="Playfair Display" pitchFamily="2" charset="0"/>
                </a:rPr>
                <a:t> ?</a:t>
              </a:r>
            </a:p>
          </p:txBody>
        </p:sp>
        <p:sp>
          <p:nvSpPr>
            <p:cNvPr id="424" name="ZoneTexte 423">
              <a:extLst>
                <a:ext uri="{FF2B5EF4-FFF2-40B4-BE49-F238E27FC236}">
                  <a16:creationId xmlns:a16="http://schemas.microsoft.com/office/drawing/2014/main" id="{66D211C7-063E-4AA9-A274-F8D9E54D7B33}"/>
                </a:ext>
              </a:extLst>
            </p:cNvPr>
            <p:cNvSpPr txBox="1"/>
            <p:nvPr/>
          </p:nvSpPr>
          <p:spPr>
            <a:xfrm>
              <a:off x="8785520" y="1432753"/>
              <a:ext cx="139814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i="1" dirty="0" err="1">
                  <a:latin typeface="Playfair Display" pitchFamily="2" charset="0"/>
                </a:rPr>
                <a:t>Dữ</a:t>
              </a:r>
              <a:r>
                <a:rPr lang="fr-FR" sz="2000" i="1" dirty="0">
                  <a:latin typeface="Playfair Display" pitchFamily="2" charset="0"/>
                </a:rPr>
                <a:t> </a:t>
              </a:r>
              <a:r>
                <a:rPr lang="fr-FR" sz="2000" i="1" dirty="0" err="1">
                  <a:latin typeface="Playfair Display" pitchFamily="2" charset="0"/>
                </a:rPr>
                <a:t>liệu</a:t>
              </a:r>
              <a:r>
                <a:rPr lang="fr-FR" sz="2000" i="1" dirty="0">
                  <a:latin typeface="Playfair Display" pitchFamily="2" charset="0"/>
                </a:rPr>
                <a:t> </a:t>
              </a:r>
              <a:r>
                <a:rPr lang="fr-FR" sz="2000" i="1" dirty="0" err="1">
                  <a:latin typeface="Playfair Display" pitchFamily="2" charset="0"/>
                </a:rPr>
                <a:t>thô</a:t>
              </a:r>
              <a:endParaRPr lang="fr-FR" sz="2000" i="1" dirty="0">
                <a:latin typeface="Playfair Display" pitchFamily="2" charset="0"/>
              </a:endParaRPr>
            </a:p>
          </p:txBody>
        </p:sp>
        <p:sp>
          <p:nvSpPr>
            <p:cNvPr id="426" name="Flèche : bas 425">
              <a:extLst>
                <a:ext uri="{FF2B5EF4-FFF2-40B4-BE49-F238E27FC236}">
                  <a16:creationId xmlns:a16="http://schemas.microsoft.com/office/drawing/2014/main" id="{A6FD1190-4C46-4290-8C15-7281F9C86F65}"/>
                </a:ext>
              </a:extLst>
            </p:cNvPr>
            <p:cNvSpPr/>
            <p:nvPr/>
          </p:nvSpPr>
          <p:spPr>
            <a:xfrm>
              <a:off x="11278551" y="3426295"/>
              <a:ext cx="310486" cy="443070"/>
            </a:xfrm>
            <a:prstGeom prst="downArrow">
              <a:avLst>
                <a:gd name="adj1" fmla="val 42307"/>
                <a:gd name="adj2" fmla="val 5000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27" name="ZoneTexte 426">
              <a:extLst>
                <a:ext uri="{FF2B5EF4-FFF2-40B4-BE49-F238E27FC236}">
                  <a16:creationId xmlns:a16="http://schemas.microsoft.com/office/drawing/2014/main" id="{809B6BF5-5FD1-44FA-9B56-BF5278F50C92}"/>
                </a:ext>
              </a:extLst>
            </p:cNvPr>
            <p:cNvSpPr txBox="1"/>
            <p:nvPr/>
          </p:nvSpPr>
          <p:spPr>
            <a:xfrm>
              <a:off x="9512660" y="3827223"/>
              <a:ext cx="167866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i="1" dirty="0" err="1">
                  <a:latin typeface="Playfair Display" pitchFamily="2" charset="0"/>
                </a:rPr>
                <a:t>Huấn</a:t>
              </a:r>
              <a:r>
                <a:rPr lang="fr-FR" sz="2000" i="1" dirty="0">
                  <a:latin typeface="Playfair Display" pitchFamily="2" charset="0"/>
                </a:rPr>
                <a:t> </a:t>
              </a:r>
              <a:r>
                <a:rPr lang="fr-FR" sz="2000" i="1" dirty="0" err="1">
                  <a:latin typeface="Playfair Display" pitchFamily="2" charset="0"/>
                </a:rPr>
                <a:t>luyện</a:t>
              </a:r>
              <a:r>
                <a:rPr lang="fr-FR" sz="2000" i="1" dirty="0">
                  <a:latin typeface="Playfair Display" pitchFamily="2" charset="0"/>
                </a:rPr>
                <a:t>…</a:t>
              </a:r>
            </a:p>
          </p:txBody>
        </p:sp>
        <p:sp>
          <p:nvSpPr>
            <p:cNvPr id="428" name="ZoneTexte 427">
              <a:extLst>
                <a:ext uri="{FF2B5EF4-FFF2-40B4-BE49-F238E27FC236}">
                  <a16:creationId xmlns:a16="http://schemas.microsoft.com/office/drawing/2014/main" id="{49BEBB30-CD99-45CE-A6A2-5FC81B4ED927}"/>
                </a:ext>
              </a:extLst>
            </p:cNvPr>
            <p:cNvSpPr txBox="1"/>
            <p:nvPr/>
          </p:nvSpPr>
          <p:spPr>
            <a:xfrm>
              <a:off x="9031505" y="5795543"/>
              <a:ext cx="16834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i="1" dirty="0" err="1">
                  <a:latin typeface="Playfair Display" pitchFamily="2" charset="0"/>
                </a:rPr>
                <a:t>Bệnh</a:t>
              </a:r>
              <a:r>
                <a:rPr lang="fr-FR" i="1" dirty="0">
                  <a:latin typeface="Playfair Display" pitchFamily="2" charset="0"/>
                </a:rPr>
                <a:t> </a:t>
              </a:r>
              <a:r>
                <a:rPr lang="fr-FR" i="1" dirty="0" err="1">
                  <a:latin typeface="Playfair Display" pitchFamily="2" charset="0"/>
                </a:rPr>
                <a:t>nhân</a:t>
              </a:r>
              <a:r>
                <a:rPr lang="fr-FR" i="1" dirty="0">
                  <a:latin typeface="Playfair Display" pitchFamily="2" charset="0"/>
                </a:rPr>
                <a:t> </a:t>
              </a:r>
              <a:r>
                <a:rPr lang="fr-FR" i="1" dirty="0" err="1">
                  <a:latin typeface="Playfair Display" pitchFamily="2" charset="0"/>
                </a:rPr>
                <a:t>mới</a:t>
              </a:r>
              <a:endParaRPr lang="fr-FR" i="1" dirty="0">
                <a:latin typeface="Playfair Display" pitchFamily="2" charset="0"/>
              </a:endParaRPr>
            </a:p>
          </p:txBody>
        </p:sp>
        <p:sp>
          <p:nvSpPr>
            <p:cNvPr id="429" name="ZoneTexte 428">
              <a:extLst>
                <a:ext uri="{FF2B5EF4-FFF2-40B4-BE49-F238E27FC236}">
                  <a16:creationId xmlns:a16="http://schemas.microsoft.com/office/drawing/2014/main" id="{908F0C4A-C918-4FC3-ACC0-D9F70756F335}"/>
                </a:ext>
              </a:extLst>
            </p:cNvPr>
            <p:cNvSpPr txBox="1"/>
            <p:nvPr/>
          </p:nvSpPr>
          <p:spPr>
            <a:xfrm>
              <a:off x="6571103" y="2171787"/>
              <a:ext cx="161935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i="1" dirty="0" err="1">
                  <a:latin typeface="Playfair Display" pitchFamily="2" charset="0"/>
                </a:rPr>
                <a:t>Thăm</a:t>
              </a:r>
              <a:r>
                <a:rPr lang="fr-FR" sz="1600" i="1" dirty="0">
                  <a:latin typeface="Playfair Display" pitchFamily="2" charset="0"/>
                </a:rPr>
                <a:t> </a:t>
              </a:r>
              <a:r>
                <a:rPr lang="fr-FR" sz="1600" i="1" dirty="0" err="1">
                  <a:latin typeface="Playfair Display" pitchFamily="2" charset="0"/>
                </a:rPr>
                <a:t>dò</a:t>
              </a:r>
              <a:r>
                <a:rPr lang="fr-FR" sz="1600" i="1" dirty="0">
                  <a:latin typeface="Playfair Display" pitchFamily="2" charset="0"/>
                </a:rPr>
                <a:t> </a:t>
              </a:r>
              <a:r>
                <a:rPr lang="fr-FR" sz="1600" i="1" dirty="0" err="1">
                  <a:latin typeface="Playfair Display" pitchFamily="2" charset="0"/>
                </a:rPr>
                <a:t>dữ</a:t>
              </a:r>
              <a:r>
                <a:rPr lang="fr-FR" sz="1600" i="1" dirty="0">
                  <a:latin typeface="Playfair Display" pitchFamily="2" charset="0"/>
                </a:rPr>
                <a:t> </a:t>
              </a:r>
              <a:r>
                <a:rPr lang="fr-FR" sz="1600" i="1" dirty="0" err="1">
                  <a:latin typeface="Playfair Display" pitchFamily="2" charset="0"/>
                </a:rPr>
                <a:t>liệu</a:t>
              </a:r>
              <a:endParaRPr lang="fr-FR" sz="1600" i="1" dirty="0">
                <a:latin typeface="Playfair Display" pitchFamily="2" charset="0"/>
              </a:endParaRPr>
            </a:p>
          </p:txBody>
        </p:sp>
        <p:sp>
          <p:nvSpPr>
            <p:cNvPr id="316" name="ZoneTexte 315">
              <a:extLst>
                <a:ext uri="{FF2B5EF4-FFF2-40B4-BE49-F238E27FC236}">
                  <a16:creationId xmlns:a16="http://schemas.microsoft.com/office/drawing/2014/main" id="{7A773457-3B49-4F04-A389-607C9F67ACCB}"/>
                </a:ext>
              </a:extLst>
            </p:cNvPr>
            <p:cNvSpPr txBox="1"/>
            <p:nvPr/>
          </p:nvSpPr>
          <p:spPr>
            <a:xfrm rot="16200000">
              <a:off x="-4676598" y="5259680"/>
              <a:ext cx="1980029" cy="369332"/>
            </a:xfrm>
            <a:prstGeom prst="rect">
              <a:avLst/>
            </a:prstGeom>
            <a:solidFill>
              <a:srgbClr val="C5E8DD"/>
            </a:solidFill>
          </p:spPr>
          <p:txBody>
            <a:bodyPr wrap="none" rtlCol="0">
              <a:spAutoFit/>
            </a:bodyPr>
            <a:lstStyle/>
            <a:p>
              <a:r>
                <a:rPr lang="fr-FR" dirty="0">
                  <a:latin typeface="Playfair Display" pitchFamily="2" charset="0"/>
                </a:rPr>
                <a:t>Sinh </a:t>
              </a:r>
              <a:r>
                <a:rPr lang="fr-FR" dirty="0" err="1">
                  <a:latin typeface="Playfair Display" pitchFamily="2" charset="0"/>
                </a:rPr>
                <a:t>lý</a:t>
              </a:r>
              <a:r>
                <a:rPr lang="fr-FR" dirty="0">
                  <a:latin typeface="Playfair Display" pitchFamily="2" charset="0"/>
                </a:rPr>
                <a:t> </a:t>
              </a:r>
              <a:r>
                <a:rPr lang="fr-FR" dirty="0" err="1">
                  <a:latin typeface="Playfair Display" pitchFamily="2" charset="0"/>
                </a:rPr>
                <a:t>học</a:t>
              </a:r>
              <a:r>
                <a:rPr lang="fr-FR" dirty="0">
                  <a:latin typeface="Playfair Display" pitchFamily="2" charset="0"/>
                </a:rPr>
                <a:t>/Y </a:t>
              </a:r>
              <a:r>
                <a:rPr lang="fr-FR" dirty="0" err="1">
                  <a:latin typeface="Playfair Display" pitchFamily="2" charset="0"/>
                </a:rPr>
                <a:t>học</a:t>
              </a:r>
              <a:endParaRPr lang="fr-FR" dirty="0">
                <a:latin typeface="Playfair Display" pitchFamily="2" charset="0"/>
              </a:endParaRPr>
            </a:p>
          </p:txBody>
        </p:sp>
        <p:sp>
          <p:nvSpPr>
            <p:cNvPr id="317" name="ZoneTexte 316">
              <a:extLst>
                <a:ext uri="{FF2B5EF4-FFF2-40B4-BE49-F238E27FC236}">
                  <a16:creationId xmlns:a16="http://schemas.microsoft.com/office/drawing/2014/main" id="{6B4FF67A-B4BE-4045-B2ED-3EA7C158CD2D}"/>
                </a:ext>
              </a:extLst>
            </p:cNvPr>
            <p:cNvSpPr txBox="1"/>
            <p:nvPr/>
          </p:nvSpPr>
          <p:spPr>
            <a:xfrm rot="16200000">
              <a:off x="-4547574" y="2884990"/>
              <a:ext cx="1736373" cy="3693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fr-FR" dirty="0" err="1">
                  <a:latin typeface="Playfair Display" pitchFamily="2" charset="0"/>
                </a:rPr>
                <a:t>Kỹ</a:t>
              </a:r>
              <a:r>
                <a:rPr lang="fr-FR" dirty="0">
                  <a:latin typeface="Playfair Display" pitchFamily="2" charset="0"/>
                </a:rPr>
                <a:t> </a:t>
              </a:r>
              <a:r>
                <a:rPr lang="fr-FR" dirty="0" err="1">
                  <a:latin typeface="Playfair Display" pitchFamily="2" charset="0"/>
                </a:rPr>
                <a:t>thuật</a:t>
              </a:r>
              <a:r>
                <a:rPr lang="fr-FR" dirty="0">
                  <a:latin typeface="Playfair Display" pitchFamily="2" charset="0"/>
                </a:rPr>
                <a:t> y </a:t>
              </a:r>
              <a:r>
                <a:rPr lang="fr-FR" dirty="0" err="1">
                  <a:latin typeface="Playfair Display" pitchFamily="2" charset="0"/>
                </a:rPr>
                <a:t>sinh</a:t>
              </a:r>
              <a:endParaRPr lang="fr-FR" dirty="0">
                <a:latin typeface="Playfair Display" pitchFamily="2" charset="0"/>
              </a:endParaRPr>
            </a:p>
          </p:txBody>
        </p:sp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2BC73469-EA71-4960-AFC7-0E0233C642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503651" y="1277238"/>
              <a:ext cx="836171" cy="823994"/>
            </a:xfrm>
            <a:prstGeom prst="rect">
              <a:avLst/>
            </a:prstGeom>
          </p:spPr>
        </p:pic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88CBDEAA-C398-4F8C-8B90-CE8A2DFB18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494101" y="1253223"/>
              <a:ext cx="838889" cy="848531"/>
            </a:xfrm>
            <a:prstGeom prst="rect">
              <a:avLst/>
            </a:prstGeom>
          </p:spPr>
        </p:pic>
        <p:sp>
          <p:nvSpPr>
            <p:cNvPr id="318" name="ZoneTexte 317">
              <a:extLst>
                <a:ext uri="{FF2B5EF4-FFF2-40B4-BE49-F238E27FC236}">
                  <a16:creationId xmlns:a16="http://schemas.microsoft.com/office/drawing/2014/main" id="{FB1A4E5E-8812-4C42-8CA7-9176890E387E}"/>
                </a:ext>
              </a:extLst>
            </p:cNvPr>
            <p:cNvSpPr txBox="1"/>
            <p:nvPr/>
          </p:nvSpPr>
          <p:spPr>
            <a:xfrm>
              <a:off x="3724049" y="6724019"/>
              <a:ext cx="24400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i="1" dirty="0" err="1">
                  <a:latin typeface="Playfair Display" pitchFamily="2" charset="0"/>
                </a:rPr>
                <a:t>Chuyên</a:t>
              </a:r>
              <a:r>
                <a:rPr lang="fr-FR" i="1" dirty="0">
                  <a:latin typeface="Playfair Display" pitchFamily="2" charset="0"/>
                </a:rPr>
                <a:t> </a:t>
              </a:r>
              <a:r>
                <a:rPr lang="fr-FR" i="1" dirty="0" err="1">
                  <a:latin typeface="Playfair Display" pitchFamily="2" charset="0"/>
                </a:rPr>
                <a:t>viên</a:t>
              </a:r>
              <a:r>
                <a:rPr lang="fr-FR" i="1" dirty="0">
                  <a:latin typeface="Playfair Display" pitchFamily="2" charset="0"/>
                </a:rPr>
                <a:t> </a:t>
              </a:r>
              <a:r>
                <a:rPr lang="fr-FR" i="1" dirty="0" err="1">
                  <a:latin typeface="Playfair Display" pitchFamily="2" charset="0"/>
                </a:rPr>
                <a:t>phòng</a:t>
              </a:r>
              <a:r>
                <a:rPr lang="fr-FR" i="1" dirty="0">
                  <a:latin typeface="Playfair Display" pitchFamily="2" charset="0"/>
                </a:rPr>
                <a:t> </a:t>
              </a:r>
              <a:r>
                <a:rPr lang="fr-FR" i="1" dirty="0" err="1">
                  <a:latin typeface="Playfair Display" pitchFamily="2" charset="0"/>
                </a:rPr>
                <a:t>lab</a:t>
              </a:r>
              <a:endParaRPr lang="fr-FR" i="1" dirty="0">
                <a:latin typeface="Playfair Display" pitchFamily="2" charset="0"/>
              </a:endParaRPr>
            </a:p>
          </p:txBody>
        </p:sp>
        <p:sp>
          <p:nvSpPr>
            <p:cNvPr id="328" name="Flèche : bas 327">
              <a:extLst>
                <a:ext uri="{FF2B5EF4-FFF2-40B4-BE49-F238E27FC236}">
                  <a16:creationId xmlns:a16="http://schemas.microsoft.com/office/drawing/2014/main" id="{09D4DC3F-B18F-4A97-86AF-C9E7A191EB6D}"/>
                </a:ext>
              </a:extLst>
            </p:cNvPr>
            <p:cNvSpPr/>
            <p:nvPr/>
          </p:nvSpPr>
          <p:spPr>
            <a:xfrm flipV="1">
              <a:off x="4186537" y="6213729"/>
              <a:ext cx="199014" cy="451642"/>
            </a:xfrm>
            <a:prstGeom prst="downArrow">
              <a:avLst>
                <a:gd name="adj1" fmla="val 42307"/>
                <a:gd name="adj2" fmla="val 5000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29" name="Flèche : bas 328">
              <a:extLst>
                <a:ext uri="{FF2B5EF4-FFF2-40B4-BE49-F238E27FC236}">
                  <a16:creationId xmlns:a16="http://schemas.microsoft.com/office/drawing/2014/main" id="{C53027B2-BDC0-4FEC-B894-87A716873283}"/>
                </a:ext>
              </a:extLst>
            </p:cNvPr>
            <p:cNvSpPr/>
            <p:nvPr/>
          </p:nvSpPr>
          <p:spPr>
            <a:xfrm flipV="1">
              <a:off x="5483055" y="6196121"/>
              <a:ext cx="199014" cy="451642"/>
            </a:xfrm>
            <a:prstGeom prst="downArrow">
              <a:avLst>
                <a:gd name="adj1" fmla="val 42307"/>
                <a:gd name="adj2" fmla="val 5000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3FB6477F-E9BB-4038-A996-9D8CBB243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saturation sat="4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2980808" y="5693590"/>
              <a:ext cx="1482176" cy="941643"/>
            </a:xfrm>
            <a:prstGeom prst="rect">
              <a:avLst/>
            </a:prstGeom>
          </p:spPr>
        </p:pic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5FF9ACC8-079D-4828-B352-FF1B507EFA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sharpenSoften amount="50000"/>
                      </a14:imgEffect>
                      <a14:imgEffect>
                        <a14:saturation sat="400000"/>
                      </a14:imgEffect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00546" y="4423919"/>
              <a:ext cx="1173811" cy="1189602"/>
            </a:xfrm>
            <a:prstGeom prst="rect">
              <a:avLst/>
            </a:prstGeom>
          </p:spPr>
        </p:pic>
        <p:pic>
          <p:nvPicPr>
            <p:cNvPr id="19" name="Image 18">
              <a:extLst>
                <a:ext uri="{FF2B5EF4-FFF2-40B4-BE49-F238E27FC236}">
                  <a16:creationId xmlns:a16="http://schemas.microsoft.com/office/drawing/2014/main" id="{2E0BA5D5-B4BF-4DFC-B8C0-2639D30FBD6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0312837" y="1202166"/>
              <a:ext cx="1007344" cy="730967"/>
            </a:xfrm>
            <a:prstGeom prst="rect">
              <a:avLst/>
            </a:prstGeom>
            <a:scene3d>
              <a:camera prst="isometricLeftDown"/>
              <a:lightRig rig="threePt" dir="t"/>
            </a:scene3d>
          </p:spPr>
        </p:pic>
      </p:grpSp>
    </p:spTree>
    <p:extLst>
      <p:ext uri="{BB962C8B-B14F-4D97-AF65-F5344CB8AC3E}">
        <p14:creationId xmlns:p14="http://schemas.microsoft.com/office/powerpoint/2010/main" val="114165456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647</TotalTime>
  <Words>177</Words>
  <PresentationFormat>Grand écran</PresentationFormat>
  <Paragraphs>52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Plantin Infant MT Std</vt:lpstr>
      <vt:lpstr>Playfair Display</vt:lpstr>
      <vt:lpstr>Thème 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2021-02-24T13:16:50Z</dcterms:created>
  <dcterms:modified xsi:type="dcterms:W3CDTF">2021-02-26T13:59:50Z</dcterms:modified>
</cp:coreProperties>
</file>