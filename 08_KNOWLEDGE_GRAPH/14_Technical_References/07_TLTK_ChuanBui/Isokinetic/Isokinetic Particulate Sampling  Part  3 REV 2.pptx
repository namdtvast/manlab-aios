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6" r:id="rId3"/>
    <p:sldId id="264" r:id="rId4"/>
    <p:sldId id="267" r:id="rId5"/>
    <p:sldId id="268" r:id="rId6"/>
    <p:sldId id="258" r:id="rId7"/>
    <p:sldId id="259" r:id="rId8"/>
    <p:sldId id="270" r:id="rId9"/>
    <p:sldId id="269" r:id="rId10"/>
    <p:sldId id="271" r:id="rId11"/>
    <p:sldId id="260" r:id="rId12"/>
    <p:sldId id="274" r:id="rId13"/>
    <p:sldId id="261" r:id="rId14"/>
    <p:sldId id="262" r:id="rId15"/>
    <p:sldId id="257" r:id="rId16"/>
    <p:sldId id="263" r:id="rId17"/>
    <p:sldId id="272" r:id="rId18"/>
    <p:sldId id="273" r:id="rId19"/>
  </p:sldIdLst>
  <p:sldSz cx="9906000" cy="6858000" type="A4"/>
  <p:notesSz cx="6888163" cy="962342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3333FF"/>
    <a:srgbClr val="006600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2787"/>
    <p:restoredTop sz="90929"/>
  </p:normalViewPr>
  <p:slideViewPr>
    <p:cSldViewPr>
      <p:cViewPr varScale="1">
        <p:scale>
          <a:sx n="71" d="100"/>
          <a:sy n="71" d="100"/>
        </p:scale>
        <p:origin x="1554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>
            <a:extLst>
              <a:ext uri="{FF2B5EF4-FFF2-40B4-BE49-F238E27FC236}">
                <a16:creationId xmlns:a16="http://schemas.microsoft.com/office/drawing/2014/main" xmlns="" id="{E931AE02-6F5F-4308-8F8E-33D5ABDE9C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8" tIns="47174" rIns="94348" bIns="47174" numCol="1" anchor="t" anchorCtr="0" compatLnSpc="1">
            <a:prstTxWarp prst="textNoShape">
              <a:avLst/>
            </a:prstTxWarp>
          </a:bodyPr>
          <a:lstStyle>
            <a:lvl1pPr defTabSz="942975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39" name="Rectangle 1027">
            <a:extLst>
              <a:ext uri="{FF2B5EF4-FFF2-40B4-BE49-F238E27FC236}">
                <a16:creationId xmlns:a16="http://schemas.microsoft.com/office/drawing/2014/main" xmlns="" id="{1B711120-88A1-455C-9B4A-0DB9FFE0D2F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3663" y="0"/>
            <a:ext cx="298450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8" tIns="47174" rIns="94348" bIns="47174" numCol="1" anchor="t" anchorCtr="0" compatLnSpc="1">
            <a:prstTxWarp prst="textNoShape">
              <a:avLst/>
            </a:prstTxWarp>
          </a:bodyPr>
          <a:lstStyle>
            <a:lvl1pPr algn="r" defTabSz="942975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1028">
            <a:extLst>
              <a:ext uri="{FF2B5EF4-FFF2-40B4-BE49-F238E27FC236}">
                <a16:creationId xmlns:a16="http://schemas.microsoft.com/office/drawing/2014/main" xmlns="" id="{246102E2-5737-489A-9C18-45B2940B23A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2413"/>
            <a:ext cx="29845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8" tIns="47174" rIns="94348" bIns="47174" numCol="1" anchor="b" anchorCtr="0" compatLnSpc="1">
            <a:prstTxWarp prst="textNoShape">
              <a:avLst/>
            </a:prstTxWarp>
          </a:bodyPr>
          <a:lstStyle>
            <a:lvl1pPr defTabSz="942975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1" name="Rectangle 1029">
            <a:extLst>
              <a:ext uri="{FF2B5EF4-FFF2-40B4-BE49-F238E27FC236}">
                <a16:creationId xmlns:a16="http://schemas.microsoft.com/office/drawing/2014/main" xmlns="" id="{619BC420-D260-466D-8FD7-F3DAD8B4E2E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142413"/>
            <a:ext cx="29845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8" tIns="47174" rIns="94348" bIns="47174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/>
            </a:lvl1pPr>
          </a:lstStyle>
          <a:p>
            <a:fld id="{7E375AEE-2DA3-43B7-B21C-80F64E1EEDED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17408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74EF15CC-6209-4564-BB71-2983A1BAD1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77D56D6-F598-4EC2-8E6D-C1C3D4D3246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0D048BE-0C46-4E8E-80EE-52CA56A2412C}" type="datetimeFigureOut">
              <a:rPr lang="en-US"/>
              <a:pPr>
                <a:defRPr/>
              </a:pPr>
              <a:t>5/24/2021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B02AFB6A-E138-4E4C-ACCF-DE8DC73E11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38200" y="722313"/>
            <a:ext cx="5211763" cy="3608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47E21443-2DF9-4CBC-9322-690E02B65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975" y="4570413"/>
            <a:ext cx="5510213" cy="4330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20892E3-EDCB-4509-BCFD-3EA86040F7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40825"/>
            <a:ext cx="2984500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420F4C3-7FED-4041-9C57-606C916DA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02075" y="9140825"/>
            <a:ext cx="2984500" cy="4810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343B22E-5E61-4819-BB7E-01BFAF31ACF2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806691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xmlns="" id="{019420C3-A73E-41A2-A739-A81FFDA5907B}"/>
              </a:ext>
            </a:extLst>
          </p:cNvPr>
          <p:cNvGrpSpPr>
            <a:grpSpLocks/>
          </p:cNvGrpSpPr>
          <p:nvPr/>
        </p:nvGrpSpPr>
        <p:grpSpPr bwMode="auto">
          <a:xfrm>
            <a:off x="0" y="68263"/>
            <a:ext cx="9404350" cy="6713537"/>
            <a:chOff x="0" y="43"/>
            <a:chExt cx="5467" cy="4229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xmlns="" id="{6A5C2F18-A587-408A-8421-774AF629677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2" y="494"/>
              <a:ext cx="4775" cy="93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xmlns="" id="{F9CB4221-5859-4299-9301-8FA4AAEC834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43"/>
              <a:ext cx="624" cy="4229"/>
              <a:chOff x="0" y="43"/>
              <a:chExt cx="624" cy="4229"/>
            </a:xfrm>
          </p:grpSpPr>
          <p:sp>
            <p:nvSpPr>
              <p:cNvPr id="7" name="Line 5">
                <a:extLst>
                  <a:ext uri="{FF2B5EF4-FFF2-40B4-BE49-F238E27FC236}">
                    <a16:creationId xmlns:a16="http://schemas.microsoft.com/office/drawing/2014/main" xmlns="" id="{27E7AAAF-F1AD-455C-A271-AE05D6439B5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" name="Line 6">
                <a:extLst>
                  <a:ext uri="{FF2B5EF4-FFF2-40B4-BE49-F238E27FC236}">
                    <a16:creationId xmlns:a16="http://schemas.microsoft.com/office/drawing/2014/main" xmlns="" id="{81E747FB-D527-4133-8C8A-EDF8CBBC5F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" name="Line 7">
                <a:extLst>
                  <a:ext uri="{FF2B5EF4-FFF2-40B4-BE49-F238E27FC236}">
                    <a16:creationId xmlns:a16="http://schemas.microsoft.com/office/drawing/2014/main" xmlns="" id="{537DCBFF-DA67-43AB-A3D6-55E2B1DF152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" name="Line 8">
                <a:extLst>
                  <a:ext uri="{FF2B5EF4-FFF2-40B4-BE49-F238E27FC236}">
                    <a16:creationId xmlns:a16="http://schemas.microsoft.com/office/drawing/2014/main" xmlns="" id="{431C099F-2244-4D57-B01E-49F39B1682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1" name="Line 9">
                <a:extLst>
                  <a:ext uri="{FF2B5EF4-FFF2-40B4-BE49-F238E27FC236}">
                    <a16:creationId xmlns:a16="http://schemas.microsoft.com/office/drawing/2014/main" xmlns="" id="{43DC4D82-8A02-4490-9B51-EF1FDAB2498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xmlns="" id="{28CDD6A7-3109-4064-9B69-1BE09670920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3" name="Line 11">
                <a:extLst>
                  <a:ext uri="{FF2B5EF4-FFF2-40B4-BE49-F238E27FC236}">
                    <a16:creationId xmlns:a16="http://schemas.microsoft.com/office/drawing/2014/main" xmlns="" id="{DB2DF1DC-E7AB-48D3-BCCC-3DC2B422EAA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4" name="Line 12">
                <a:extLst>
                  <a:ext uri="{FF2B5EF4-FFF2-40B4-BE49-F238E27FC236}">
                    <a16:creationId xmlns:a16="http://schemas.microsoft.com/office/drawing/2014/main" xmlns="" id="{7CE21B73-CD38-49FE-8388-AE854B963FE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5" name="Line 13">
                <a:extLst>
                  <a:ext uri="{FF2B5EF4-FFF2-40B4-BE49-F238E27FC236}">
                    <a16:creationId xmlns:a16="http://schemas.microsoft.com/office/drawing/2014/main" xmlns="" id="{83A9EBBE-F985-4F66-B2E0-BD0E9083608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6" name="Line 14">
                <a:extLst>
                  <a:ext uri="{FF2B5EF4-FFF2-40B4-BE49-F238E27FC236}">
                    <a16:creationId xmlns:a16="http://schemas.microsoft.com/office/drawing/2014/main" xmlns="" id="{FB3A00C4-DE71-4DDB-8305-1D4FBBB6480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7" name="Line 15">
                <a:extLst>
                  <a:ext uri="{FF2B5EF4-FFF2-40B4-BE49-F238E27FC236}">
                    <a16:creationId xmlns:a16="http://schemas.microsoft.com/office/drawing/2014/main" xmlns="" id="{F04C814B-9BBC-4CB1-91C1-8694B63C5BE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8" name="Line 16">
                <a:extLst>
                  <a:ext uri="{FF2B5EF4-FFF2-40B4-BE49-F238E27FC236}">
                    <a16:creationId xmlns:a16="http://schemas.microsoft.com/office/drawing/2014/main" xmlns="" id="{F3D95FEE-05F5-4ADB-A44E-576F26FD297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9" name="Line 17">
                <a:extLst>
                  <a:ext uri="{FF2B5EF4-FFF2-40B4-BE49-F238E27FC236}">
                    <a16:creationId xmlns:a16="http://schemas.microsoft.com/office/drawing/2014/main" xmlns="" id="{71BB3B44-0DAC-4631-ADCA-3181928233D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0" name="Line 18">
                <a:extLst>
                  <a:ext uri="{FF2B5EF4-FFF2-40B4-BE49-F238E27FC236}">
                    <a16:creationId xmlns:a16="http://schemas.microsoft.com/office/drawing/2014/main" xmlns="" id="{06721A36-20A3-412C-8A79-6593F157086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1" name="Line 19">
                <a:extLst>
                  <a:ext uri="{FF2B5EF4-FFF2-40B4-BE49-F238E27FC236}">
                    <a16:creationId xmlns:a16="http://schemas.microsoft.com/office/drawing/2014/main" xmlns="" id="{3E8AAF83-13F0-41E9-8CB6-6DF80E0D027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2" name="Line 20">
                <a:extLst>
                  <a:ext uri="{FF2B5EF4-FFF2-40B4-BE49-F238E27FC236}">
                    <a16:creationId xmlns:a16="http://schemas.microsoft.com/office/drawing/2014/main" xmlns="" id="{9D407AC3-177D-47F1-8DDA-B7954E888B6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3" name="Line 21">
                <a:extLst>
                  <a:ext uri="{FF2B5EF4-FFF2-40B4-BE49-F238E27FC236}">
                    <a16:creationId xmlns:a16="http://schemas.microsoft.com/office/drawing/2014/main" xmlns="" id="{0BD0D29F-5261-4AAD-8D9A-D7D06B75AF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4" name="Line 22">
                <a:extLst>
                  <a:ext uri="{FF2B5EF4-FFF2-40B4-BE49-F238E27FC236}">
                    <a16:creationId xmlns:a16="http://schemas.microsoft.com/office/drawing/2014/main" xmlns="" id="{CC749CAA-72E4-4676-B335-B28DCCDA671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5" name="Line 23">
                <a:extLst>
                  <a:ext uri="{FF2B5EF4-FFF2-40B4-BE49-F238E27FC236}">
                    <a16:creationId xmlns:a16="http://schemas.microsoft.com/office/drawing/2014/main" xmlns="" id="{9204B304-57B4-4DAF-A735-F804A56A338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6" name="Line 24">
                <a:extLst>
                  <a:ext uri="{FF2B5EF4-FFF2-40B4-BE49-F238E27FC236}">
                    <a16:creationId xmlns:a16="http://schemas.microsoft.com/office/drawing/2014/main" xmlns="" id="{4CDC7B84-D061-4BFF-BC30-B58B1B71A7F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7" name="Line 25">
                <a:extLst>
                  <a:ext uri="{FF2B5EF4-FFF2-40B4-BE49-F238E27FC236}">
                    <a16:creationId xmlns:a16="http://schemas.microsoft.com/office/drawing/2014/main" xmlns="" id="{87B5BF5C-BD16-4CE5-9142-62CC3E79761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8" name="Line 26">
                <a:extLst>
                  <a:ext uri="{FF2B5EF4-FFF2-40B4-BE49-F238E27FC236}">
                    <a16:creationId xmlns:a16="http://schemas.microsoft.com/office/drawing/2014/main" xmlns="" id="{0FE7A8E3-3041-4ED9-A236-E655942B54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9" name="Line 27">
                <a:extLst>
                  <a:ext uri="{FF2B5EF4-FFF2-40B4-BE49-F238E27FC236}">
                    <a16:creationId xmlns:a16="http://schemas.microsoft.com/office/drawing/2014/main" xmlns="" id="{6EEB050B-313D-4A43-B0FC-44E6DA2ABB3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0" name="Line 28">
                <a:extLst>
                  <a:ext uri="{FF2B5EF4-FFF2-40B4-BE49-F238E27FC236}">
                    <a16:creationId xmlns:a16="http://schemas.microsoft.com/office/drawing/2014/main" xmlns="" id="{EEA2FF91-A71B-4BA0-8F3C-17BAEBE68C1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1" name="Line 29">
                <a:extLst>
                  <a:ext uri="{FF2B5EF4-FFF2-40B4-BE49-F238E27FC236}">
                    <a16:creationId xmlns:a16="http://schemas.microsoft.com/office/drawing/2014/main" xmlns="" id="{522986A1-B15B-45D2-8291-09A5611319E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2" name="Line 30">
                <a:extLst>
                  <a:ext uri="{FF2B5EF4-FFF2-40B4-BE49-F238E27FC236}">
                    <a16:creationId xmlns:a16="http://schemas.microsoft.com/office/drawing/2014/main" xmlns="" id="{A34B8AFD-5E01-47C6-84B3-C918CAB68B9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3" name="Line 31">
                <a:extLst>
                  <a:ext uri="{FF2B5EF4-FFF2-40B4-BE49-F238E27FC236}">
                    <a16:creationId xmlns:a16="http://schemas.microsoft.com/office/drawing/2014/main" xmlns="" id="{580872BA-F9DE-49F7-A1AB-83AC3EEAE6A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4" name="Line 32">
                <a:extLst>
                  <a:ext uri="{FF2B5EF4-FFF2-40B4-BE49-F238E27FC236}">
                    <a16:creationId xmlns:a16="http://schemas.microsoft.com/office/drawing/2014/main" xmlns="" id="{DF73C068-E31A-48FD-85AE-0147DA6DDFE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5" name="Line 33">
                <a:extLst>
                  <a:ext uri="{FF2B5EF4-FFF2-40B4-BE49-F238E27FC236}">
                    <a16:creationId xmlns:a16="http://schemas.microsoft.com/office/drawing/2014/main" xmlns="" id="{3FF48569-43F4-47DA-9F01-F8F9AF04110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6" name="Line 34">
                <a:extLst>
                  <a:ext uri="{FF2B5EF4-FFF2-40B4-BE49-F238E27FC236}">
                    <a16:creationId xmlns:a16="http://schemas.microsoft.com/office/drawing/2014/main" xmlns="" id="{99D5363E-B36D-4AF8-B2B8-65CAD78EB85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7" name="Line 35">
                <a:extLst>
                  <a:ext uri="{FF2B5EF4-FFF2-40B4-BE49-F238E27FC236}">
                    <a16:creationId xmlns:a16="http://schemas.microsoft.com/office/drawing/2014/main" xmlns="" id="{A9B73295-5EB0-4AD1-BE57-B5151A03C6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8" name="Line 36">
                <a:extLst>
                  <a:ext uri="{FF2B5EF4-FFF2-40B4-BE49-F238E27FC236}">
                    <a16:creationId xmlns:a16="http://schemas.microsoft.com/office/drawing/2014/main" xmlns="" id="{C85F6268-601F-4F13-8199-7F9A09A2398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9" name="Line 37">
                <a:extLst>
                  <a:ext uri="{FF2B5EF4-FFF2-40B4-BE49-F238E27FC236}">
                    <a16:creationId xmlns:a16="http://schemas.microsoft.com/office/drawing/2014/main" xmlns="" id="{96B0DE79-FA8B-4370-B1DF-28085D8D792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0" name="Line 38">
                <a:extLst>
                  <a:ext uri="{FF2B5EF4-FFF2-40B4-BE49-F238E27FC236}">
                    <a16:creationId xmlns:a16="http://schemas.microsoft.com/office/drawing/2014/main" xmlns="" id="{2D5723F4-9CA4-4465-820E-0180997A66B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1" name="Line 39">
                <a:extLst>
                  <a:ext uri="{FF2B5EF4-FFF2-40B4-BE49-F238E27FC236}">
                    <a16:creationId xmlns:a16="http://schemas.microsoft.com/office/drawing/2014/main" xmlns="" id="{136BD7FB-79EE-4349-9E82-80A4B39E53E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2" name="Line 40">
                <a:extLst>
                  <a:ext uri="{FF2B5EF4-FFF2-40B4-BE49-F238E27FC236}">
                    <a16:creationId xmlns:a16="http://schemas.microsoft.com/office/drawing/2014/main" xmlns="" id="{C2AB6163-DAA0-4C17-90DE-74B717CC9F6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3" name="Line 41">
                <a:extLst>
                  <a:ext uri="{FF2B5EF4-FFF2-40B4-BE49-F238E27FC236}">
                    <a16:creationId xmlns:a16="http://schemas.microsoft.com/office/drawing/2014/main" xmlns="" id="{B18FB0FF-B5D9-4AD4-BFA2-DD021825529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4" name="Line 42">
                <a:extLst>
                  <a:ext uri="{FF2B5EF4-FFF2-40B4-BE49-F238E27FC236}">
                    <a16:creationId xmlns:a16="http://schemas.microsoft.com/office/drawing/2014/main" xmlns="" id="{ED3A445A-46A8-48ED-9CC5-BBF731E310A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5" name="Line 43">
                <a:extLst>
                  <a:ext uri="{FF2B5EF4-FFF2-40B4-BE49-F238E27FC236}">
                    <a16:creationId xmlns:a16="http://schemas.microsoft.com/office/drawing/2014/main" xmlns="" id="{552B232A-2E3A-4062-A0A5-A879B206D36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6" name="Line 44">
                <a:extLst>
                  <a:ext uri="{FF2B5EF4-FFF2-40B4-BE49-F238E27FC236}">
                    <a16:creationId xmlns:a16="http://schemas.microsoft.com/office/drawing/2014/main" xmlns="" id="{EEE0738D-D510-4789-B438-21AA11C38E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7" name="Line 45">
                <a:extLst>
                  <a:ext uri="{FF2B5EF4-FFF2-40B4-BE49-F238E27FC236}">
                    <a16:creationId xmlns:a16="http://schemas.microsoft.com/office/drawing/2014/main" xmlns="" id="{D167CDAF-A0B0-4324-84AA-A59DF3C389D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8" name="Line 46">
                <a:extLst>
                  <a:ext uri="{FF2B5EF4-FFF2-40B4-BE49-F238E27FC236}">
                    <a16:creationId xmlns:a16="http://schemas.microsoft.com/office/drawing/2014/main" xmlns="" id="{E8976C1B-B680-4294-BD75-74EAE5A33F8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9" name="Line 47">
                <a:extLst>
                  <a:ext uri="{FF2B5EF4-FFF2-40B4-BE49-F238E27FC236}">
                    <a16:creationId xmlns:a16="http://schemas.microsoft.com/office/drawing/2014/main" xmlns="" id="{9585B343-9B79-4A9F-A884-50D8FA0ACFE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0" name="Line 48">
                <a:extLst>
                  <a:ext uri="{FF2B5EF4-FFF2-40B4-BE49-F238E27FC236}">
                    <a16:creationId xmlns:a16="http://schemas.microsoft.com/office/drawing/2014/main" xmlns="" id="{2ADC3F50-ED2D-47BF-8164-BBC8940B7B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" name="Line 49">
                <a:extLst>
                  <a:ext uri="{FF2B5EF4-FFF2-40B4-BE49-F238E27FC236}">
                    <a16:creationId xmlns:a16="http://schemas.microsoft.com/office/drawing/2014/main" xmlns="" id="{E0C92CA6-31ED-4112-A655-A6791CA8DC8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" name="Line 50">
                <a:extLst>
                  <a:ext uri="{FF2B5EF4-FFF2-40B4-BE49-F238E27FC236}">
                    <a16:creationId xmlns:a16="http://schemas.microsoft.com/office/drawing/2014/main" xmlns="" id="{F6B15285-3FD0-4C62-9D97-775947D9ADB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3" name="Line 51">
                <a:extLst>
                  <a:ext uri="{FF2B5EF4-FFF2-40B4-BE49-F238E27FC236}">
                    <a16:creationId xmlns:a16="http://schemas.microsoft.com/office/drawing/2014/main" xmlns="" id="{E2DB183D-3EB9-4A03-974E-CFE3EE4C21C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4" name="Line 52">
                <a:extLst>
                  <a:ext uri="{FF2B5EF4-FFF2-40B4-BE49-F238E27FC236}">
                    <a16:creationId xmlns:a16="http://schemas.microsoft.com/office/drawing/2014/main" xmlns="" id="{166C9DEC-13E3-44C2-9130-A41C330725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5" name="Line 53">
                <a:extLst>
                  <a:ext uri="{FF2B5EF4-FFF2-40B4-BE49-F238E27FC236}">
                    <a16:creationId xmlns:a16="http://schemas.microsoft.com/office/drawing/2014/main" xmlns="" id="{620B105D-B1F0-4A15-BC47-4A0EB189E07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6" name="Line 54">
                <a:extLst>
                  <a:ext uri="{FF2B5EF4-FFF2-40B4-BE49-F238E27FC236}">
                    <a16:creationId xmlns:a16="http://schemas.microsoft.com/office/drawing/2014/main" xmlns="" id="{816D8760-506D-4BF2-A4A1-FBCF585C292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7" name="Line 55">
                <a:extLst>
                  <a:ext uri="{FF2B5EF4-FFF2-40B4-BE49-F238E27FC236}">
                    <a16:creationId xmlns:a16="http://schemas.microsoft.com/office/drawing/2014/main" xmlns="" id="{9BE10201-451B-4F42-89F7-C369A8C6A10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8" name="Line 56">
                <a:extLst>
                  <a:ext uri="{FF2B5EF4-FFF2-40B4-BE49-F238E27FC236}">
                    <a16:creationId xmlns:a16="http://schemas.microsoft.com/office/drawing/2014/main" xmlns="" id="{4EED4FF4-57EC-47C8-A17C-238CEBF80A8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9" name="Line 57">
                <a:extLst>
                  <a:ext uri="{FF2B5EF4-FFF2-40B4-BE49-F238E27FC236}">
                    <a16:creationId xmlns:a16="http://schemas.microsoft.com/office/drawing/2014/main" xmlns="" id="{D20F269D-48FC-4D90-9BFD-211744AEFA5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0" name="Line 58">
                <a:extLst>
                  <a:ext uri="{FF2B5EF4-FFF2-40B4-BE49-F238E27FC236}">
                    <a16:creationId xmlns:a16="http://schemas.microsoft.com/office/drawing/2014/main" xmlns="" id="{E2BC200B-5DCF-4A74-9BEC-FBC8BEDC926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1" name="Line 59">
                <a:extLst>
                  <a:ext uri="{FF2B5EF4-FFF2-40B4-BE49-F238E27FC236}">
                    <a16:creationId xmlns:a16="http://schemas.microsoft.com/office/drawing/2014/main" xmlns="" id="{26BF985C-A488-4B95-B92B-D4A3B24463D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2" name="Line 60">
                <a:extLst>
                  <a:ext uri="{FF2B5EF4-FFF2-40B4-BE49-F238E27FC236}">
                    <a16:creationId xmlns:a16="http://schemas.microsoft.com/office/drawing/2014/main" xmlns="" id="{01C2B675-F35C-43D2-A512-028810B03B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3" name="Line 61">
                <a:extLst>
                  <a:ext uri="{FF2B5EF4-FFF2-40B4-BE49-F238E27FC236}">
                    <a16:creationId xmlns:a16="http://schemas.microsoft.com/office/drawing/2014/main" xmlns="" id="{CF4A49BA-5D27-451F-9EA0-B783224E114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4" name="Line 62">
                <a:extLst>
                  <a:ext uri="{FF2B5EF4-FFF2-40B4-BE49-F238E27FC236}">
                    <a16:creationId xmlns:a16="http://schemas.microsoft.com/office/drawing/2014/main" xmlns="" id="{F2427BB1-68CF-4482-915F-F375E44B9D5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5" name="Line 63">
                <a:extLst>
                  <a:ext uri="{FF2B5EF4-FFF2-40B4-BE49-F238E27FC236}">
                    <a16:creationId xmlns:a16="http://schemas.microsoft.com/office/drawing/2014/main" xmlns="" id="{CC16AE1F-9454-4177-9FBD-359D85285ED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6" name="Line 64">
                <a:extLst>
                  <a:ext uri="{FF2B5EF4-FFF2-40B4-BE49-F238E27FC236}">
                    <a16:creationId xmlns:a16="http://schemas.microsoft.com/office/drawing/2014/main" xmlns="" id="{0AFEED1A-E470-4274-BE14-8D6F176597C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7" name="Line 65">
                <a:extLst>
                  <a:ext uri="{FF2B5EF4-FFF2-40B4-BE49-F238E27FC236}">
                    <a16:creationId xmlns:a16="http://schemas.microsoft.com/office/drawing/2014/main" xmlns="" id="{30750DF0-A4E8-420D-AB43-D94AD1488D8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8" name="Line 66">
                <a:extLst>
                  <a:ext uri="{FF2B5EF4-FFF2-40B4-BE49-F238E27FC236}">
                    <a16:creationId xmlns:a16="http://schemas.microsoft.com/office/drawing/2014/main" xmlns="" id="{0B35EE5B-A11E-4CB7-AE7B-A5174D4DA8B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9" name="Line 67">
                <a:extLst>
                  <a:ext uri="{FF2B5EF4-FFF2-40B4-BE49-F238E27FC236}">
                    <a16:creationId xmlns:a16="http://schemas.microsoft.com/office/drawing/2014/main" xmlns="" id="{DDF23DA7-09BB-4E61-825A-4E58DF7F0B3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0" name="Line 68">
                <a:extLst>
                  <a:ext uri="{FF2B5EF4-FFF2-40B4-BE49-F238E27FC236}">
                    <a16:creationId xmlns:a16="http://schemas.microsoft.com/office/drawing/2014/main" xmlns="" id="{177DDE47-7C34-4E16-8BDC-5C48EC2107C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1" name="Line 69">
                <a:extLst>
                  <a:ext uri="{FF2B5EF4-FFF2-40B4-BE49-F238E27FC236}">
                    <a16:creationId xmlns:a16="http://schemas.microsoft.com/office/drawing/2014/main" xmlns="" id="{E4AA9737-6AC5-442B-8195-D9D8D5E333E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2" name="Line 70">
                <a:extLst>
                  <a:ext uri="{FF2B5EF4-FFF2-40B4-BE49-F238E27FC236}">
                    <a16:creationId xmlns:a16="http://schemas.microsoft.com/office/drawing/2014/main" xmlns="" id="{212660EF-3B09-4FF8-AA79-CB42128742C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3" name="Line 71">
                <a:extLst>
                  <a:ext uri="{FF2B5EF4-FFF2-40B4-BE49-F238E27FC236}">
                    <a16:creationId xmlns:a16="http://schemas.microsoft.com/office/drawing/2014/main" xmlns="" id="{0B190A28-C559-4106-9A37-96FC92B32B8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4" name="Line 72">
                <a:extLst>
                  <a:ext uri="{FF2B5EF4-FFF2-40B4-BE49-F238E27FC236}">
                    <a16:creationId xmlns:a16="http://schemas.microsoft.com/office/drawing/2014/main" xmlns="" id="{BDEB807A-7B93-4808-A68C-022EEA1FE1A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5" name="Line 73">
                <a:extLst>
                  <a:ext uri="{FF2B5EF4-FFF2-40B4-BE49-F238E27FC236}">
                    <a16:creationId xmlns:a16="http://schemas.microsoft.com/office/drawing/2014/main" xmlns="" id="{3EEDB003-2DE5-4AE5-86F7-D47AFF21D57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6" name="Line 74">
                <a:extLst>
                  <a:ext uri="{FF2B5EF4-FFF2-40B4-BE49-F238E27FC236}">
                    <a16:creationId xmlns:a16="http://schemas.microsoft.com/office/drawing/2014/main" xmlns="" id="{5FC9B819-BB7A-44E4-88C5-AD4A1FDDCF3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7" name="Line 75">
                <a:extLst>
                  <a:ext uri="{FF2B5EF4-FFF2-40B4-BE49-F238E27FC236}">
                    <a16:creationId xmlns:a16="http://schemas.microsoft.com/office/drawing/2014/main" xmlns="" id="{344FC215-6816-4D2C-B065-3FC4909582E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8" name="Line 76">
                <a:extLst>
                  <a:ext uri="{FF2B5EF4-FFF2-40B4-BE49-F238E27FC236}">
                    <a16:creationId xmlns:a16="http://schemas.microsoft.com/office/drawing/2014/main" xmlns="" id="{F650A7A5-DE77-45DB-B375-17E0B8A6DBB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9" name="Line 77">
                <a:extLst>
                  <a:ext uri="{FF2B5EF4-FFF2-40B4-BE49-F238E27FC236}">
                    <a16:creationId xmlns:a16="http://schemas.microsoft.com/office/drawing/2014/main" xmlns="" id="{AFCD41F8-42B5-4F9D-BBD6-6499B252B79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0" name="Line 78">
                <a:extLst>
                  <a:ext uri="{FF2B5EF4-FFF2-40B4-BE49-F238E27FC236}">
                    <a16:creationId xmlns:a16="http://schemas.microsoft.com/office/drawing/2014/main" xmlns="" id="{0D759ABC-198C-4F21-B1CE-9CD4D400DD0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1" name="Line 79">
                <a:extLst>
                  <a:ext uri="{FF2B5EF4-FFF2-40B4-BE49-F238E27FC236}">
                    <a16:creationId xmlns:a16="http://schemas.microsoft.com/office/drawing/2014/main" xmlns="" id="{8B32D44C-DA56-44F2-9008-6C4DB3484B8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2" name="Line 80">
                <a:extLst>
                  <a:ext uri="{FF2B5EF4-FFF2-40B4-BE49-F238E27FC236}">
                    <a16:creationId xmlns:a16="http://schemas.microsoft.com/office/drawing/2014/main" xmlns="" id="{7E45357C-B6F0-4749-956A-A86EB2C6E5E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3" name="Line 81">
                <a:extLst>
                  <a:ext uri="{FF2B5EF4-FFF2-40B4-BE49-F238E27FC236}">
                    <a16:creationId xmlns:a16="http://schemas.microsoft.com/office/drawing/2014/main" xmlns="" id="{C58DD344-5401-4BB5-9EAF-53CE1ADA33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4" name="Line 82">
                <a:extLst>
                  <a:ext uri="{FF2B5EF4-FFF2-40B4-BE49-F238E27FC236}">
                    <a16:creationId xmlns:a16="http://schemas.microsoft.com/office/drawing/2014/main" xmlns="" id="{9583BCF4-769A-4FBD-930C-2DA204528E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5" name="Line 83">
                <a:extLst>
                  <a:ext uri="{FF2B5EF4-FFF2-40B4-BE49-F238E27FC236}">
                    <a16:creationId xmlns:a16="http://schemas.microsoft.com/office/drawing/2014/main" xmlns="" id="{9651ECC4-71BB-47CB-A54E-5E523FF0C3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6" name="Line 84">
                <a:extLst>
                  <a:ext uri="{FF2B5EF4-FFF2-40B4-BE49-F238E27FC236}">
                    <a16:creationId xmlns:a16="http://schemas.microsoft.com/office/drawing/2014/main" xmlns="" id="{7FD560A9-1F73-458C-8D94-E80675CB522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7" name="Line 85">
                <a:extLst>
                  <a:ext uri="{FF2B5EF4-FFF2-40B4-BE49-F238E27FC236}">
                    <a16:creationId xmlns:a16="http://schemas.microsoft.com/office/drawing/2014/main" xmlns="" id="{2613580C-083C-4222-BBD2-5ABD7903ADB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8" name="Line 86">
                <a:extLst>
                  <a:ext uri="{FF2B5EF4-FFF2-40B4-BE49-F238E27FC236}">
                    <a16:creationId xmlns:a16="http://schemas.microsoft.com/office/drawing/2014/main" xmlns="" id="{22A39504-6CF5-488E-88BB-030B3EE6099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9" name="Line 87">
                <a:extLst>
                  <a:ext uri="{FF2B5EF4-FFF2-40B4-BE49-F238E27FC236}">
                    <a16:creationId xmlns:a16="http://schemas.microsoft.com/office/drawing/2014/main" xmlns="" id="{99519D90-9938-4A02-AE67-B7A486EA474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0" name="Line 88">
                <a:extLst>
                  <a:ext uri="{FF2B5EF4-FFF2-40B4-BE49-F238E27FC236}">
                    <a16:creationId xmlns:a16="http://schemas.microsoft.com/office/drawing/2014/main" xmlns="" id="{F9E1464E-C393-4FB6-93A5-701C2F081AB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1" name="Line 89">
                <a:extLst>
                  <a:ext uri="{FF2B5EF4-FFF2-40B4-BE49-F238E27FC236}">
                    <a16:creationId xmlns:a16="http://schemas.microsoft.com/office/drawing/2014/main" xmlns="" id="{1521D980-4F25-4B8C-BA82-5EA870003D6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2" name="Line 90">
                <a:extLst>
                  <a:ext uri="{FF2B5EF4-FFF2-40B4-BE49-F238E27FC236}">
                    <a16:creationId xmlns:a16="http://schemas.microsoft.com/office/drawing/2014/main" xmlns="" id="{6DAA386E-4B1C-4778-AC28-D0104407EE9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3" name="Line 91">
                <a:extLst>
                  <a:ext uri="{FF2B5EF4-FFF2-40B4-BE49-F238E27FC236}">
                    <a16:creationId xmlns:a16="http://schemas.microsoft.com/office/drawing/2014/main" xmlns="" id="{92FAB55D-408C-4599-88D9-4B554043B8B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4" name="Line 92">
                <a:extLst>
                  <a:ext uri="{FF2B5EF4-FFF2-40B4-BE49-F238E27FC236}">
                    <a16:creationId xmlns:a16="http://schemas.microsoft.com/office/drawing/2014/main" xmlns="" id="{F13E295C-7BD9-4C22-91F8-1EC60278953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5" name="Line 93">
                <a:extLst>
                  <a:ext uri="{FF2B5EF4-FFF2-40B4-BE49-F238E27FC236}">
                    <a16:creationId xmlns:a16="http://schemas.microsoft.com/office/drawing/2014/main" xmlns="" id="{007F30D0-F240-4153-8D79-3ED3B4E61A7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6" name="Line 94">
                <a:extLst>
                  <a:ext uri="{FF2B5EF4-FFF2-40B4-BE49-F238E27FC236}">
                    <a16:creationId xmlns:a16="http://schemas.microsoft.com/office/drawing/2014/main" xmlns="" id="{662A63F5-A50B-4A27-AEC6-641D21E944C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7" name="Line 95">
                <a:extLst>
                  <a:ext uri="{FF2B5EF4-FFF2-40B4-BE49-F238E27FC236}">
                    <a16:creationId xmlns:a16="http://schemas.microsoft.com/office/drawing/2014/main" xmlns="" id="{7A49CF01-AC5D-45E5-ADB4-F38A2B364C7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8" name="Line 96">
                <a:extLst>
                  <a:ext uri="{FF2B5EF4-FFF2-40B4-BE49-F238E27FC236}">
                    <a16:creationId xmlns:a16="http://schemas.microsoft.com/office/drawing/2014/main" xmlns="" id="{DA91A9B3-086D-4568-8BA2-79DEDAF2AE6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9" name="Line 97">
                <a:extLst>
                  <a:ext uri="{FF2B5EF4-FFF2-40B4-BE49-F238E27FC236}">
                    <a16:creationId xmlns:a16="http://schemas.microsoft.com/office/drawing/2014/main" xmlns="" id="{2FE93A10-D242-42B8-AA2B-C838990CC78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0" name="Line 98">
                <a:extLst>
                  <a:ext uri="{FF2B5EF4-FFF2-40B4-BE49-F238E27FC236}">
                    <a16:creationId xmlns:a16="http://schemas.microsoft.com/office/drawing/2014/main" xmlns="" id="{B12BD4C9-0063-4B54-BCB3-0C2A4C214BD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1" name="Line 99">
                <a:extLst>
                  <a:ext uri="{FF2B5EF4-FFF2-40B4-BE49-F238E27FC236}">
                    <a16:creationId xmlns:a16="http://schemas.microsoft.com/office/drawing/2014/main" xmlns="" id="{EAA0A5F4-0444-4F5A-8568-C77DDF4FEF3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2" name="Line 100">
                <a:extLst>
                  <a:ext uri="{FF2B5EF4-FFF2-40B4-BE49-F238E27FC236}">
                    <a16:creationId xmlns:a16="http://schemas.microsoft.com/office/drawing/2014/main" xmlns="" id="{493E7C98-A0B0-4CE3-842B-B1E3FC177B6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3" name="Line 101">
                <a:extLst>
                  <a:ext uri="{FF2B5EF4-FFF2-40B4-BE49-F238E27FC236}">
                    <a16:creationId xmlns:a16="http://schemas.microsoft.com/office/drawing/2014/main" xmlns="" id="{D34A7048-F9BB-4ED8-85BD-6708210F6B2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4" name="Line 102">
                <a:extLst>
                  <a:ext uri="{FF2B5EF4-FFF2-40B4-BE49-F238E27FC236}">
                    <a16:creationId xmlns:a16="http://schemas.microsoft.com/office/drawing/2014/main" xmlns="" id="{727074AC-7FF4-4F1D-8527-AD386FDAE1F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</p:grpSp>
      </p:grpSp>
      <p:sp>
        <p:nvSpPr>
          <p:cNvPr id="105" name="Rectangle 108">
            <a:extLst>
              <a:ext uri="{FF2B5EF4-FFF2-40B4-BE49-F238E27FC236}">
                <a16:creationId xmlns:a16="http://schemas.microsoft.com/office/drawing/2014/main" xmlns="" id="{608BC16B-7C47-492F-A1B5-7417DB438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2120900"/>
            <a:ext cx="6137275" cy="77788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106" name="Rectangle 109">
            <a:extLst>
              <a:ext uri="{FF2B5EF4-FFF2-40B4-BE49-F238E27FC236}">
                <a16:creationId xmlns:a16="http://schemas.microsoft.com/office/drawing/2014/main" xmlns="" id="{715CAD5D-42D6-445B-8572-5B47D12BF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862013"/>
            <a:ext cx="6134100" cy="77787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6250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265238" y="1046163"/>
            <a:ext cx="7999412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6251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697038" y="2693988"/>
            <a:ext cx="7218362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7" name="Rectangle 103">
            <a:extLst>
              <a:ext uri="{FF2B5EF4-FFF2-40B4-BE49-F238E27FC236}">
                <a16:creationId xmlns:a16="http://schemas.microsoft.com/office/drawing/2014/main" xmlns="" id="{B2462841-EA59-4FA9-81FF-93FFC3AE95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504950" y="6357938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8" name="Rectangle 104">
            <a:extLst>
              <a:ext uri="{FF2B5EF4-FFF2-40B4-BE49-F238E27FC236}">
                <a16:creationId xmlns:a16="http://schemas.microsoft.com/office/drawing/2014/main" xmlns="" id="{E1FF0F51-9735-4C09-8967-C3DC797217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030663" y="6357938"/>
            <a:ext cx="2463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9" name="Rectangle 105">
            <a:extLst>
              <a:ext uri="{FF2B5EF4-FFF2-40B4-BE49-F238E27FC236}">
                <a16:creationId xmlns:a16="http://schemas.microsoft.com/office/drawing/2014/main" xmlns="" id="{6E7F7498-C21C-4D34-87AD-BDFCC0D79A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02463" y="6361113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fld id="{C488B288-4205-4B35-891C-F3C47D166DC3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1491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 autoUpdateAnimBg="0"/>
      <p:bldP spid="106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xmlns="" id="{A38EA7C4-2AFE-4DE1-AD73-4139E22494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09">
            <a:extLst>
              <a:ext uri="{FF2B5EF4-FFF2-40B4-BE49-F238E27FC236}">
                <a16:creationId xmlns:a16="http://schemas.microsoft.com/office/drawing/2014/main" xmlns="" id="{567DA68D-FEEE-4A2E-BC7D-A34E5CCD3D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0">
            <a:extLst>
              <a:ext uri="{FF2B5EF4-FFF2-40B4-BE49-F238E27FC236}">
                <a16:creationId xmlns:a16="http://schemas.microsoft.com/office/drawing/2014/main" xmlns="" id="{9C7843A7-8229-429D-8020-63910B136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1B0D65-7F06-4CEB-B5AC-8DD846DA23E7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4637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xmlns="" id="{0FD3314E-7667-4421-A3EA-8DA7A073AC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09">
            <a:extLst>
              <a:ext uri="{FF2B5EF4-FFF2-40B4-BE49-F238E27FC236}">
                <a16:creationId xmlns:a16="http://schemas.microsoft.com/office/drawing/2014/main" xmlns="" id="{38636143-5733-4061-8519-D66F0B5B55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0">
            <a:extLst>
              <a:ext uri="{FF2B5EF4-FFF2-40B4-BE49-F238E27FC236}">
                <a16:creationId xmlns:a16="http://schemas.microsoft.com/office/drawing/2014/main" xmlns="" id="{E385059F-3F2F-415A-8FB4-74B2AED561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A8F6E0-15C6-4395-8E7E-D077D54C987A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14021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7888" y="2214563"/>
            <a:ext cx="4233862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4150" y="2214563"/>
            <a:ext cx="4233863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08">
            <a:extLst>
              <a:ext uri="{FF2B5EF4-FFF2-40B4-BE49-F238E27FC236}">
                <a16:creationId xmlns:a16="http://schemas.microsoft.com/office/drawing/2014/main" xmlns="" id="{01FE5460-CDCF-4D9A-8751-6A26183E67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9">
            <a:extLst>
              <a:ext uri="{FF2B5EF4-FFF2-40B4-BE49-F238E27FC236}">
                <a16:creationId xmlns:a16="http://schemas.microsoft.com/office/drawing/2014/main" xmlns="" id="{062824A2-633C-463A-8DD9-4D61CB7538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10">
            <a:extLst>
              <a:ext uri="{FF2B5EF4-FFF2-40B4-BE49-F238E27FC236}">
                <a16:creationId xmlns:a16="http://schemas.microsoft.com/office/drawing/2014/main" xmlns="" id="{D051BD5A-DF1E-4815-8367-C72D8A09C0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B2B544-1E9D-4AAD-BF3A-5220DC6E9757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74391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08">
            <a:extLst>
              <a:ext uri="{FF2B5EF4-FFF2-40B4-BE49-F238E27FC236}">
                <a16:creationId xmlns:a16="http://schemas.microsoft.com/office/drawing/2014/main" xmlns="" id="{3C68980A-7A79-43E4-BE91-FE7CFE64D6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109">
            <a:extLst>
              <a:ext uri="{FF2B5EF4-FFF2-40B4-BE49-F238E27FC236}">
                <a16:creationId xmlns:a16="http://schemas.microsoft.com/office/drawing/2014/main" xmlns="" id="{B4AD6416-BEDB-4A79-8C90-C568DE0390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110">
            <a:extLst>
              <a:ext uri="{FF2B5EF4-FFF2-40B4-BE49-F238E27FC236}">
                <a16:creationId xmlns:a16="http://schemas.microsoft.com/office/drawing/2014/main" xmlns="" id="{9CF37567-B5F7-4EF0-92B3-66CBF0CBEB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CB4F9D-CABE-482E-ACF7-80550A78BE09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07961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108">
            <a:extLst>
              <a:ext uri="{FF2B5EF4-FFF2-40B4-BE49-F238E27FC236}">
                <a16:creationId xmlns:a16="http://schemas.microsoft.com/office/drawing/2014/main" xmlns="" id="{D5D61C65-8E55-4192-999F-2B69C7A2A4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109">
            <a:extLst>
              <a:ext uri="{FF2B5EF4-FFF2-40B4-BE49-F238E27FC236}">
                <a16:creationId xmlns:a16="http://schemas.microsoft.com/office/drawing/2014/main" xmlns="" id="{847669D9-9899-4374-8C56-14680B223E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xmlns="" id="{C210AA19-2FD2-44B7-B2E5-C14D51249D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2FDA91-C302-4219-A370-602827F88C3C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551599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">
            <a:extLst>
              <a:ext uri="{FF2B5EF4-FFF2-40B4-BE49-F238E27FC236}">
                <a16:creationId xmlns:a16="http://schemas.microsoft.com/office/drawing/2014/main" xmlns="" id="{D93475A8-6B9E-4C00-BB09-E83DD24FA5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109">
            <a:extLst>
              <a:ext uri="{FF2B5EF4-FFF2-40B4-BE49-F238E27FC236}">
                <a16:creationId xmlns:a16="http://schemas.microsoft.com/office/drawing/2014/main" xmlns="" id="{1A5B8AC4-FF57-4865-8BE1-F80EF1C9A5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xmlns="" id="{0314CB6E-B60B-4590-88FA-E8025C9EDE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F3267F-7CA1-4049-8CAB-0623D9B364A5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47878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8">
            <a:extLst>
              <a:ext uri="{FF2B5EF4-FFF2-40B4-BE49-F238E27FC236}">
                <a16:creationId xmlns:a16="http://schemas.microsoft.com/office/drawing/2014/main" xmlns="" id="{2CBD727F-1FCB-4CE3-9188-29080D8CD3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9">
            <a:extLst>
              <a:ext uri="{FF2B5EF4-FFF2-40B4-BE49-F238E27FC236}">
                <a16:creationId xmlns:a16="http://schemas.microsoft.com/office/drawing/2014/main" xmlns="" id="{8AA96FBB-2A3B-4F59-B307-2994A123CB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10">
            <a:extLst>
              <a:ext uri="{FF2B5EF4-FFF2-40B4-BE49-F238E27FC236}">
                <a16:creationId xmlns:a16="http://schemas.microsoft.com/office/drawing/2014/main" xmlns="" id="{D5D98CEF-2166-4298-95AF-B32B8C38E7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3132E6-D20E-4AFB-BD29-CDCC1142FA43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29799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8">
            <a:extLst>
              <a:ext uri="{FF2B5EF4-FFF2-40B4-BE49-F238E27FC236}">
                <a16:creationId xmlns:a16="http://schemas.microsoft.com/office/drawing/2014/main" xmlns="" id="{471DE237-27B1-49DF-A4F2-6D48D4C2C6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9">
            <a:extLst>
              <a:ext uri="{FF2B5EF4-FFF2-40B4-BE49-F238E27FC236}">
                <a16:creationId xmlns:a16="http://schemas.microsoft.com/office/drawing/2014/main" xmlns="" id="{939D7208-B3C6-4895-ADDE-DEE191B3D5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10">
            <a:extLst>
              <a:ext uri="{FF2B5EF4-FFF2-40B4-BE49-F238E27FC236}">
                <a16:creationId xmlns:a16="http://schemas.microsoft.com/office/drawing/2014/main" xmlns="" id="{2F50BEC1-9350-4AE8-AFA8-5DC6076670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EE9A49-189E-4B50-8BAD-8E05E6F0AF34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0537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xmlns="" id="{8A70E97F-52E8-40FB-A432-B2E3C48D35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09">
            <a:extLst>
              <a:ext uri="{FF2B5EF4-FFF2-40B4-BE49-F238E27FC236}">
                <a16:creationId xmlns:a16="http://schemas.microsoft.com/office/drawing/2014/main" xmlns="" id="{CE30490D-3519-4840-998A-E12839257E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0">
            <a:extLst>
              <a:ext uri="{FF2B5EF4-FFF2-40B4-BE49-F238E27FC236}">
                <a16:creationId xmlns:a16="http://schemas.microsoft.com/office/drawing/2014/main" xmlns="" id="{1BBA2F76-CE9D-4100-8FE6-289583B600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ADC08A-019D-4C35-BB6B-DD2668CFE6F6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339312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43775" y="609600"/>
            <a:ext cx="2154238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7888" y="609600"/>
            <a:ext cx="6313487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xmlns="" id="{F588C619-77A4-403A-94CF-E402AE63E7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09">
            <a:extLst>
              <a:ext uri="{FF2B5EF4-FFF2-40B4-BE49-F238E27FC236}">
                <a16:creationId xmlns:a16="http://schemas.microsoft.com/office/drawing/2014/main" xmlns="" id="{29F22C3F-8DB0-411C-9C4D-B55D84CB3C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0">
            <a:extLst>
              <a:ext uri="{FF2B5EF4-FFF2-40B4-BE49-F238E27FC236}">
                <a16:creationId xmlns:a16="http://schemas.microsoft.com/office/drawing/2014/main" xmlns="" id="{9445CD26-2DDE-487B-9E3E-D711123DCC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BBE8E5-1444-4E15-8F53-E3DE22C879B1}" type="slidenum">
              <a:rPr lang="en-GB" altLang="zh-TW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240750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xmlns="" id="{159F0C52-0D2C-4152-B0A4-32A8770F09CC}"/>
              </a:ext>
            </a:extLst>
          </p:cNvPr>
          <p:cNvGrpSpPr>
            <a:grpSpLocks/>
          </p:cNvGrpSpPr>
          <p:nvPr/>
        </p:nvGrpSpPr>
        <p:grpSpPr bwMode="auto">
          <a:xfrm>
            <a:off x="0" y="68263"/>
            <a:ext cx="9658350" cy="6713537"/>
            <a:chOff x="0" y="43"/>
            <a:chExt cx="5616" cy="4229"/>
          </a:xfrm>
        </p:grpSpPr>
        <p:grpSp>
          <p:nvGrpSpPr>
            <p:cNvPr id="12296" name="Group 3">
              <a:extLst>
                <a:ext uri="{FF2B5EF4-FFF2-40B4-BE49-F238E27FC236}">
                  <a16:creationId xmlns:a16="http://schemas.microsoft.com/office/drawing/2014/main" xmlns="" id="{840847EE-7C06-4174-8014-6FA85008ABE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43"/>
              <a:ext cx="408" cy="4229"/>
              <a:chOff x="0" y="43"/>
              <a:chExt cx="5760" cy="4229"/>
            </a:xfrm>
          </p:grpSpPr>
          <p:sp>
            <p:nvSpPr>
              <p:cNvPr id="5124" name="Line 4">
                <a:extLst>
                  <a:ext uri="{FF2B5EF4-FFF2-40B4-BE49-F238E27FC236}">
                    <a16:creationId xmlns:a16="http://schemas.microsoft.com/office/drawing/2014/main" xmlns="" id="{67960073-1681-4DE1-92A5-6CAFFDF8641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5" name="Line 5">
                <a:extLst>
                  <a:ext uri="{FF2B5EF4-FFF2-40B4-BE49-F238E27FC236}">
                    <a16:creationId xmlns:a16="http://schemas.microsoft.com/office/drawing/2014/main" xmlns="" id="{9574A12A-9C93-4013-98BA-A7BBCA71D87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6" name="Line 6">
                <a:extLst>
                  <a:ext uri="{FF2B5EF4-FFF2-40B4-BE49-F238E27FC236}">
                    <a16:creationId xmlns:a16="http://schemas.microsoft.com/office/drawing/2014/main" xmlns="" id="{C84ECDB8-2F16-4259-B8A0-8D0213FB59C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7" name="Line 7">
                <a:extLst>
                  <a:ext uri="{FF2B5EF4-FFF2-40B4-BE49-F238E27FC236}">
                    <a16:creationId xmlns:a16="http://schemas.microsoft.com/office/drawing/2014/main" xmlns="" id="{3EFD9466-8B4D-4B8A-80F2-FE0286471EA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8" name="Line 8">
                <a:extLst>
                  <a:ext uri="{FF2B5EF4-FFF2-40B4-BE49-F238E27FC236}">
                    <a16:creationId xmlns:a16="http://schemas.microsoft.com/office/drawing/2014/main" xmlns="" id="{AC48ACD8-D3DA-4AA1-896E-E7D9A0B40C6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9" name="Line 9">
                <a:extLst>
                  <a:ext uri="{FF2B5EF4-FFF2-40B4-BE49-F238E27FC236}">
                    <a16:creationId xmlns:a16="http://schemas.microsoft.com/office/drawing/2014/main" xmlns="" id="{0134DB02-8980-49BC-81C1-645A94B5A05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0" name="Line 10">
                <a:extLst>
                  <a:ext uri="{FF2B5EF4-FFF2-40B4-BE49-F238E27FC236}">
                    <a16:creationId xmlns:a16="http://schemas.microsoft.com/office/drawing/2014/main" xmlns="" id="{08A7F720-37F5-41D3-857C-691826A4501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1" name="Line 11">
                <a:extLst>
                  <a:ext uri="{FF2B5EF4-FFF2-40B4-BE49-F238E27FC236}">
                    <a16:creationId xmlns:a16="http://schemas.microsoft.com/office/drawing/2014/main" xmlns="" id="{CFF183F9-F7E0-49EF-ACAA-A962F6500B4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2" name="Line 12">
                <a:extLst>
                  <a:ext uri="{FF2B5EF4-FFF2-40B4-BE49-F238E27FC236}">
                    <a16:creationId xmlns:a16="http://schemas.microsoft.com/office/drawing/2014/main" xmlns="" id="{37FFFE27-8CC4-4B61-A35E-BA347390DB0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3" name="Line 13">
                <a:extLst>
                  <a:ext uri="{FF2B5EF4-FFF2-40B4-BE49-F238E27FC236}">
                    <a16:creationId xmlns:a16="http://schemas.microsoft.com/office/drawing/2014/main" xmlns="" id="{1DFE1D0A-6E0D-4C53-B69E-39BF68DFBF3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4" name="Line 14">
                <a:extLst>
                  <a:ext uri="{FF2B5EF4-FFF2-40B4-BE49-F238E27FC236}">
                    <a16:creationId xmlns:a16="http://schemas.microsoft.com/office/drawing/2014/main" xmlns="" id="{57F2D6E5-79F8-4047-BBBB-6DC1D09EF9F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5" name="Line 15">
                <a:extLst>
                  <a:ext uri="{FF2B5EF4-FFF2-40B4-BE49-F238E27FC236}">
                    <a16:creationId xmlns:a16="http://schemas.microsoft.com/office/drawing/2014/main" xmlns="" id="{149C462F-A126-4986-A5F2-97E6BD34C97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6" name="Line 16">
                <a:extLst>
                  <a:ext uri="{FF2B5EF4-FFF2-40B4-BE49-F238E27FC236}">
                    <a16:creationId xmlns:a16="http://schemas.microsoft.com/office/drawing/2014/main" xmlns="" id="{68B8BFDD-3EDD-4F60-89BA-E28FAEB59FC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7" name="Line 17">
                <a:extLst>
                  <a:ext uri="{FF2B5EF4-FFF2-40B4-BE49-F238E27FC236}">
                    <a16:creationId xmlns:a16="http://schemas.microsoft.com/office/drawing/2014/main" xmlns="" id="{E7AE3E48-B839-42E5-8CFC-9BC547B9A17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8" name="Line 18">
                <a:extLst>
                  <a:ext uri="{FF2B5EF4-FFF2-40B4-BE49-F238E27FC236}">
                    <a16:creationId xmlns:a16="http://schemas.microsoft.com/office/drawing/2014/main" xmlns="" id="{8D8E85D7-2678-43B8-B728-AFA2CC8C4F2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9" name="Line 19">
                <a:extLst>
                  <a:ext uri="{FF2B5EF4-FFF2-40B4-BE49-F238E27FC236}">
                    <a16:creationId xmlns:a16="http://schemas.microsoft.com/office/drawing/2014/main" xmlns="" id="{3FD8B4A3-619E-48C7-8FA5-4C85F182312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0" name="Line 20">
                <a:extLst>
                  <a:ext uri="{FF2B5EF4-FFF2-40B4-BE49-F238E27FC236}">
                    <a16:creationId xmlns:a16="http://schemas.microsoft.com/office/drawing/2014/main" xmlns="" id="{E0FE4D1F-218B-45A6-8D43-D3394FD6FD7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1" name="Line 21">
                <a:extLst>
                  <a:ext uri="{FF2B5EF4-FFF2-40B4-BE49-F238E27FC236}">
                    <a16:creationId xmlns:a16="http://schemas.microsoft.com/office/drawing/2014/main" xmlns="" id="{E764E818-BE5C-40CE-97BC-43FAC430204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2" name="Line 22">
                <a:extLst>
                  <a:ext uri="{FF2B5EF4-FFF2-40B4-BE49-F238E27FC236}">
                    <a16:creationId xmlns:a16="http://schemas.microsoft.com/office/drawing/2014/main" xmlns="" id="{5B018D89-CAE6-44EA-9A5B-5EE429841C3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3" name="Line 23">
                <a:extLst>
                  <a:ext uri="{FF2B5EF4-FFF2-40B4-BE49-F238E27FC236}">
                    <a16:creationId xmlns:a16="http://schemas.microsoft.com/office/drawing/2014/main" xmlns="" id="{530DFF40-55B1-4C3D-8FE0-EB22740B367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4" name="Line 24">
                <a:extLst>
                  <a:ext uri="{FF2B5EF4-FFF2-40B4-BE49-F238E27FC236}">
                    <a16:creationId xmlns:a16="http://schemas.microsoft.com/office/drawing/2014/main" xmlns="" id="{72429B85-BD1A-4C49-B5EB-AFEA3842085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5" name="Line 25">
                <a:extLst>
                  <a:ext uri="{FF2B5EF4-FFF2-40B4-BE49-F238E27FC236}">
                    <a16:creationId xmlns:a16="http://schemas.microsoft.com/office/drawing/2014/main" xmlns="" id="{8D7F6184-2846-4E0E-AD05-A7EC9DB3E15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6" name="Line 26">
                <a:extLst>
                  <a:ext uri="{FF2B5EF4-FFF2-40B4-BE49-F238E27FC236}">
                    <a16:creationId xmlns:a16="http://schemas.microsoft.com/office/drawing/2014/main" xmlns="" id="{32FB1C20-9FF6-4073-85DD-E95EBC6A8E8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7" name="Line 27">
                <a:extLst>
                  <a:ext uri="{FF2B5EF4-FFF2-40B4-BE49-F238E27FC236}">
                    <a16:creationId xmlns:a16="http://schemas.microsoft.com/office/drawing/2014/main" xmlns="" id="{119A7E45-90BD-43CF-AD87-57B1445A99F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8" name="Line 28">
                <a:extLst>
                  <a:ext uri="{FF2B5EF4-FFF2-40B4-BE49-F238E27FC236}">
                    <a16:creationId xmlns:a16="http://schemas.microsoft.com/office/drawing/2014/main" xmlns="" id="{8766989D-BCDA-430E-A076-43A3C2FCC9A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9" name="Line 29">
                <a:extLst>
                  <a:ext uri="{FF2B5EF4-FFF2-40B4-BE49-F238E27FC236}">
                    <a16:creationId xmlns:a16="http://schemas.microsoft.com/office/drawing/2014/main" xmlns="" id="{26FC3DEB-C443-4AC6-AB01-982B1689B87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0" name="Line 30">
                <a:extLst>
                  <a:ext uri="{FF2B5EF4-FFF2-40B4-BE49-F238E27FC236}">
                    <a16:creationId xmlns:a16="http://schemas.microsoft.com/office/drawing/2014/main" xmlns="" id="{144E34E1-25F6-4132-81CE-1B84F23B075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1" name="Line 31">
                <a:extLst>
                  <a:ext uri="{FF2B5EF4-FFF2-40B4-BE49-F238E27FC236}">
                    <a16:creationId xmlns:a16="http://schemas.microsoft.com/office/drawing/2014/main" xmlns="" id="{74F471F3-955A-45D1-9C28-7BBC1AB447A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2" name="Line 32">
                <a:extLst>
                  <a:ext uri="{FF2B5EF4-FFF2-40B4-BE49-F238E27FC236}">
                    <a16:creationId xmlns:a16="http://schemas.microsoft.com/office/drawing/2014/main" xmlns="" id="{DD26EDD2-1BD8-4B37-946C-D792AD66F05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3" name="Line 33">
                <a:extLst>
                  <a:ext uri="{FF2B5EF4-FFF2-40B4-BE49-F238E27FC236}">
                    <a16:creationId xmlns:a16="http://schemas.microsoft.com/office/drawing/2014/main" xmlns="" id="{CC62BD5C-DF47-48EB-97AF-571BB0D1823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4" name="Line 34">
                <a:extLst>
                  <a:ext uri="{FF2B5EF4-FFF2-40B4-BE49-F238E27FC236}">
                    <a16:creationId xmlns:a16="http://schemas.microsoft.com/office/drawing/2014/main" xmlns="" id="{E95FEB20-8230-40F1-9DF7-2955181351D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5" name="Line 35">
                <a:extLst>
                  <a:ext uri="{FF2B5EF4-FFF2-40B4-BE49-F238E27FC236}">
                    <a16:creationId xmlns:a16="http://schemas.microsoft.com/office/drawing/2014/main" xmlns="" id="{22768ABF-3708-4366-AFFE-C0A47EBBABB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6" name="Line 36">
                <a:extLst>
                  <a:ext uri="{FF2B5EF4-FFF2-40B4-BE49-F238E27FC236}">
                    <a16:creationId xmlns:a16="http://schemas.microsoft.com/office/drawing/2014/main" xmlns="" id="{4B7DFC80-A0CE-4996-823D-6A270B8E7F0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7" name="Line 37">
                <a:extLst>
                  <a:ext uri="{FF2B5EF4-FFF2-40B4-BE49-F238E27FC236}">
                    <a16:creationId xmlns:a16="http://schemas.microsoft.com/office/drawing/2014/main" xmlns="" id="{6B2E4AFE-5E4E-47A1-9728-0F96174C6AE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8" name="Line 38">
                <a:extLst>
                  <a:ext uri="{FF2B5EF4-FFF2-40B4-BE49-F238E27FC236}">
                    <a16:creationId xmlns:a16="http://schemas.microsoft.com/office/drawing/2014/main" xmlns="" id="{F5C2B8A0-B728-4220-AA11-658F23634BC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9" name="Line 39">
                <a:extLst>
                  <a:ext uri="{FF2B5EF4-FFF2-40B4-BE49-F238E27FC236}">
                    <a16:creationId xmlns:a16="http://schemas.microsoft.com/office/drawing/2014/main" xmlns="" id="{AA588A6C-3E88-4808-B2F3-5BA2AD43AB4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0" name="Line 40">
                <a:extLst>
                  <a:ext uri="{FF2B5EF4-FFF2-40B4-BE49-F238E27FC236}">
                    <a16:creationId xmlns:a16="http://schemas.microsoft.com/office/drawing/2014/main" xmlns="" id="{9D1C9671-99D1-45A6-A547-3BEA7F8F3CC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1" name="Line 41">
                <a:extLst>
                  <a:ext uri="{FF2B5EF4-FFF2-40B4-BE49-F238E27FC236}">
                    <a16:creationId xmlns:a16="http://schemas.microsoft.com/office/drawing/2014/main" xmlns="" id="{38B5B325-691C-4DDF-A8AF-28B2B40CE0A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2" name="Line 42">
                <a:extLst>
                  <a:ext uri="{FF2B5EF4-FFF2-40B4-BE49-F238E27FC236}">
                    <a16:creationId xmlns:a16="http://schemas.microsoft.com/office/drawing/2014/main" xmlns="" id="{61A688A5-D3A5-46EF-BBFD-1F5809BBA84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3" name="Line 43">
                <a:extLst>
                  <a:ext uri="{FF2B5EF4-FFF2-40B4-BE49-F238E27FC236}">
                    <a16:creationId xmlns:a16="http://schemas.microsoft.com/office/drawing/2014/main" xmlns="" id="{9F3B6392-2F88-410A-8E4F-80D59F65B8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4" name="Line 44">
                <a:extLst>
                  <a:ext uri="{FF2B5EF4-FFF2-40B4-BE49-F238E27FC236}">
                    <a16:creationId xmlns:a16="http://schemas.microsoft.com/office/drawing/2014/main" xmlns="" id="{AB26508C-969E-4403-8C3F-016DC445079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5" name="Line 45">
                <a:extLst>
                  <a:ext uri="{FF2B5EF4-FFF2-40B4-BE49-F238E27FC236}">
                    <a16:creationId xmlns:a16="http://schemas.microsoft.com/office/drawing/2014/main" xmlns="" id="{584B8CDE-7C88-4FFA-A412-080B07BFAA1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6" name="Line 46">
                <a:extLst>
                  <a:ext uri="{FF2B5EF4-FFF2-40B4-BE49-F238E27FC236}">
                    <a16:creationId xmlns:a16="http://schemas.microsoft.com/office/drawing/2014/main" xmlns="" id="{6884F6B6-09BA-46AA-97C7-EC0401F8E7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7" name="Line 47">
                <a:extLst>
                  <a:ext uri="{FF2B5EF4-FFF2-40B4-BE49-F238E27FC236}">
                    <a16:creationId xmlns:a16="http://schemas.microsoft.com/office/drawing/2014/main" xmlns="" id="{6EAF56B5-6F22-4C0F-9E68-2EF19AF49F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8" name="Line 48">
                <a:extLst>
                  <a:ext uri="{FF2B5EF4-FFF2-40B4-BE49-F238E27FC236}">
                    <a16:creationId xmlns:a16="http://schemas.microsoft.com/office/drawing/2014/main" xmlns="" id="{784E318C-BAD4-4BA9-9E8E-2D8C6BB4B79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9" name="Line 49">
                <a:extLst>
                  <a:ext uri="{FF2B5EF4-FFF2-40B4-BE49-F238E27FC236}">
                    <a16:creationId xmlns:a16="http://schemas.microsoft.com/office/drawing/2014/main" xmlns="" id="{64C1C2B3-232E-4571-9FC3-F11A526C1EA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0" name="Line 50">
                <a:extLst>
                  <a:ext uri="{FF2B5EF4-FFF2-40B4-BE49-F238E27FC236}">
                    <a16:creationId xmlns:a16="http://schemas.microsoft.com/office/drawing/2014/main" xmlns="" id="{9C4CEB0B-A8E8-44A4-80AA-7FCFCE50945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1" name="Line 51">
                <a:extLst>
                  <a:ext uri="{FF2B5EF4-FFF2-40B4-BE49-F238E27FC236}">
                    <a16:creationId xmlns:a16="http://schemas.microsoft.com/office/drawing/2014/main" xmlns="" id="{DEB2E5BB-5CDB-46B1-A9E3-571C991B547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2" name="Line 52">
                <a:extLst>
                  <a:ext uri="{FF2B5EF4-FFF2-40B4-BE49-F238E27FC236}">
                    <a16:creationId xmlns:a16="http://schemas.microsoft.com/office/drawing/2014/main" xmlns="" id="{E50B800B-F96B-4EEB-8694-E20B7CF3DDD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3" name="Line 53">
                <a:extLst>
                  <a:ext uri="{FF2B5EF4-FFF2-40B4-BE49-F238E27FC236}">
                    <a16:creationId xmlns:a16="http://schemas.microsoft.com/office/drawing/2014/main" xmlns="" id="{19849FF1-307C-4FBA-BB68-2EB9E0B977C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4" name="Line 54">
                <a:extLst>
                  <a:ext uri="{FF2B5EF4-FFF2-40B4-BE49-F238E27FC236}">
                    <a16:creationId xmlns:a16="http://schemas.microsoft.com/office/drawing/2014/main" xmlns="" id="{D72B68F1-F7E0-4A16-ACF8-0238A77758B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5" name="Line 55">
                <a:extLst>
                  <a:ext uri="{FF2B5EF4-FFF2-40B4-BE49-F238E27FC236}">
                    <a16:creationId xmlns:a16="http://schemas.microsoft.com/office/drawing/2014/main" xmlns="" id="{901E40F6-EB74-4855-A66B-CFB2E0B36CE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6" name="Line 56">
                <a:extLst>
                  <a:ext uri="{FF2B5EF4-FFF2-40B4-BE49-F238E27FC236}">
                    <a16:creationId xmlns:a16="http://schemas.microsoft.com/office/drawing/2014/main" xmlns="" id="{5014F8B6-9895-4ACD-9778-EFE60E90E1F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7" name="Line 57">
                <a:extLst>
                  <a:ext uri="{FF2B5EF4-FFF2-40B4-BE49-F238E27FC236}">
                    <a16:creationId xmlns:a16="http://schemas.microsoft.com/office/drawing/2014/main" xmlns="" id="{9CF3DD77-1901-475B-B56E-5C2A256EC38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8" name="Line 58">
                <a:extLst>
                  <a:ext uri="{FF2B5EF4-FFF2-40B4-BE49-F238E27FC236}">
                    <a16:creationId xmlns:a16="http://schemas.microsoft.com/office/drawing/2014/main" xmlns="" id="{644727F6-A784-43F7-ADDC-FC73AED0D18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9" name="Line 59">
                <a:extLst>
                  <a:ext uri="{FF2B5EF4-FFF2-40B4-BE49-F238E27FC236}">
                    <a16:creationId xmlns:a16="http://schemas.microsoft.com/office/drawing/2014/main" xmlns="" id="{F737BB1D-6D9B-4E19-A2B4-52C6B3429A9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0" name="Line 60">
                <a:extLst>
                  <a:ext uri="{FF2B5EF4-FFF2-40B4-BE49-F238E27FC236}">
                    <a16:creationId xmlns:a16="http://schemas.microsoft.com/office/drawing/2014/main" xmlns="" id="{DA13C368-C764-435A-94AB-EE85A8F7BBD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1" name="Line 61">
                <a:extLst>
                  <a:ext uri="{FF2B5EF4-FFF2-40B4-BE49-F238E27FC236}">
                    <a16:creationId xmlns:a16="http://schemas.microsoft.com/office/drawing/2014/main" xmlns="" id="{18BD33DF-6266-43BD-85CC-1BB28395204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2" name="Line 62">
                <a:extLst>
                  <a:ext uri="{FF2B5EF4-FFF2-40B4-BE49-F238E27FC236}">
                    <a16:creationId xmlns:a16="http://schemas.microsoft.com/office/drawing/2014/main" xmlns="" id="{88759A2E-8E79-481C-AF76-4B531306DF4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3" name="Line 63">
                <a:extLst>
                  <a:ext uri="{FF2B5EF4-FFF2-40B4-BE49-F238E27FC236}">
                    <a16:creationId xmlns:a16="http://schemas.microsoft.com/office/drawing/2014/main" xmlns="" id="{C42779EF-587F-4E3F-9001-D7579C2536D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4" name="Line 64">
                <a:extLst>
                  <a:ext uri="{FF2B5EF4-FFF2-40B4-BE49-F238E27FC236}">
                    <a16:creationId xmlns:a16="http://schemas.microsoft.com/office/drawing/2014/main" xmlns="" id="{B0F63D20-0C3A-4985-9AFF-CA14BF9546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5" name="Line 65">
                <a:extLst>
                  <a:ext uri="{FF2B5EF4-FFF2-40B4-BE49-F238E27FC236}">
                    <a16:creationId xmlns:a16="http://schemas.microsoft.com/office/drawing/2014/main" xmlns="" id="{7B888D95-432D-4E5B-93B6-EA1C397EB27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6" name="Line 66">
                <a:extLst>
                  <a:ext uri="{FF2B5EF4-FFF2-40B4-BE49-F238E27FC236}">
                    <a16:creationId xmlns:a16="http://schemas.microsoft.com/office/drawing/2014/main" xmlns="" id="{9527FB8A-03DC-411F-B4CF-84EFAC97348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7" name="Line 67">
                <a:extLst>
                  <a:ext uri="{FF2B5EF4-FFF2-40B4-BE49-F238E27FC236}">
                    <a16:creationId xmlns:a16="http://schemas.microsoft.com/office/drawing/2014/main" xmlns="" id="{53F47071-C815-4AF8-A4EA-8B56C35796A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8" name="Line 68">
                <a:extLst>
                  <a:ext uri="{FF2B5EF4-FFF2-40B4-BE49-F238E27FC236}">
                    <a16:creationId xmlns:a16="http://schemas.microsoft.com/office/drawing/2014/main" xmlns="" id="{87D34CA4-F7CA-401C-8E45-8A37BE736FA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9" name="Line 69">
                <a:extLst>
                  <a:ext uri="{FF2B5EF4-FFF2-40B4-BE49-F238E27FC236}">
                    <a16:creationId xmlns:a16="http://schemas.microsoft.com/office/drawing/2014/main" xmlns="" id="{4DC40FC6-A636-48F2-AFFF-EBD838E5BA0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0" name="Line 70">
                <a:extLst>
                  <a:ext uri="{FF2B5EF4-FFF2-40B4-BE49-F238E27FC236}">
                    <a16:creationId xmlns:a16="http://schemas.microsoft.com/office/drawing/2014/main" xmlns="" id="{B2CDAC94-995A-4C0D-8B0C-8DAFCBF2F34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1" name="Line 71">
                <a:extLst>
                  <a:ext uri="{FF2B5EF4-FFF2-40B4-BE49-F238E27FC236}">
                    <a16:creationId xmlns:a16="http://schemas.microsoft.com/office/drawing/2014/main" xmlns="" id="{81D6D5A6-8292-46AA-8CAF-4EAAF5851DD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2" name="Line 72">
                <a:extLst>
                  <a:ext uri="{FF2B5EF4-FFF2-40B4-BE49-F238E27FC236}">
                    <a16:creationId xmlns:a16="http://schemas.microsoft.com/office/drawing/2014/main" xmlns="" id="{D6B4B79B-F38D-4D2F-8F8C-FE64125E28E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3" name="Line 73">
                <a:extLst>
                  <a:ext uri="{FF2B5EF4-FFF2-40B4-BE49-F238E27FC236}">
                    <a16:creationId xmlns:a16="http://schemas.microsoft.com/office/drawing/2014/main" xmlns="" id="{FAEA2100-6DBA-4E0D-8905-091B406A857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4" name="Line 74">
                <a:extLst>
                  <a:ext uri="{FF2B5EF4-FFF2-40B4-BE49-F238E27FC236}">
                    <a16:creationId xmlns:a16="http://schemas.microsoft.com/office/drawing/2014/main" xmlns="" id="{943C81FC-B777-46D0-B0AD-7A967727280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5" name="Line 75">
                <a:extLst>
                  <a:ext uri="{FF2B5EF4-FFF2-40B4-BE49-F238E27FC236}">
                    <a16:creationId xmlns:a16="http://schemas.microsoft.com/office/drawing/2014/main" xmlns="" id="{9FE27F11-4E99-4304-8717-52609612F4C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6" name="Line 76">
                <a:extLst>
                  <a:ext uri="{FF2B5EF4-FFF2-40B4-BE49-F238E27FC236}">
                    <a16:creationId xmlns:a16="http://schemas.microsoft.com/office/drawing/2014/main" xmlns="" id="{C539D5B3-CDBC-4B17-B59D-1DF66FF1374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7" name="Line 77">
                <a:extLst>
                  <a:ext uri="{FF2B5EF4-FFF2-40B4-BE49-F238E27FC236}">
                    <a16:creationId xmlns:a16="http://schemas.microsoft.com/office/drawing/2014/main" xmlns="" id="{7C2A10AB-6BD1-4984-968F-690311389C7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8" name="Line 78">
                <a:extLst>
                  <a:ext uri="{FF2B5EF4-FFF2-40B4-BE49-F238E27FC236}">
                    <a16:creationId xmlns:a16="http://schemas.microsoft.com/office/drawing/2014/main" xmlns="" id="{BA950943-36A7-455A-A8E1-BD09F86B36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9" name="Line 79">
                <a:extLst>
                  <a:ext uri="{FF2B5EF4-FFF2-40B4-BE49-F238E27FC236}">
                    <a16:creationId xmlns:a16="http://schemas.microsoft.com/office/drawing/2014/main" xmlns="" id="{F5850B18-0705-45D2-B245-070B3F447D4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0" name="Line 80">
                <a:extLst>
                  <a:ext uri="{FF2B5EF4-FFF2-40B4-BE49-F238E27FC236}">
                    <a16:creationId xmlns:a16="http://schemas.microsoft.com/office/drawing/2014/main" xmlns="" id="{39CE72A6-EFFD-44FD-8171-EA0341CD7FD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1" name="Line 81">
                <a:extLst>
                  <a:ext uri="{FF2B5EF4-FFF2-40B4-BE49-F238E27FC236}">
                    <a16:creationId xmlns:a16="http://schemas.microsoft.com/office/drawing/2014/main" xmlns="" id="{EAA69BE0-14B4-42AD-A31E-279112355B8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2" name="Line 82">
                <a:extLst>
                  <a:ext uri="{FF2B5EF4-FFF2-40B4-BE49-F238E27FC236}">
                    <a16:creationId xmlns:a16="http://schemas.microsoft.com/office/drawing/2014/main" xmlns="" id="{48DFFAD1-0CFC-4798-8E59-D147C696727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3" name="Line 83">
                <a:extLst>
                  <a:ext uri="{FF2B5EF4-FFF2-40B4-BE49-F238E27FC236}">
                    <a16:creationId xmlns:a16="http://schemas.microsoft.com/office/drawing/2014/main" xmlns="" id="{470E1AD2-410A-439B-8837-E01665D5BAA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4" name="Line 84">
                <a:extLst>
                  <a:ext uri="{FF2B5EF4-FFF2-40B4-BE49-F238E27FC236}">
                    <a16:creationId xmlns:a16="http://schemas.microsoft.com/office/drawing/2014/main" xmlns="" id="{968AD19A-4076-4983-A57B-69641B27E5B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5" name="Line 85">
                <a:extLst>
                  <a:ext uri="{FF2B5EF4-FFF2-40B4-BE49-F238E27FC236}">
                    <a16:creationId xmlns:a16="http://schemas.microsoft.com/office/drawing/2014/main" xmlns="" id="{592C800B-2192-4DF9-9EBE-AC36DE73C9A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6" name="Line 86">
                <a:extLst>
                  <a:ext uri="{FF2B5EF4-FFF2-40B4-BE49-F238E27FC236}">
                    <a16:creationId xmlns:a16="http://schemas.microsoft.com/office/drawing/2014/main" xmlns="" id="{9F9FE45F-75A2-4BD9-8F43-AC165ECC69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7" name="Line 87">
                <a:extLst>
                  <a:ext uri="{FF2B5EF4-FFF2-40B4-BE49-F238E27FC236}">
                    <a16:creationId xmlns:a16="http://schemas.microsoft.com/office/drawing/2014/main" xmlns="" id="{BAE92A3C-A945-4CBE-B469-38462A7BC67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8" name="Line 88">
                <a:extLst>
                  <a:ext uri="{FF2B5EF4-FFF2-40B4-BE49-F238E27FC236}">
                    <a16:creationId xmlns:a16="http://schemas.microsoft.com/office/drawing/2014/main" xmlns="" id="{E43B0477-3BE6-4229-8D89-15B83C248F5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9" name="Line 89">
                <a:extLst>
                  <a:ext uri="{FF2B5EF4-FFF2-40B4-BE49-F238E27FC236}">
                    <a16:creationId xmlns:a16="http://schemas.microsoft.com/office/drawing/2014/main" xmlns="" id="{B1C26844-9091-460E-A3D7-07A29C0717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0" name="Line 90">
                <a:extLst>
                  <a:ext uri="{FF2B5EF4-FFF2-40B4-BE49-F238E27FC236}">
                    <a16:creationId xmlns:a16="http://schemas.microsoft.com/office/drawing/2014/main" xmlns="" id="{70D12062-120D-4603-957D-0D80A4C35A6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1" name="Line 91">
                <a:extLst>
                  <a:ext uri="{FF2B5EF4-FFF2-40B4-BE49-F238E27FC236}">
                    <a16:creationId xmlns:a16="http://schemas.microsoft.com/office/drawing/2014/main" xmlns="" id="{2CFC089E-00D0-4466-A57D-78EC96E86EC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2" name="Line 92">
                <a:extLst>
                  <a:ext uri="{FF2B5EF4-FFF2-40B4-BE49-F238E27FC236}">
                    <a16:creationId xmlns:a16="http://schemas.microsoft.com/office/drawing/2014/main" xmlns="" id="{76826A2E-CBC9-4EF1-A209-6EAC1B22A17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3" name="Line 93">
                <a:extLst>
                  <a:ext uri="{FF2B5EF4-FFF2-40B4-BE49-F238E27FC236}">
                    <a16:creationId xmlns:a16="http://schemas.microsoft.com/office/drawing/2014/main" xmlns="" id="{A5EC6921-4A57-492D-A8CA-4E3C78B9308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4" name="Line 94">
                <a:extLst>
                  <a:ext uri="{FF2B5EF4-FFF2-40B4-BE49-F238E27FC236}">
                    <a16:creationId xmlns:a16="http://schemas.microsoft.com/office/drawing/2014/main" xmlns="" id="{F7E57CD0-FB6D-4029-BC2E-9F5EC9351C5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5" name="Line 95">
                <a:extLst>
                  <a:ext uri="{FF2B5EF4-FFF2-40B4-BE49-F238E27FC236}">
                    <a16:creationId xmlns:a16="http://schemas.microsoft.com/office/drawing/2014/main" xmlns="" id="{BDF99C56-8252-45CB-8E08-A620169407F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6" name="Line 96">
                <a:extLst>
                  <a:ext uri="{FF2B5EF4-FFF2-40B4-BE49-F238E27FC236}">
                    <a16:creationId xmlns:a16="http://schemas.microsoft.com/office/drawing/2014/main" xmlns="" id="{66309B84-679E-4FFF-98B6-71B7799A172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7" name="Line 97">
                <a:extLst>
                  <a:ext uri="{FF2B5EF4-FFF2-40B4-BE49-F238E27FC236}">
                    <a16:creationId xmlns:a16="http://schemas.microsoft.com/office/drawing/2014/main" xmlns="" id="{170CE864-05A4-4BF1-9D05-3573790890D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8" name="Line 98">
                <a:extLst>
                  <a:ext uri="{FF2B5EF4-FFF2-40B4-BE49-F238E27FC236}">
                    <a16:creationId xmlns:a16="http://schemas.microsoft.com/office/drawing/2014/main" xmlns="" id="{98E1E4A5-6CD1-403B-A289-384BB5240FE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9" name="Line 99">
                <a:extLst>
                  <a:ext uri="{FF2B5EF4-FFF2-40B4-BE49-F238E27FC236}">
                    <a16:creationId xmlns:a16="http://schemas.microsoft.com/office/drawing/2014/main" xmlns="" id="{421230C1-A827-4897-9C2F-5CDF4193429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0" name="Line 100">
                <a:extLst>
                  <a:ext uri="{FF2B5EF4-FFF2-40B4-BE49-F238E27FC236}">
                    <a16:creationId xmlns:a16="http://schemas.microsoft.com/office/drawing/2014/main" xmlns="" id="{F22F780F-74C6-4A35-8364-0CDC21C7D19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1" name="Line 101">
                <a:extLst>
                  <a:ext uri="{FF2B5EF4-FFF2-40B4-BE49-F238E27FC236}">
                    <a16:creationId xmlns:a16="http://schemas.microsoft.com/office/drawing/2014/main" xmlns="" id="{8339BB0A-2903-47F5-AE59-EA9C09BE6E9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</p:grpSp>
        <p:grpSp>
          <p:nvGrpSpPr>
            <p:cNvPr id="12297" name="Group 102">
              <a:extLst>
                <a:ext uri="{FF2B5EF4-FFF2-40B4-BE49-F238E27FC236}">
                  <a16:creationId xmlns:a16="http://schemas.microsoft.com/office/drawing/2014/main" xmlns="" id="{B95B97C4-9622-4A90-873B-B01A975350C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205"/>
              <a:ext cx="5216" cy="1123"/>
              <a:chOff x="400" y="205"/>
              <a:chExt cx="5216" cy="1123"/>
            </a:xfrm>
          </p:grpSpPr>
          <p:sp>
            <p:nvSpPr>
              <p:cNvPr id="5223" name="Rectangle 103">
                <a:extLst>
                  <a:ext uri="{FF2B5EF4-FFF2-40B4-BE49-F238E27FC236}">
                    <a16:creationId xmlns:a16="http://schemas.microsoft.com/office/drawing/2014/main" xmlns="" id="{22F013B7-034D-45FD-8A74-B8B7CF7555C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57" y="205"/>
                <a:ext cx="313" cy="91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4" name="Rectangle 104">
                <a:extLst>
                  <a:ext uri="{FF2B5EF4-FFF2-40B4-BE49-F238E27FC236}">
                    <a16:creationId xmlns:a16="http://schemas.microsoft.com/office/drawing/2014/main" xmlns="" id="{20970E11-BDE2-4AFB-9F74-1A084F46469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00" y="288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5" name="Rectangle 105">
                <a:extLst>
                  <a:ext uri="{FF2B5EF4-FFF2-40B4-BE49-F238E27FC236}">
                    <a16:creationId xmlns:a16="http://schemas.microsoft.com/office/drawing/2014/main" xmlns="" id="{39F7FE97-AF90-4A93-A29E-6AE8BB1BAB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599" y="1115"/>
                <a:ext cx="930" cy="213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6" name="Rectangle 106">
                <a:extLst>
                  <a:ext uri="{FF2B5EF4-FFF2-40B4-BE49-F238E27FC236}">
                    <a16:creationId xmlns:a16="http://schemas.microsoft.com/office/drawing/2014/main" xmlns="" id="{EF3D2410-1331-41A6-B1B9-DD7F819F43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2049" y="1211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</p:grpSp>
      </p:grpSp>
      <p:sp>
        <p:nvSpPr>
          <p:cNvPr id="12291" name="Rectangle 107">
            <a:extLst>
              <a:ext uri="{FF2B5EF4-FFF2-40B4-BE49-F238E27FC236}">
                <a16:creationId xmlns:a16="http://schemas.microsoft.com/office/drawing/2014/main" xmlns="" id="{68E6A950-BBDA-4E16-AB79-F42096015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77888" y="2214563"/>
            <a:ext cx="8620125" cy="388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</a:p>
        </p:txBody>
      </p:sp>
      <p:sp>
        <p:nvSpPr>
          <p:cNvPr id="5228" name="Rectangle 108">
            <a:extLst>
              <a:ext uri="{FF2B5EF4-FFF2-40B4-BE49-F238E27FC236}">
                <a16:creationId xmlns:a16="http://schemas.microsoft.com/office/drawing/2014/main" xmlns="" id="{D7C9ED2D-61E4-4A5A-A116-9019D5AFD31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77888" y="6373813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229" name="Rectangle 109">
            <a:extLst>
              <a:ext uri="{FF2B5EF4-FFF2-40B4-BE49-F238E27FC236}">
                <a16:creationId xmlns:a16="http://schemas.microsoft.com/office/drawing/2014/main" xmlns="" id="{415F3085-81BC-4FCA-8CF0-84E84BB0C8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90900" y="6376988"/>
            <a:ext cx="3343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230" name="Rectangle 110">
            <a:extLst>
              <a:ext uri="{FF2B5EF4-FFF2-40B4-BE49-F238E27FC236}">
                <a16:creationId xmlns:a16="http://schemas.microsoft.com/office/drawing/2014/main" xmlns="" id="{77E8C32F-22F4-4D27-8C42-BA7D6F05323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38988" y="6376988"/>
            <a:ext cx="2376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folHlink"/>
                </a:solidFill>
              </a:defRPr>
            </a:lvl1pPr>
          </a:lstStyle>
          <a:p>
            <a:fld id="{E0FEE268-1E1B-411D-B8B6-00DAFE9AC071}" type="slidenum">
              <a:rPr lang="en-GB" altLang="zh-TW"/>
              <a:pPr/>
              <a:t>‹#›</a:t>
            </a:fld>
            <a:endParaRPr lang="en-GB" altLang="zh-TW"/>
          </a:p>
        </p:txBody>
      </p:sp>
      <p:sp>
        <p:nvSpPr>
          <p:cNvPr id="12295" name="Rectangle 111">
            <a:extLst>
              <a:ext uri="{FF2B5EF4-FFF2-40B4-BE49-F238E27FC236}">
                <a16:creationId xmlns:a16="http://schemas.microsoft.com/office/drawing/2014/main" xmlns="" id="{82BEA6C1-25F6-4C6B-8859-08097BD3D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85900" y="609600"/>
            <a:ext cx="79930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TW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.brown@oakwood-environmental.co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xmlns="" id="{1B4B2192-9FC7-499B-A88C-786E9D171C8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TW"/>
              <a:t>Iso-Kinetic Sampling Training Course 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xmlns="" id="{F914BDD9-1F66-4742-97DC-DEDB5EB1E1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zh-TW"/>
              <a:t>Dr Roger S Brown</a:t>
            </a:r>
          </a:p>
          <a:p>
            <a:r>
              <a:rPr lang="en-GB" altLang="zh-TW"/>
              <a:t>Oakwood Environmental Services</a:t>
            </a:r>
          </a:p>
          <a:p>
            <a:r>
              <a:rPr lang="en-GB" altLang="zh-TW"/>
              <a:t>Tel:  020 8844 0914</a:t>
            </a:r>
          </a:p>
          <a:p>
            <a:r>
              <a:rPr lang="en-GB" altLang="zh-TW"/>
              <a:t>Fax: 020 8384 0767</a:t>
            </a:r>
          </a:p>
          <a:p>
            <a:r>
              <a:rPr lang="en-GB" altLang="zh-TW"/>
              <a:t>Mob: 077 99 62 3891</a:t>
            </a:r>
          </a:p>
          <a:p>
            <a:r>
              <a:rPr lang="en-GB" altLang="zh-TW"/>
              <a:t>Email: </a:t>
            </a:r>
            <a:r>
              <a:rPr lang="en-GB" altLang="zh-TW" sz="2400"/>
              <a:t>r </a:t>
            </a:r>
            <a:r>
              <a:rPr lang="en-GB" altLang="zh-TW" sz="2400">
                <a:hlinkClick r:id="rId2"/>
              </a:rPr>
              <a:t>s.brown@oakwood-environmental.co.uk</a:t>
            </a:r>
            <a:endParaRPr lang="en-GB" altLang="zh-TW" sz="2400"/>
          </a:p>
          <a:p>
            <a:r>
              <a:rPr lang="en-GB" altLang="zh-TW" sz="2400" b="1"/>
              <a:t>Web: </a:t>
            </a:r>
            <a:r>
              <a:rPr lang="en-GB" altLang="zh-TW" sz="2400"/>
              <a:t>www.oakwood-environmental.co.uk</a:t>
            </a:r>
            <a:endParaRPr lang="en-GB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xmlns="" id="{E163D6F3-CECE-4CBD-869C-C3BA0DE5F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zh-TW">
                <a:latin typeface="Arial" panose="020B0604020202020204" pitchFamily="34" charset="0"/>
              </a:rPr>
              <a:t>Nozzle Calculations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xmlns="" id="{28AEA494-8626-4F77-AB52-641DBDCF4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GB" altLang="zh-TW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GB" altLang="zh-TW" baseline="-30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</a:p>
        </p:txBody>
      </p:sp>
      <p:graphicFrame>
        <p:nvGraphicFramePr>
          <p:cNvPr id="1026" name="Object 1024">
            <a:extLst>
              <a:ext uri="{FF2B5EF4-FFF2-40B4-BE49-F238E27FC236}">
                <a16:creationId xmlns:a16="http://schemas.microsoft.com/office/drawing/2014/main" xmlns="" id="{7D59520A-27A0-44C9-AB72-60CCB40241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2975" y="2514600"/>
          <a:ext cx="6097588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3" imgW="2476440" imgH="583920" progId="Equation.3">
                  <p:embed/>
                </p:oleObj>
              </mc:Choice>
              <mc:Fallback>
                <p:oleObj name="Equation" r:id="rId3" imgW="2476440" imgH="58392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2514600"/>
                        <a:ext cx="6097588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C91CE57-56C3-4719-B8DB-59A4B441D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25" y="4000500"/>
            <a:ext cx="6929438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Constant = 0.6071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Qm: ideal meter flow rate for system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Cp: Pitot Tube Coefficient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Temperature of Meter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Bws: Moisture Content of stack as a fraction i.e 6% is 0.06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Bwm :Moisture Content of Meter (usually zero)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Ms:  Molecular Weight of the Stack Gases including moisture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Ps &amp; Pm: Pressure in the Stack and Meter respectively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P The differential pressures arising from the velocity of gases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Ts &amp; Tm: Temperature of the stack and meter respectively</a:t>
            </a:r>
            <a:r>
              <a:rPr lang="en-GB" altLang="zh-TW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xmlns="" id="{5684D1EB-5D65-4755-9B02-0278F2B68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zh-TW"/>
              <a:t>Molecular Weight Determination</a:t>
            </a:r>
          </a:p>
        </p:txBody>
      </p:sp>
      <p:sp>
        <p:nvSpPr>
          <p:cNvPr id="73731" name="Rectangle 1027">
            <a:extLst>
              <a:ext uri="{FF2B5EF4-FFF2-40B4-BE49-F238E27FC236}">
                <a16:creationId xmlns:a16="http://schemas.microsoft.com/office/drawing/2014/main" xmlns="" id="{13CF83AB-9420-414F-85DE-4A2F2FB60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zh-TW" sz="2800"/>
              <a:t>Using what ever means to determine major constituents of flue gas CO</a:t>
            </a:r>
            <a:r>
              <a:rPr lang="en-GB" altLang="zh-TW" sz="2800" baseline="-25000"/>
              <a:t>2</a:t>
            </a:r>
            <a:r>
              <a:rPr lang="en-GB" altLang="zh-TW" sz="2800"/>
              <a:t>, O</a:t>
            </a:r>
            <a:r>
              <a:rPr lang="en-GB" altLang="zh-TW" sz="2800" baseline="-25000"/>
              <a:t>2</a:t>
            </a:r>
            <a:r>
              <a:rPr lang="en-GB" altLang="zh-TW" sz="2800"/>
              <a:t>, CO by difference calculate N</a:t>
            </a:r>
            <a:r>
              <a:rPr lang="en-GB" altLang="zh-TW" sz="2800" baseline="-25000"/>
              <a:t>2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TW"/>
              <a:t>    </a:t>
            </a:r>
            <a:r>
              <a:rPr lang="en-GB" altLang="zh-TW" b="1"/>
              <a:t>N</a:t>
            </a:r>
            <a:r>
              <a:rPr lang="en-GB" altLang="zh-TW" b="1" baseline="-25000"/>
              <a:t>2</a:t>
            </a:r>
            <a:r>
              <a:rPr lang="en-GB" altLang="zh-TW" b="1"/>
              <a:t>=</a:t>
            </a:r>
            <a:r>
              <a:rPr lang="en-GB" altLang="zh-TW" b="1" baseline="-25000"/>
              <a:t> </a:t>
            </a:r>
            <a:r>
              <a:rPr lang="en-GB" altLang="zh-TW" b="1"/>
              <a:t>100-(%O</a:t>
            </a:r>
            <a:r>
              <a:rPr lang="en-GB" altLang="zh-TW" b="1" baseline="-25000"/>
              <a:t>2</a:t>
            </a:r>
            <a:r>
              <a:rPr lang="en-GB" altLang="zh-TW" b="1"/>
              <a:t>+%CO</a:t>
            </a:r>
            <a:r>
              <a:rPr lang="en-GB" altLang="zh-TW" b="1" baseline="-25000"/>
              <a:t>2</a:t>
            </a:r>
            <a:r>
              <a:rPr lang="en-GB" altLang="zh-TW" b="1"/>
              <a:t>+%CO)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zh-TW" sz="1100" b="1"/>
          </a:p>
          <a:p>
            <a:pPr eaLnBrk="1" hangingPunct="1"/>
            <a:r>
              <a:rPr lang="en-GB" altLang="zh-TW" sz="2800"/>
              <a:t>Calculate dry molecular weight of gases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TW" sz="2800" b="1"/>
              <a:t>M</a:t>
            </a:r>
            <a:r>
              <a:rPr lang="en-GB" altLang="zh-TW" sz="2800" b="1" baseline="-25000"/>
              <a:t>d</a:t>
            </a:r>
            <a:r>
              <a:rPr lang="en-GB" altLang="zh-TW" sz="2800" b="1"/>
              <a:t>=0.44(%CO</a:t>
            </a:r>
            <a:r>
              <a:rPr lang="en-GB" altLang="zh-TW" sz="2800" b="1" baseline="-25000"/>
              <a:t>2</a:t>
            </a:r>
            <a:r>
              <a:rPr lang="en-GB" altLang="zh-TW" sz="2800" b="1"/>
              <a:t>)+0.32(%O</a:t>
            </a:r>
            <a:r>
              <a:rPr lang="en-GB" altLang="zh-TW" sz="2800" b="1" baseline="-25000"/>
              <a:t>2</a:t>
            </a:r>
            <a:r>
              <a:rPr lang="en-GB" altLang="zh-TW" sz="2800" b="1"/>
              <a:t>)+0.28(%N</a:t>
            </a:r>
            <a:r>
              <a:rPr lang="en-GB" altLang="zh-TW" sz="2800" b="1" baseline="-25000"/>
              <a:t>2</a:t>
            </a:r>
            <a:r>
              <a:rPr lang="en-GB" altLang="zh-TW" sz="2800" b="1"/>
              <a:t>+%CO)</a:t>
            </a:r>
          </a:p>
          <a:p>
            <a:pPr eaLnBrk="1" hangingPunct="1"/>
            <a:r>
              <a:rPr lang="en-GB" altLang="zh-TW" sz="2800"/>
              <a:t>Now Calculate Stack gas (wet) molecular wt</a:t>
            </a:r>
            <a:r>
              <a:rPr lang="en-GB" altLang="zh-TW" sz="2800" b="1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TW" sz="2800"/>
              <a:t>        </a:t>
            </a:r>
            <a:r>
              <a:rPr lang="en-GB" altLang="zh-TW" sz="2800" b="1"/>
              <a:t>Ms=0.18(%H</a:t>
            </a:r>
            <a:r>
              <a:rPr lang="en-GB" altLang="zh-TW" sz="2800" b="1" baseline="-25000"/>
              <a:t>2</a:t>
            </a:r>
            <a:r>
              <a:rPr lang="en-GB" altLang="zh-TW" sz="2800" b="1"/>
              <a:t>O)+M</a:t>
            </a:r>
            <a:r>
              <a:rPr lang="en-GB" altLang="zh-TW" sz="2800" b="1" baseline="-25000"/>
              <a:t>d</a:t>
            </a:r>
            <a:r>
              <a:rPr lang="en-GB" altLang="zh-TW" sz="2800" b="1"/>
              <a:t>(100-%H</a:t>
            </a:r>
            <a:r>
              <a:rPr lang="en-GB" altLang="zh-TW" sz="2800" b="1" baseline="-25000"/>
              <a:t>2</a:t>
            </a:r>
            <a:r>
              <a:rPr lang="en-GB" altLang="zh-TW" sz="2800" b="1"/>
              <a:t>O)/100</a:t>
            </a:r>
          </a:p>
          <a:p>
            <a:pPr eaLnBrk="1" hangingPunct="1"/>
            <a:endParaRPr lang="en-GB" altLang="zh-TW" sz="2800" b="1"/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zh-TW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xmlns="" id="{9866A8B6-75FF-4690-9F35-983451507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zh-TW" sz="3600">
                <a:latin typeface="Arial" panose="020B0604020202020204" pitchFamily="34" charset="0"/>
              </a:rPr>
              <a:t>Velocity in the Stack</a:t>
            </a:r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xmlns="" id="{E73131C4-ABD3-46B7-8230-FB4D53FBE1CF}"/>
              </a:ext>
            </a:extLst>
          </p:cNvPr>
          <p:cNvGrpSpPr>
            <a:grpSpLocks/>
          </p:cNvGrpSpPr>
          <p:nvPr/>
        </p:nvGrpSpPr>
        <p:grpSpPr bwMode="auto">
          <a:xfrm>
            <a:off x="82550" y="3001963"/>
            <a:ext cx="7180263" cy="808037"/>
            <a:chOff x="0" y="1075"/>
            <a:chExt cx="4174" cy="557"/>
          </a:xfrm>
        </p:grpSpPr>
        <p:sp>
          <p:nvSpPr>
            <p:cNvPr id="2061" name="Rectangle 5">
              <a:extLst>
                <a:ext uri="{FF2B5EF4-FFF2-40B4-BE49-F238E27FC236}">
                  <a16:creationId xmlns:a16="http://schemas.microsoft.com/office/drawing/2014/main" xmlns="" id="{D5AD67DB-12B1-4D83-8CE0-9DCFE74B5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75"/>
              <a:ext cx="4174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zh-TW"/>
            </a:p>
          </p:txBody>
        </p:sp>
        <p:sp>
          <p:nvSpPr>
            <p:cNvPr id="2062" name="Rectangle 6">
              <a:extLst>
                <a:ext uri="{FF2B5EF4-FFF2-40B4-BE49-F238E27FC236}">
                  <a16:creationId xmlns:a16="http://schemas.microsoft.com/office/drawing/2014/main" xmlns="" id="{54EDED51-3D50-4E34-9376-92F1B2735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75"/>
              <a:ext cx="4174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zh-TW" sz="1200">
                  <a:latin typeface="Arial" panose="020B0604020202020204" pitchFamily="34" charset="0"/>
                  <a:cs typeface="Arial" panose="020B0604020202020204" pitchFamily="34" charset="0"/>
                </a:rPr>
                <a:t>	</a:t>
              </a:r>
              <a:endParaRPr lang="en-US" altLang="zh-TW" sz="12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TW"/>
            </a:p>
          </p:txBody>
        </p:sp>
      </p:grpSp>
      <p:grpSp>
        <p:nvGrpSpPr>
          <p:cNvPr id="2053" name="Group 9">
            <a:extLst>
              <a:ext uri="{FF2B5EF4-FFF2-40B4-BE49-F238E27FC236}">
                <a16:creationId xmlns:a16="http://schemas.microsoft.com/office/drawing/2014/main" xmlns="" id="{D097F60E-5468-4091-B2CF-8063D108F59B}"/>
              </a:ext>
            </a:extLst>
          </p:cNvPr>
          <p:cNvGrpSpPr>
            <a:grpSpLocks/>
          </p:cNvGrpSpPr>
          <p:nvPr/>
        </p:nvGrpSpPr>
        <p:grpSpPr bwMode="auto">
          <a:xfrm>
            <a:off x="82550" y="3159125"/>
            <a:ext cx="7180263" cy="647700"/>
            <a:chOff x="0" y="974"/>
            <a:chExt cx="4174" cy="456"/>
          </a:xfrm>
        </p:grpSpPr>
        <p:sp>
          <p:nvSpPr>
            <p:cNvPr id="2059" name="Rectangle 10">
              <a:extLst>
                <a:ext uri="{FF2B5EF4-FFF2-40B4-BE49-F238E27FC236}">
                  <a16:creationId xmlns:a16="http://schemas.microsoft.com/office/drawing/2014/main" xmlns="" id="{1148A749-13A4-4F4B-890B-600BE631D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74"/>
              <a:ext cx="4174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zh-TW"/>
            </a:p>
          </p:txBody>
        </p:sp>
        <p:sp>
          <p:nvSpPr>
            <p:cNvPr id="2060" name="Rectangle 11">
              <a:extLst>
                <a:ext uri="{FF2B5EF4-FFF2-40B4-BE49-F238E27FC236}">
                  <a16:creationId xmlns:a16="http://schemas.microsoft.com/office/drawing/2014/main" xmlns="" id="{48AC0002-272D-435D-AE86-6BF972BFF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74"/>
              <a:ext cx="4174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zh-TW" sz="1200">
                  <a:latin typeface="Arial" panose="020B0604020202020204" pitchFamily="34" charset="0"/>
                  <a:cs typeface="Arial" panose="020B0604020202020204" pitchFamily="34" charset="0"/>
                </a:rPr>
                <a:t>	</a:t>
              </a:r>
              <a:endParaRPr lang="en-US" altLang="zh-TW" sz="12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TW"/>
            </a:p>
          </p:txBody>
        </p:sp>
      </p:grpSp>
      <p:sp>
        <p:nvSpPr>
          <p:cNvPr id="2054" name="Rectangle 14">
            <a:extLst>
              <a:ext uri="{FF2B5EF4-FFF2-40B4-BE49-F238E27FC236}">
                <a16:creationId xmlns:a16="http://schemas.microsoft.com/office/drawing/2014/main" xmlns="" id="{BCA90B1C-DFB7-4E73-812F-DC585FFCC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2362200"/>
            <a:ext cx="4292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-914400" algn="l"/>
                <a:tab pos="-45720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tabLst>
                <a:tab pos="-914400" algn="l"/>
                <a:tab pos="-45720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tabLst>
                <a:tab pos="-914400" algn="l"/>
                <a:tab pos="-45720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tabLst>
                <a:tab pos="-914400" algn="l"/>
                <a:tab pos="-45720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tabLst>
                <a:tab pos="-914400" algn="l"/>
                <a:tab pos="-45720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-914400" algn="l"/>
                <a:tab pos="-45720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-914400" algn="l"/>
                <a:tab pos="-45720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-914400" algn="l"/>
                <a:tab pos="-45720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-914400" algn="l"/>
                <a:tab pos="-45720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zh-TW" sz="1600" b="1">
                <a:latin typeface="Arial" panose="020B0604020202020204" pitchFamily="34" charset="0"/>
                <a:cs typeface="Arial" panose="020B0604020202020204" pitchFamily="34" charset="0"/>
              </a:rPr>
              <a:t>AVERAGE STACK GAS VELOCITY</a:t>
            </a:r>
            <a:endParaRPr lang="en-US" altLang="zh-TW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altLang="zh-TW" sz="120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altLang="zh-TW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TW"/>
          </a:p>
        </p:txBody>
      </p:sp>
      <p:grpSp>
        <p:nvGrpSpPr>
          <p:cNvPr id="2055" name="Group 17">
            <a:extLst>
              <a:ext uri="{FF2B5EF4-FFF2-40B4-BE49-F238E27FC236}">
                <a16:creationId xmlns:a16="http://schemas.microsoft.com/office/drawing/2014/main" xmlns="" id="{6C9A2690-E81B-40EE-B29B-78CD620D0384}"/>
              </a:ext>
            </a:extLst>
          </p:cNvPr>
          <p:cNvGrpSpPr>
            <a:grpSpLocks/>
          </p:cNvGrpSpPr>
          <p:nvPr/>
        </p:nvGrpSpPr>
        <p:grpSpPr bwMode="auto">
          <a:xfrm>
            <a:off x="82550" y="3094038"/>
            <a:ext cx="7180263" cy="746125"/>
            <a:chOff x="0" y="1036"/>
            <a:chExt cx="4174" cy="518"/>
          </a:xfrm>
        </p:grpSpPr>
        <p:sp>
          <p:nvSpPr>
            <p:cNvPr id="2057" name="Rectangle 15">
              <a:extLst>
                <a:ext uri="{FF2B5EF4-FFF2-40B4-BE49-F238E27FC236}">
                  <a16:creationId xmlns:a16="http://schemas.microsoft.com/office/drawing/2014/main" xmlns="" id="{D2ABA448-8B12-4BF5-B8CC-A74384C03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36"/>
              <a:ext cx="417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zh-TW"/>
            </a:p>
          </p:txBody>
        </p:sp>
        <p:sp>
          <p:nvSpPr>
            <p:cNvPr id="2058" name="Rectangle 16">
              <a:extLst>
                <a:ext uri="{FF2B5EF4-FFF2-40B4-BE49-F238E27FC236}">
                  <a16:creationId xmlns:a16="http://schemas.microsoft.com/office/drawing/2014/main" xmlns="" id="{B3DBD7AA-C6DF-4CD2-9E41-20B0700A2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36"/>
              <a:ext cx="4174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zh-TW" sz="1200">
                  <a:latin typeface="Arial" panose="020B0604020202020204" pitchFamily="34" charset="0"/>
                  <a:cs typeface="Arial" panose="020B0604020202020204" pitchFamily="34" charset="0"/>
                </a:rPr>
                <a:t>	</a:t>
              </a:r>
              <a:endParaRPr lang="en-US" altLang="zh-TW" sz="12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TW"/>
            </a:p>
          </p:txBody>
        </p:sp>
      </p:grpSp>
      <p:graphicFrame>
        <p:nvGraphicFramePr>
          <p:cNvPr id="2050" name="Object 13">
            <a:extLst>
              <a:ext uri="{FF2B5EF4-FFF2-40B4-BE49-F238E27FC236}">
                <a16:creationId xmlns:a16="http://schemas.microsoft.com/office/drawing/2014/main" xmlns="" id="{1D289F7B-3B17-4C21-B1F0-B0A1F7215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6700" y="3352800"/>
          <a:ext cx="54483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r:id="rId3" imgW="2133600" imgH="469900" progId="Equation.3">
                  <p:embed/>
                </p:oleObj>
              </mc:Choice>
              <mc:Fallback>
                <p:oleObj r:id="rId3" imgW="2133600" imgH="469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3352800"/>
                        <a:ext cx="5448300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TextBox 13">
            <a:extLst>
              <a:ext uri="{FF2B5EF4-FFF2-40B4-BE49-F238E27FC236}">
                <a16:creationId xmlns:a16="http://schemas.microsoft.com/office/drawing/2014/main" xmlns="" id="{9CA1FE19-352D-46FE-95CF-6B840FEC4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38" y="4857750"/>
            <a:ext cx="3214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/>
              <a:t>K</a:t>
            </a:r>
            <a:r>
              <a:rPr lang="en-GB" altLang="zh-TW" i="1"/>
              <a:t>p</a:t>
            </a:r>
            <a:r>
              <a:rPr lang="en-GB" altLang="zh-TW"/>
              <a:t>= 34.97</a:t>
            </a:r>
          </a:p>
          <a:p>
            <a:pPr eaLnBrk="1" hangingPunct="1"/>
            <a:r>
              <a:rPr lang="en-GB" altLang="zh-TW"/>
              <a:t>C</a:t>
            </a:r>
            <a:r>
              <a:rPr lang="en-GB" altLang="zh-TW" i="1"/>
              <a:t>p</a:t>
            </a:r>
            <a:r>
              <a:rPr lang="en-GB" altLang="zh-TW"/>
              <a:t>=0.84 for s-type pitot</a:t>
            </a:r>
          </a:p>
          <a:p>
            <a:pPr eaLnBrk="1" hangingPunct="1"/>
            <a:r>
              <a:rPr lang="en-GB" altLang="zh-TW"/>
              <a:t>C</a:t>
            </a:r>
            <a:r>
              <a:rPr lang="en-GB" altLang="zh-TW" i="1"/>
              <a:t>p</a:t>
            </a:r>
            <a:r>
              <a:rPr lang="en-GB" altLang="zh-TW"/>
              <a:t>= 1.0 for L-type pitot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xmlns="" id="{B4361D46-F470-44D0-BA72-33FBDE82B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zh-TW" sz="3600">
                <a:latin typeface="Arial" panose="020B0604020202020204" pitchFamily="34" charset="0"/>
              </a:rPr>
              <a:t>Flow in the Stack</a:t>
            </a:r>
          </a:p>
        </p:txBody>
      </p:sp>
      <p:grpSp>
        <p:nvGrpSpPr>
          <p:cNvPr id="3076" name="Group 4">
            <a:extLst>
              <a:ext uri="{FF2B5EF4-FFF2-40B4-BE49-F238E27FC236}">
                <a16:creationId xmlns:a16="http://schemas.microsoft.com/office/drawing/2014/main" xmlns="" id="{3685C2CC-1D88-4095-B29D-EDC7CC9A8008}"/>
              </a:ext>
            </a:extLst>
          </p:cNvPr>
          <p:cNvGrpSpPr>
            <a:grpSpLocks/>
          </p:cNvGrpSpPr>
          <p:nvPr/>
        </p:nvGrpSpPr>
        <p:grpSpPr bwMode="auto">
          <a:xfrm>
            <a:off x="82550" y="3001963"/>
            <a:ext cx="7180263" cy="808037"/>
            <a:chOff x="0" y="1075"/>
            <a:chExt cx="4174" cy="557"/>
          </a:xfrm>
        </p:grpSpPr>
        <p:sp>
          <p:nvSpPr>
            <p:cNvPr id="3084" name="Rectangle 5">
              <a:extLst>
                <a:ext uri="{FF2B5EF4-FFF2-40B4-BE49-F238E27FC236}">
                  <a16:creationId xmlns:a16="http://schemas.microsoft.com/office/drawing/2014/main" xmlns="" id="{E8EAB82E-046D-484E-936B-9A383231C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75"/>
              <a:ext cx="4174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zh-TW"/>
            </a:p>
          </p:txBody>
        </p:sp>
        <p:sp>
          <p:nvSpPr>
            <p:cNvPr id="3085" name="Rectangle 6">
              <a:extLst>
                <a:ext uri="{FF2B5EF4-FFF2-40B4-BE49-F238E27FC236}">
                  <a16:creationId xmlns:a16="http://schemas.microsoft.com/office/drawing/2014/main" xmlns="" id="{EB41426B-AD5A-4467-901B-B895C4A9E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75"/>
              <a:ext cx="4174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zh-TW" sz="1200">
                  <a:latin typeface="Arial" panose="020B0604020202020204" pitchFamily="34" charset="0"/>
                  <a:cs typeface="Arial" panose="020B0604020202020204" pitchFamily="34" charset="0"/>
                </a:rPr>
                <a:t>	</a:t>
              </a:r>
              <a:endParaRPr lang="en-US" altLang="zh-TW" sz="12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TW"/>
            </a:p>
          </p:txBody>
        </p:sp>
      </p:grpSp>
      <p:grpSp>
        <p:nvGrpSpPr>
          <p:cNvPr id="3077" name="Group 9">
            <a:extLst>
              <a:ext uri="{FF2B5EF4-FFF2-40B4-BE49-F238E27FC236}">
                <a16:creationId xmlns:a16="http://schemas.microsoft.com/office/drawing/2014/main" xmlns="" id="{9562DB5F-6CD0-4597-895E-8481456CAA56}"/>
              </a:ext>
            </a:extLst>
          </p:cNvPr>
          <p:cNvGrpSpPr>
            <a:grpSpLocks/>
          </p:cNvGrpSpPr>
          <p:nvPr/>
        </p:nvGrpSpPr>
        <p:grpSpPr bwMode="auto">
          <a:xfrm>
            <a:off x="82550" y="3159125"/>
            <a:ext cx="7180263" cy="647700"/>
            <a:chOff x="0" y="974"/>
            <a:chExt cx="4174" cy="456"/>
          </a:xfrm>
        </p:grpSpPr>
        <p:sp>
          <p:nvSpPr>
            <p:cNvPr id="3082" name="Rectangle 10">
              <a:extLst>
                <a:ext uri="{FF2B5EF4-FFF2-40B4-BE49-F238E27FC236}">
                  <a16:creationId xmlns:a16="http://schemas.microsoft.com/office/drawing/2014/main" xmlns="" id="{28D1AB6D-5751-4E7C-9494-BE788DE2A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74"/>
              <a:ext cx="4174" cy="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zh-TW"/>
            </a:p>
          </p:txBody>
        </p:sp>
        <p:sp>
          <p:nvSpPr>
            <p:cNvPr id="3083" name="Rectangle 11">
              <a:extLst>
                <a:ext uri="{FF2B5EF4-FFF2-40B4-BE49-F238E27FC236}">
                  <a16:creationId xmlns:a16="http://schemas.microsoft.com/office/drawing/2014/main" xmlns="" id="{A15EB1B9-D0CA-4BB0-AF57-4749E2CA5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74"/>
              <a:ext cx="4174" cy="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zh-TW" sz="1200">
                  <a:latin typeface="Arial" panose="020B0604020202020204" pitchFamily="34" charset="0"/>
                  <a:cs typeface="Arial" panose="020B0604020202020204" pitchFamily="34" charset="0"/>
                </a:rPr>
                <a:t>	</a:t>
              </a:r>
              <a:endParaRPr lang="en-US" altLang="zh-TW" sz="12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TW"/>
            </a:p>
          </p:txBody>
        </p:sp>
      </p:grpSp>
      <p:grpSp>
        <p:nvGrpSpPr>
          <p:cNvPr id="3078" name="Group 17">
            <a:extLst>
              <a:ext uri="{FF2B5EF4-FFF2-40B4-BE49-F238E27FC236}">
                <a16:creationId xmlns:a16="http://schemas.microsoft.com/office/drawing/2014/main" xmlns="" id="{DD31AC7F-F3A1-4918-98E5-D280C73ED87D}"/>
              </a:ext>
            </a:extLst>
          </p:cNvPr>
          <p:cNvGrpSpPr>
            <a:grpSpLocks/>
          </p:cNvGrpSpPr>
          <p:nvPr/>
        </p:nvGrpSpPr>
        <p:grpSpPr bwMode="auto">
          <a:xfrm>
            <a:off x="82550" y="3094038"/>
            <a:ext cx="7180263" cy="746125"/>
            <a:chOff x="0" y="1036"/>
            <a:chExt cx="4174" cy="518"/>
          </a:xfrm>
        </p:grpSpPr>
        <p:sp>
          <p:nvSpPr>
            <p:cNvPr id="3080" name="Rectangle 15">
              <a:extLst>
                <a:ext uri="{FF2B5EF4-FFF2-40B4-BE49-F238E27FC236}">
                  <a16:creationId xmlns:a16="http://schemas.microsoft.com/office/drawing/2014/main" xmlns="" id="{E4EF29EF-5291-4BB6-80F9-9CFED9255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36"/>
              <a:ext cx="417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zh-TW"/>
            </a:p>
          </p:txBody>
        </p:sp>
        <p:sp>
          <p:nvSpPr>
            <p:cNvPr id="3081" name="Rectangle 16">
              <a:extLst>
                <a:ext uri="{FF2B5EF4-FFF2-40B4-BE49-F238E27FC236}">
                  <a16:creationId xmlns:a16="http://schemas.microsoft.com/office/drawing/2014/main" xmlns="" id="{F91A734E-8C01-4067-A7C8-C29F13962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36"/>
              <a:ext cx="4174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789238" algn="ctr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zh-TW" sz="1200">
                  <a:latin typeface="Arial" panose="020B0604020202020204" pitchFamily="34" charset="0"/>
                  <a:cs typeface="Arial" panose="020B0604020202020204" pitchFamily="34" charset="0"/>
                </a:rPr>
                <a:t>	</a:t>
              </a:r>
              <a:endParaRPr lang="en-US" altLang="zh-TW" sz="12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TW"/>
            </a:p>
          </p:txBody>
        </p:sp>
      </p:grpSp>
      <p:graphicFrame>
        <p:nvGraphicFramePr>
          <p:cNvPr id="3074" name="Object 13">
            <a:extLst>
              <a:ext uri="{FF2B5EF4-FFF2-40B4-BE49-F238E27FC236}">
                <a16:creationId xmlns:a16="http://schemas.microsoft.com/office/drawing/2014/main" xmlns="" id="{85EE1405-35FE-4E19-8EA7-25D95D3409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3163" y="3652838"/>
          <a:ext cx="363378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3" imgW="1422360" imgH="215640" progId="Equation.3">
                  <p:embed/>
                </p:oleObj>
              </mc:Choice>
              <mc:Fallback>
                <p:oleObj name="Equation" r:id="rId3" imgW="142236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3" y="3652838"/>
                        <a:ext cx="3633787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6B4C5E4-A320-4A3F-A2F4-D6D10D2C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0" y="4572000"/>
            <a:ext cx="64293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i="1"/>
              <a:t>Vs</a:t>
            </a:r>
            <a:r>
              <a:rPr lang="en-GB" altLang="zh-TW" sz="1600" i="1"/>
              <a:t>(avg)</a:t>
            </a:r>
            <a:r>
              <a:rPr lang="en-GB" altLang="zh-TW" sz="1600"/>
              <a:t>= </a:t>
            </a:r>
            <a:r>
              <a:rPr lang="en-GB" altLang="zh-TW"/>
              <a:t>Velocity m/s</a:t>
            </a:r>
          </a:p>
          <a:p>
            <a:pPr eaLnBrk="1" hangingPunct="1"/>
            <a:r>
              <a:rPr lang="en-GB" altLang="zh-TW" i="1"/>
              <a:t>As</a:t>
            </a:r>
            <a:r>
              <a:rPr lang="en-GB" altLang="zh-TW"/>
              <a:t>=Area of stack</a:t>
            </a:r>
          </a:p>
          <a:p>
            <a:pPr eaLnBrk="1" hangingPunct="1"/>
            <a:r>
              <a:rPr lang="en-GB" altLang="zh-TW" i="1"/>
              <a:t>Qa</a:t>
            </a:r>
            <a:r>
              <a:rPr lang="en-GB" altLang="zh-TW"/>
              <a:t>= Flow in stack at stack conditions in m3/hr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xmlns="" id="{5FEC68BA-A680-4D8E-AEC9-17DC7739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Calculations Used in Reporting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EBA56A-A3E4-4F34-A110-8C384B547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Velocity Calculations give data at flue gas conditions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To calculate Flow at other Conditions use the Ideal Gas equation to correct volumetric flow rates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Correct using PV= nRT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>
            <a:extLst>
              <a:ext uri="{FF2B5EF4-FFF2-40B4-BE49-F238E27FC236}">
                <a16:creationId xmlns:a16="http://schemas.microsoft.com/office/drawing/2014/main" xmlns="" id="{88A1C913-0395-4942-8741-8578FB72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Ideal Gas Equation in Practice</a:t>
            </a: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xmlns="" id="{5647BCFD-21BD-427C-AB65-1AF1D7CC49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0" y="2500313"/>
          <a:ext cx="3875088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3" imgW="812520" imgH="431640" progId="Equation.3">
                  <p:embed/>
                </p:oleObj>
              </mc:Choice>
              <mc:Fallback>
                <p:oleObj name="Equation" r:id="rId3" imgW="81252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2500313"/>
                        <a:ext cx="3875088" cy="190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8" name="Picture 4" descr="C:\Documents and Settings\Administrator\Local Settings\Temporary Internet Files\Content.IE5\HZESOQ34\MPj04277360000[1].jpg">
            <a:extLst>
              <a:ext uri="{FF2B5EF4-FFF2-40B4-BE49-F238E27FC236}">
                <a16:creationId xmlns:a16="http://schemas.microsoft.com/office/drawing/2014/main" xmlns="" id="{AE167CA0-D2FF-4B76-B468-62B071008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3000375"/>
            <a:ext cx="2093913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C:\Documents and Settings\Administrator\Local Settings\Temporary Internet Files\Content.IE5\HZESOQ34\MPj04277360000[1].jpg">
            <a:extLst>
              <a:ext uri="{FF2B5EF4-FFF2-40B4-BE49-F238E27FC236}">
                <a16:creationId xmlns:a16="http://schemas.microsoft.com/office/drawing/2014/main" xmlns="" id="{BE386E71-20F3-46D6-985E-69FB283E1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063" y="3571875"/>
            <a:ext cx="1284287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BEB46F2-0062-4988-96C8-CBB359F30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3786188"/>
            <a:ext cx="12144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1, </a:t>
            </a: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D973D0F-29F3-4196-B2B1-EF62CEC57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438" y="5643563"/>
            <a:ext cx="242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 or P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&gt;P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altLang="zh-TW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AA8FB57-A02A-4F4E-A80A-B6EAABFAD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938" y="3071813"/>
            <a:ext cx="10715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&lt;V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B" altLang="zh-TW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27BCD06-BB8F-4E66-AEE1-8048D5627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1938" y="3929063"/>
            <a:ext cx="10271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2,</a:t>
            </a:r>
          </a:p>
          <a:p>
            <a:pPr algn="ctr" eaLnBrk="1" hangingPunct="1"/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GB" altLang="zh-TW" baseline="-2500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endParaRPr lang="en-GB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>
            <a:extLst>
              <a:ext uri="{FF2B5EF4-FFF2-40B4-BE49-F238E27FC236}">
                <a16:creationId xmlns:a16="http://schemas.microsoft.com/office/drawing/2014/main" xmlns="" id="{16D5FEEE-30F8-4A4C-A1D3-449338E4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Mass Concentration</a:t>
            </a:r>
          </a:p>
        </p:txBody>
      </p:sp>
      <p:graphicFrame>
        <p:nvGraphicFramePr>
          <p:cNvPr id="5122" name="Object 13">
            <a:extLst>
              <a:ext uri="{FF2B5EF4-FFF2-40B4-BE49-F238E27FC236}">
                <a16:creationId xmlns:a16="http://schemas.microsoft.com/office/drawing/2014/main" xmlns="" id="{D641D218-5474-4B84-8338-44BAE3B66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7388" y="2346325"/>
          <a:ext cx="4540250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3" imgW="1777680" imgH="622080" progId="Equation.3">
                  <p:embed/>
                </p:oleObj>
              </mc:Choice>
              <mc:Fallback>
                <p:oleObj name="Equation" r:id="rId3" imgW="1777680" imgH="622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2346325"/>
                        <a:ext cx="4540250" cy="1477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01506AE-0E2D-45F2-9213-4F502C32D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8" y="3929063"/>
            <a:ext cx="542925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dirty="0" err="1"/>
              <a:t>V</a:t>
            </a:r>
            <a:r>
              <a:rPr lang="en-GB" altLang="zh-TW" sz="1800" dirty="0" err="1"/>
              <a:t>m</a:t>
            </a:r>
            <a:r>
              <a:rPr lang="en-GB" altLang="zh-TW" dirty="0"/>
              <a:t>=Volume Passed by Gas Meter m</a:t>
            </a:r>
            <a:r>
              <a:rPr lang="en-GB" altLang="zh-TW" baseline="30000" dirty="0"/>
              <a:t>3</a:t>
            </a:r>
          </a:p>
          <a:p>
            <a:pPr eaLnBrk="1" hangingPunct="1"/>
            <a:r>
              <a:rPr lang="en-GB" altLang="zh-TW" dirty="0"/>
              <a:t>P</a:t>
            </a:r>
            <a:r>
              <a:rPr lang="en-GB" altLang="zh-TW" sz="1800" dirty="0"/>
              <a:t>m</a:t>
            </a:r>
            <a:r>
              <a:rPr lang="en-GB" altLang="zh-TW" dirty="0"/>
              <a:t>= Meter Pressure mmHg</a:t>
            </a:r>
          </a:p>
          <a:p>
            <a:pPr eaLnBrk="1" hangingPunct="1"/>
            <a:r>
              <a:rPr lang="en-GB" altLang="zh-TW" dirty="0"/>
              <a:t>Tm= Meter Temp (</a:t>
            </a:r>
            <a:r>
              <a:rPr lang="en-GB" altLang="zh-TW" baseline="30000" dirty="0" err="1"/>
              <a:t>o</a:t>
            </a:r>
            <a:r>
              <a:rPr lang="en-GB" altLang="zh-TW" dirty="0" err="1"/>
              <a:t>C</a:t>
            </a:r>
            <a:r>
              <a:rPr lang="en-GB" altLang="zh-TW" dirty="0"/>
              <a:t>)</a:t>
            </a:r>
          </a:p>
          <a:p>
            <a:pPr eaLnBrk="1" hangingPunct="1"/>
            <a:r>
              <a:rPr lang="en-GB" altLang="zh-TW" dirty="0"/>
              <a:t>C= Particulate Concentration mg/Nm</a:t>
            </a:r>
            <a:r>
              <a:rPr lang="en-GB" altLang="zh-TW" baseline="30000" dirty="0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>
            <a:extLst>
              <a:ext uri="{FF2B5EF4-FFF2-40B4-BE49-F238E27FC236}">
                <a16:creationId xmlns:a16="http://schemas.microsoft.com/office/drawing/2014/main" xmlns="" id="{56003D7F-AF7E-4081-A830-CB5D1561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Mass Emission</a:t>
            </a:r>
          </a:p>
        </p:txBody>
      </p:sp>
      <p:graphicFrame>
        <p:nvGraphicFramePr>
          <p:cNvPr id="6146" name="Object 13">
            <a:extLst>
              <a:ext uri="{FF2B5EF4-FFF2-40B4-BE49-F238E27FC236}">
                <a16:creationId xmlns:a16="http://schemas.microsoft.com/office/drawing/2014/main" xmlns="" id="{09B35F4A-E7D3-45DE-A761-4398EF2E0A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2425" y="2557463"/>
          <a:ext cx="775335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3" imgW="3035160" imgH="444240" progId="Equation.3">
                  <p:embed/>
                </p:oleObj>
              </mc:Choice>
              <mc:Fallback>
                <p:oleObj name="Equation" r:id="rId3" imgW="3035160" imgH="4442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425" y="2557463"/>
                        <a:ext cx="7753350" cy="105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EF2BA69-4500-4699-94C0-D0B1C1256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8" y="3929063"/>
            <a:ext cx="54292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/>
              <a:t>Vs=velocity in stack m/s</a:t>
            </a:r>
          </a:p>
          <a:p>
            <a:pPr eaLnBrk="1" hangingPunct="1"/>
            <a:r>
              <a:rPr lang="en-GB" altLang="zh-TW"/>
              <a:t>Ps=Stack Pressure mmHg</a:t>
            </a:r>
          </a:p>
          <a:p>
            <a:pPr eaLnBrk="1" hangingPunct="1"/>
            <a:r>
              <a:rPr lang="en-GB" altLang="zh-TW"/>
              <a:t>Ts=Stack Temp (</a:t>
            </a:r>
            <a:r>
              <a:rPr lang="en-GB" altLang="zh-TW" baseline="30000"/>
              <a:t>o</a:t>
            </a:r>
            <a:r>
              <a:rPr lang="en-GB" altLang="zh-TW"/>
              <a:t>C)</a:t>
            </a:r>
          </a:p>
          <a:p>
            <a:pPr eaLnBrk="1" hangingPunct="1"/>
            <a:r>
              <a:rPr lang="en-GB" altLang="zh-TW"/>
              <a:t>C= Particulate Concentration mg/Nm</a:t>
            </a:r>
            <a:r>
              <a:rPr lang="en-GB" altLang="zh-TW" baseline="30000"/>
              <a:t>3</a:t>
            </a:r>
          </a:p>
          <a:p>
            <a:pPr eaLnBrk="1" hangingPunct="1"/>
            <a:r>
              <a:rPr lang="en-GB" altLang="zh-TW"/>
              <a:t>As=Area of Stack m</a:t>
            </a:r>
            <a:r>
              <a:rPr lang="en-GB" altLang="zh-TW" baseline="30000"/>
              <a:t>2</a:t>
            </a:r>
          </a:p>
          <a:p>
            <a:pPr eaLnBrk="1" hangingPunct="1"/>
            <a:r>
              <a:rPr lang="en-GB" altLang="zh-TW"/>
              <a:t>E=Mass Emission kg/hr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Content Placeholder 26" descr="m9096 rev.jpg">
            <a:extLst>
              <a:ext uri="{FF2B5EF4-FFF2-40B4-BE49-F238E27FC236}">
                <a16:creationId xmlns:a16="http://schemas.microsoft.com/office/drawing/2014/main" xmlns="" id="{ADAE9608-5B1F-4FC2-A6A4-F76069395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913" y="1785938"/>
            <a:ext cx="7986712" cy="4786312"/>
          </a:xfrm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xmlns="" id="{DEF4F1AF-2BD9-4FAB-8FE6-296F4BA1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sz="3600"/>
              <a:t>Relationship of flow at Gas Meter and Stack Velocity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5E489CE3-6197-4B58-BA5E-FA14B2F7946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96107" y="3713956"/>
            <a:ext cx="1428750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34ED85D1-78BB-4828-A93A-058FC32F1FE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988344" y="4179094"/>
            <a:ext cx="21431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EF0FE75-B17F-479A-A1C1-9E29977C7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75" y="4429125"/>
            <a:ext cx="642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/>
              <a:t>Vs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6146864-3699-41C5-89E6-7E1293FFB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8" y="4286250"/>
            <a:ext cx="642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/>
              <a:t>Vn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8C19E91-4175-4AB8-B4BF-BF06C39A0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938" y="5357813"/>
            <a:ext cx="714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/>
              <a:t>Vm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339CF77-F1CB-4A0E-88B1-F5279DEE791E}"/>
              </a:ext>
            </a:extLst>
          </p:cNvPr>
          <p:cNvSpPr txBox="1"/>
          <p:nvPr/>
        </p:nvSpPr>
        <p:spPr>
          <a:xfrm>
            <a:off x="3024188" y="2500313"/>
            <a:ext cx="6429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dirty="0" err="1">
                <a:latin typeface="Symbol" pitchFamily="18" charset="2"/>
              </a:rPr>
              <a:t>D</a:t>
            </a:r>
            <a:r>
              <a:rPr lang="en-GB" dirty="0" err="1">
                <a:latin typeface="+mj-lt"/>
              </a:rPr>
              <a:t>p</a:t>
            </a:r>
            <a:endParaRPr lang="en-GB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29571365-FBC8-4C8A-A307-0A69B7BE1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25" y="2500313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/>
              <a:t>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7C994FC-65E9-40E9-B9A3-9F0973999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4572000"/>
            <a:ext cx="642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/>
              <a:t>Tm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8CBFE843-C4CD-4948-BC18-C85AAE84F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38" y="2571750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/>
              <a:t>Ps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1D2D172-4E96-4294-9B0D-DB82700FB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5929313"/>
            <a:ext cx="642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/>
              <a:t>Pm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29B38A7-53F7-424B-9ACD-9E32A7264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2071688"/>
            <a:ext cx="10715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/>
              <a:t>Wet Gas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D95BDDB-F7E2-4148-B619-414134EAC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6000750"/>
            <a:ext cx="1071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/>
              <a:t>Dry Gas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2" grpId="0"/>
      <p:bldP spid="23" grpId="0"/>
      <p:bldP spid="24" grpId="0"/>
      <p:bldP spid="25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xmlns="" id="{B6E04942-62C4-4A9B-9F65-7025723A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Two Different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B177E46-84C2-48B1-8F8A-086C3123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88" y="2214563"/>
            <a:ext cx="8620125" cy="42148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GB" altLang="zh-TW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</a:p>
          <a:p>
            <a:r>
              <a:rPr lang="en-GB" altLang="zh-TW" sz="2800">
                <a:latin typeface="Arial" panose="020B0604020202020204" pitchFamily="34" charset="0"/>
                <a:cs typeface="Arial" panose="020B0604020202020204" pitchFamily="34" charset="0"/>
              </a:rPr>
              <a:t>The velocity measurements are corrected from stack gas temperature and Pressure T</a:t>
            </a: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GB" altLang="zh-TW" sz="2800">
                <a:latin typeface="Arial" panose="020B0604020202020204" pitchFamily="34" charset="0"/>
                <a:cs typeface="Arial" panose="020B0604020202020204" pitchFamily="34" charset="0"/>
              </a:rPr>
              <a:t> &amp; P</a:t>
            </a: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GB" altLang="zh-TW" sz="2800">
                <a:latin typeface="Arial" panose="020B0604020202020204" pitchFamily="34" charset="0"/>
                <a:cs typeface="Arial" panose="020B0604020202020204" pitchFamily="34" charset="0"/>
              </a:rPr>
              <a:t>and Wet Gas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zh-TW" sz="2800">
                <a:latin typeface="Arial" panose="020B0604020202020204" pitchFamily="34" charset="0"/>
                <a:cs typeface="Arial" panose="020B0604020202020204" pitchFamily="34" charset="0"/>
              </a:rPr>
              <a:t>Whilst</a:t>
            </a:r>
          </a:p>
          <a:p>
            <a:r>
              <a:rPr lang="en-GB" altLang="zh-TW" sz="2800">
                <a:latin typeface="Arial" panose="020B0604020202020204" pitchFamily="34" charset="0"/>
                <a:cs typeface="Arial" panose="020B0604020202020204" pitchFamily="34" charset="0"/>
              </a:rPr>
              <a:t>The Gas Volume Measurements are corrected from the temperature and pressure of the meter and atmospheric pressure T</a:t>
            </a:r>
            <a:r>
              <a:rPr lang="en-GB" altLang="zh-TW" sz="200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GB" altLang="zh-TW" sz="2800">
                <a:latin typeface="Arial" panose="020B0604020202020204" pitchFamily="34" charset="0"/>
                <a:cs typeface="Arial" panose="020B0604020202020204" pitchFamily="34" charset="0"/>
              </a:rPr>
              <a:t> &amp; P</a:t>
            </a:r>
            <a:r>
              <a:rPr lang="en-GB" altLang="zh-TW" sz="200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GB" altLang="zh-TW" sz="2800">
                <a:latin typeface="Arial" panose="020B0604020202020204" pitchFamily="34" charset="0"/>
                <a:cs typeface="Arial" panose="020B0604020202020204" pitchFamily="34" charset="0"/>
              </a:rPr>
              <a:t> (P</a:t>
            </a:r>
            <a:r>
              <a:rPr lang="en-GB" altLang="zh-TW" sz="2000">
                <a:latin typeface="Arial" panose="020B0604020202020204" pitchFamily="34" charset="0"/>
                <a:cs typeface="Arial" panose="020B0604020202020204" pitchFamily="34" charset="0"/>
              </a:rPr>
              <a:t>bar</a:t>
            </a:r>
            <a:r>
              <a:rPr lang="en-GB" altLang="zh-TW" sz="2800">
                <a:latin typeface="Symbol" panose="05050102010706020507" pitchFamily="18" charset="2"/>
                <a:cs typeface="Arial" panose="020B0604020202020204" pitchFamily="34" charset="0"/>
              </a:rPr>
              <a:t>+DH) </a:t>
            </a:r>
            <a:r>
              <a:rPr lang="en-GB" altLang="zh-TW" sz="2800">
                <a:latin typeface="Arial" panose="020B0604020202020204" pitchFamily="34" charset="0"/>
                <a:cs typeface="Arial" panose="020B0604020202020204" pitchFamily="34" charset="0"/>
              </a:rPr>
              <a:t>and Dry Gas Basis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xmlns="" id="{2F62B575-5C00-418D-8F60-288CB2E29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How is Sampling Rate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EF3086-82EA-46E5-8FBB-7F0714AC5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9638" indent="-514350">
              <a:buFont typeface="Times New Roman" panose="02020603050405020304" pitchFamily="18" charset="0"/>
              <a:buAutoNum type="arabicPeriod"/>
            </a:pPr>
            <a:r>
              <a:rPr lang="en-GB" altLang="zh-TW" sz="2400" dirty="0">
                <a:solidFill>
                  <a:srgbClr val="FF0000"/>
                </a:solidFill>
              </a:rPr>
              <a:t>Select a Nozzle which is within the flow rate </a:t>
            </a:r>
            <a:r>
              <a:rPr lang="en-GB" altLang="zh-TW" sz="2400" dirty="0" err="1">
                <a:solidFill>
                  <a:srgbClr val="FF0000"/>
                </a:solidFill>
              </a:rPr>
              <a:t>achievble</a:t>
            </a:r>
            <a:r>
              <a:rPr lang="en-GB" altLang="zh-TW" sz="2400" dirty="0">
                <a:solidFill>
                  <a:srgbClr val="FF0000"/>
                </a:solidFill>
              </a:rPr>
              <a:t> by the Pump</a:t>
            </a:r>
          </a:p>
          <a:p>
            <a:pPr marL="909638" indent="-514350">
              <a:buFont typeface="Times New Roman" panose="02020603050405020304" pitchFamily="18" charset="0"/>
              <a:buAutoNum type="arabicPeriod"/>
            </a:pPr>
            <a:r>
              <a:rPr lang="en-GB" altLang="zh-TW" sz="2400" dirty="0">
                <a:solidFill>
                  <a:srgbClr val="FF0000"/>
                </a:solidFill>
              </a:rPr>
              <a:t>Calculate the flow rate required through the size of nozzle selected such that </a:t>
            </a:r>
            <a:r>
              <a:rPr lang="en-GB" altLang="zh-TW" sz="2400" dirty="0" err="1">
                <a:solidFill>
                  <a:srgbClr val="FF0000"/>
                </a:solidFill>
              </a:rPr>
              <a:t>Vn</a:t>
            </a:r>
            <a:r>
              <a:rPr lang="en-GB" altLang="zh-TW" sz="2400" dirty="0">
                <a:solidFill>
                  <a:srgbClr val="FF0000"/>
                </a:solidFill>
              </a:rPr>
              <a:t> = VS taking into account the temperature of the gas meter and flow meter and the temperature of the stack.</a:t>
            </a:r>
          </a:p>
          <a:p>
            <a:pPr marL="1138238" lvl="2" indent="0"/>
            <a:r>
              <a:rPr lang="en-GB" altLang="zh-TW" dirty="0">
                <a:solidFill>
                  <a:srgbClr val="FF0000"/>
                </a:solidFill>
              </a:rPr>
              <a:t>Use a Spread Sheet on a computer</a:t>
            </a:r>
          </a:p>
          <a:p>
            <a:pPr marL="1138238" lvl="2" indent="0"/>
            <a:r>
              <a:rPr lang="en-GB" altLang="zh-TW" dirty="0">
                <a:solidFill>
                  <a:srgbClr val="FF0000"/>
                </a:solidFill>
              </a:rPr>
              <a:t>Use a </a:t>
            </a:r>
            <a:r>
              <a:rPr lang="en-GB" altLang="zh-TW" dirty="0" err="1">
                <a:solidFill>
                  <a:srgbClr val="FF0000"/>
                </a:solidFill>
              </a:rPr>
              <a:t>nomograph</a:t>
            </a:r>
            <a:r>
              <a:rPr lang="en-GB" altLang="zh-TW" dirty="0">
                <a:solidFill>
                  <a:srgbClr val="FF0000"/>
                </a:solidFill>
              </a:rPr>
              <a:t> Slide Rule</a:t>
            </a:r>
          </a:p>
          <a:p>
            <a:pPr marL="1138238" lvl="2" indent="0"/>
            <a:r>
              <a:rPr lang="en-GB" altLang="zh-TW" dirty="0">
                <a:solidFill>
                  <a:srgbClr val="FF0000"/>
                </a:solidFill>
              </a:rPr>
              <a:t>Use a programmed Calculator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1">
            <a:extLst>
              <a:ext uri="{FF2B5EF4-FFF2-40B4-BE49-F238E27FC236}">
                <a16:creationId xmlns:a16="http://schemas.microsoft.com/office/drawing/2014/main" xmlns="" id="{2BDB9D78-2885-4523-8B2C-F426EA95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Moisture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CB1364-2372-48A3-AD63-C55590C24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88" y="2214563"/>
            <a:ext cx="8620125" cy="42148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GB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Moisture</a:t>
            </a:r>
          </a:p>
          <a:p>
            <a:pPr indent="0">
              <a:buFont typeface="Wingdings" panose="05000000000000000000" pitchFamily="2" charset="2"/>
              <a:buNone/>
              <a:defRPr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Wet Gas Conditions to Dry Gas Conditions: </a:t>
            </a:r>
            <a:r>
              <a:rPr lang="en-GB" sz="2000" dirty="0" err="1">
                <a:latin typeface="Arial" pitchFamily="34" charset="0"/>
                <a:cs typeface="Arial" pitchFamily="34" charset="0"/>
              </a:rPr>
              <a:t>Bws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 is the moisture content as a percentage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GB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xmlns="" id="{46F90D0A-3E69-45BE-BEB1-D79FE289B0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9813" y="3357563"/>
          <a:ext cx="39290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3" imgW="1549080" imgH="431640" progId="Equation.3">
                  <p:embed/>
                </p:oleObj>
              </mc:Choice>
              <mc:Fallback>
                <p:oleObj name="Equation" r:id="rId3" imgW="154908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3357563"/>
                        <a:ext cx="3929062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>
            <a:extLst>
              <a:ext uri="{FF2B5EF4-FFF2-40B4-BE49-F238E27FC236}">
                <a16:creationId xmlns:a16="http://schemas.microsoft.com/office/drawing/2014/main" xmlns="" id="{AC482ADE-4589-4C65-AAFC-6694955D4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4125" y="4929188"/>
          <a:ext cx="36433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5" imgW="1549080" imgH="393480" progId="Equation.3">
                  <p:embed/>
                </p:oleObj>
              </mc:Choice>
              <mc:Fallback>
                <p:oleObj name="Equation" r:id="rId5" imgW="154908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4929188"/>
                        <a:ext cx="3643313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BF14A72-AB65-47EC-9B18-823E89F4D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3571875"/>
            <a:ext cx="342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>
                <a:latin typeface="Arial" panose="020B0604020202020204" pitchFamily="34" charset="0"/>
                <a:cs typeface="Arial" panose="020B0604020202020204" pitchFamily="34" charset="0"/>
              </a:rPr>
              <a:t>Concentrations mg/Nm</a:t>
            </a:r>
            <a:r>
              <a:rPr lang="en-GB" altLang="zh-TW" sz="1800" baseline="30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4BB43AB-EB3D-4881-AAA2-8CA5E879E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072063"/>
            <a:ext cx="3143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>
                <a:latin typeface="Arial" panose="020B0604020202020204" pitchFamily="34" charset="0"/>
                <a:cs typeface="Arial" panose="020B0604020202020204" pitchFamily="34" charset="0"/>
              </a:rPr>
              <a:t>Volume or Flow </a:t>
            </a:r>
            <a:endParaRPr lang="en-GB" altLang="zh-TW" sz="1800" baseline="30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itle 1">
            <a:extLst>
              <a:ext uri="{FF2B5EF4-FFF2-40B4-BE49-F238E27FC236}">
                <a16:creationId xmlns:a16="http://schemas.microsoft.com/office/drawing/2014/main" xmlns="" id="{6410EF3D-C441-4E87-B5F1-C418DD61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Moisture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3B7DD7-9E34-4574-9FE6-053D571A4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88" y="2214563"/>
            <a:ext cx="8620125" cy="42148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GB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Moisture</a:t>
            </a:r>
          </a:p>
          <a:p>
            <a:pPr indent="0">
              <a:buFont typeface="Wingdings" panose="05000000000000000000" pitchFamily="2" charset="2"/>
              <a:buNone/>
              <a:defRPr/>
            </a:pPr>
            <a:r>
              <a:rPr lang="en-GB" sz="2000" dirty="0">
                <a:latin typeface="Arial" pitchFamily="34" charset="0"/>
                <a:cs typeface="Arial" pitchFamily="34" charset="0"/>
              </a:rPr>
              <a:t>Dry Gas Conditions to Wet Gas Conditions: </a:t>
            </a:r>
            <a:r>
              <a:rPr lang="en-GB" sz="2000" dirty="0" err="1">
                <a:latin typeface="Arial" pitchFamily="34" charset="0"/>
                <a:cs typeface="Arial" pitchFamily="34" charset="0"/>
              </a:rPr>
              <a:t>Bws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 is the moisture content as a percentage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GB" sz="20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GB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xmlns="" id="{C088972D-A950-4FE6-86DA-069321D03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9813" y="3394075"/>
          <a:ext cx="3929062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3" imgW="1549080" imgH="393480" progId="Equation.3">
                  <p:embed/>
                </p:oleObj>
              </mc:Choice>
              <mc:Fallback>
                <p:oleObj name="Equation" r:id="rId3" imgW="154908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3394075"/>
                        <a:ext cx="3929062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xmlns="" id="{21C79CC3-725D-4A2D-9273-EC8380873B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4288" y="4891088"/>
          <a:ext cx="35829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5" imgW="1523880" imgH="431640" progId="Equation.3">
                  <p:embed/>
                </p:oleObj>
              </mc:Choice>
              <mc:Fallback>
                <p:oleObj name="Equation" r:id="rId5" imgW="152388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4891088"/>
                        <a:ext cx="3582987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Box 5">
            <a:extLst>
              <a:ext uri="{FF2B5EF4-FFF2-40B4-BE49-F238E27FC236}">
                <a16:creationId xmlns:a16="http://schemas.microsoft.com/office/drawing/2014/main" xmlns="" id="{FE64DB32-6833-4C47-A987-A8F9A3CEA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3571875"/>
            <a:ext cx="342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>
                <a:latin typeface="Arial" panose="020B0604020202020204" pitchFamily="34" charset="0"/>
                <a:cs typeface="Arial" panose="020B0604020202020204" pitchFamily="34" charset="0"/>
              </a:rPr>
              <a:t>Concentrations mg/Nm</a:t>
            </a:r>
            <a:r>
              <a:rPr lang="en-GB" altLang="zh-TW" sz="1800" baseline="30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199" name="TextBox 6">
            <a:extLst>
              <a:ext uri="{FF2B5EF4-FFF2-40B4-BE49-F238E27FC236}">
                <a16:creationId xmlns:a16="http://schemas.microsoft.com/office/drawing/2014/main" xmlns="" id="{D3BFF865-C6F7-4BEC-A688-32EA1A55E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072063"/>
            <a:ext cx="3143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>
                <a:latin typeface="Arial" panose="020B0604020202020204" pitchFamily="34" charset="0"/>
                <a:cs typeface="Arial" panose="020B0604020202020204" pitchFamily="34" charset="0"/>
              </a:rPr>
              <a:t>Volume or Flow </a:t>
            </a:r>
            <a:endParaRPr lang="en-GB" altLang="zh-TW" sz="1800" baseline="30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xmlns="" id="{971C1DAB-A4B8-4204-AE25-CFB795FE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Reference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AC0459-717A-480A-856D-551582C0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TW">
                <a:latin typeface="Arial" panose="020B0604020202020204" pitchFamily="34" charset="0"/>
                <a:cs typeface="Arial" panose="020B0604020202020204" pitchFamily="34" charset="0"/>
              </a:rPr>
              <a:t>In the EU and UK data can be expressed in several standard ways</a:t>
            </a:r>
          </a:p>
          <a:p>
            <a:pPr marL="914400" lvl="1" indent="-514350">
              <a:buSzPct val="100000"/>
              <a:buFont typeface="Times New Roman" panose="02020603050405020304" pitchFamily="18" charset="0"/>
              <a:buAutoNum type="arabicPeriod"/>
            </a:pP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At 273K (0</a:t>
            </a:r>
            <a:r>
              <a:rPr lang="en-GB" altLang="zh-TW" sz="2400" baseline="3000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C), 101.325kPa (1atm), and on a wet gas basis</a:t>
            </a:r>
          </a:p>
          <a:p>
            <a:pPr marL="914400" lvl="1" indent="-514350">
              <a:buSzPct val="100000"/>
              <a:buFont typeface="Times New Roman" panose="02020603050405020304" pitchFamily="18" charset="0"/>
              <a:buAutoNum type="arabicPeriod"/>
            </a:pP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At 273K (0</a:t>
            </a:r>
            <a:r>
              <a:rPr lang="en-GB" altLang="zh-TW" sz="2400" baseline="3000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C), 101.325kPa (1atm), and on a dry gas basis</a:t>
            </a:r>
          </a:p>
          <a:p>
            <a:pPr marL="914400" lvl="1" indent="-514350">
              <a:buSzPct val="100000"/>
              <a:buFont typeface="Times New Roman" panose="02020603050405020304" pitchFamily="18" charset="0"/>
              <a:buAutoNum type="arabicPeriod"/>
            </a:pP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At 273K (0</a:t>
            </a:r>
            <a:r>
              <a:rPr lang="en-GB" altLang="zh-TW" sz="2400" baseline="3000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C), 101.325kPa (1atm), and on a Dry gas basis and at reference Oxygen conditions</a:t>
            </a:r>
          </a:p>
          <a:p>
            <a:pPr marL="914400" lvl="1" indent="-514350">
              <a:buSzPct val="100000"/>
              <a:buFont typeface="Wingdings" panose="05000000000000000000" pitchFamily="2" charset="2"/>
              <a:buNone/>
            </a:pP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Incinerators use 11% O</a:t>
            </a:r>
            <a:r>
              <a:rPr lang="en-GB" altLang="zh-TW" sz="24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; Gas Turbines 15% O</a:t>
            </a:r>
            <a:r>
              <a:rPr lang="en-GB" altLang="zh-TW" sz="24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; Oil &amp; Gas 3% O</a:t>
            </a:r>
            <a:r>
              <a:rPr lang="en-GB" altLang="zh-TW" sz="24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altLang="zh-TW" sz="2400">
                <a:latin typeface="Arial" panose="020B0604020202020204" pitchFamily="34" charset="0"/>
                <a:cs typeface="Arial" panose="020B0604020202020204" pitchFamily="34" charset="0"/>
              </a:rPr>
              <a:t> and Coal and Solid Fuels 6% O</a:t>
            </a:r>
            <a:r>
              <a:rPr lang="en-GB" altLang="zh-TW" sz="24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914400" lvl="1" indent="-514350">
              <a:buSzPct val="100000"/>
              <a:buFont typeface="Times New Roman" panose="02020603050405020304" pitchFamily="18" charset="0"/>
              <a:buAutoNum type="arabicPeriod"/>
            </a:pPr>
            <a:endParaRPr lang="en-GB" altLang="zh-TW" sz="2400"/>
          </a:p>
          <a:p>
            <a:pPr marL="914400" lvl="1" indent="-514350">
              <a:buFont typeface="Times New Roman" panose="02020603050405020304" pitchFamily="18" charset="0"/>
              <a:buAutoNum type="arabicPeriod"/>
            </a:pPr>
            <a:endParaRPr lang="en-GB" altLang="zh-TW" sz="2400"/>
          </a:p>
          <a:p>
            <a:pPr marL="914400" lvl="1" indent="-514350">
              <a:buFont typeface="Times New Roman" panose="02020603050405020304" pitchFamily="18" charset="0"/>
              <a:buAutoNum type="arabicPeriod"/>
            </a:pPr>
            <a:endParaRPr lang="en-GB" altLang="zh-TW"/>
          </a:p>
          <a:p>
            <a:pPr marL="914400" lvl="1" indent="-514350">
              <a:buFont typeface="Times New Roman" panose="02020603050405020304" pitchFamily="18" charset="0"/>
              <a:buAutoNum type="arabicPeriod"/>
            </a:pPr>
            <a:endParaRPr lang="en-GB" altLang="zh-TW"/>
          </a:p>
          <a:p>
            <a:pPr marL="914400" lvl="1" indent="-514350">
              <a:buFont typeface="Times New Roman" panose="02020603050405020304" pitchFamily="18" charset="0"/>
              <a:buAutoNum type="arabicPeriod"/>
            </a:pPr>
            <a:endParaRPr lang="en-GB" altLang="zh-TW"/>
          </a:p>
          <a:p>
            <a:pPr marL="914400" lvl="1" indent="-514350">
              <a:buFont typeface="Times New Roman" panose="02020603050405020304" pitchFamily="18" charset="0"/>
              <a:buAutoNum type="arabicPeriod"/>
            </a:pPr>
            <a:endParaRPr lang="en-GB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itle 1">
            <a:extLst>
              <a:ext uri="{FF2B5EF4-FFF2-40B4-BE49-F238E27FC236}">
                <a16:creationId xmlns:a16="http://schemas.microsoft.com/office/drawing/2014/main" xmlns="" id="{1030DE8A-BE44-4F9D-BB86-E288C4096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Oxygen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7EA632-FED5-4AE5-B0F7-05136B430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88" y="2214563"/>
            <a:ext cx="8620125" cy="42148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GB" altLang="zh-TW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Oxygen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zh-TW" sz="2000">
                <a:latin typeface="Arial" panose="020B0604020202020204" pitchFamily="34" charset="0"/>
                <a:cs typeface="Arial" panose="020B0604020202020204" pitchFamily="34" charset="0"/>
              </a:rPr>
              <a:t>Concentration of Species C</a:t>
            </a:r>
            <a:r>
              <a:rPr lang="en-GB" altLang="zh-TW" sz="1400"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  <a:r>
              <a:rPr lang="en-GB" altLang="zh-TW" sz="2000">
                <a:latin typeface="Arial" panose="020B0604020202020204" pitchFamily="34" charset="0"/>
                <a:cs typeface="Arial" panose="020B0604020202020204" pitchFamily="34" charset="0"/>
              </a:rPr>
              <a:t> at Reference Oxygen Conditions </a:t>
            </a:r>
          </a:p>
          <a:p>
            <a:pPr>
              <a:buFont typeface="Wingdings" panose="05000000000000000000" pitchFamily="2" charset="2"/>
              <a:buNone/>
            </a:pPr>
            <a:endParaRPr lang="en-GB" altLang="zh-TW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xmlns="" id="{C663970E-DE3A-4465-8C55-CC95CAE878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321050"/>
          <a:ext cx="4894263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3" imgW="1930320" imgH="469800" progId="Equation.3">
                  <p:embed/>
                </p:oleObj>
              </mc:Choice>
              <mc:Fallback>
                <p:oleObj name="Equation" r:id="rId3" imgW="1930320" imgH="46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321050"/>
                        <a:ext cx="4894263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>
            <a:extLst>
              <a:ext uri="{FF2B5EF4-FFF2-40B4-BE49-F238E27FC236}">
                <a16:creationId xmlns:a16="http://schemas.microsoft.com/office/drawing/2014/main" xmlns="" id="{60E7B5F8-A774-4D63-8004-07DCAA905D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6938" y="4854575"/>
          <a:ext cx="43592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5" imgW="1854000" imgH="469800" progId="Equation.3">
                  <p:embed/>
                </p:oleObj>
              </mc:Choice>
              <mc:Fallback>
                <p:oleObj name="Equation" r:id="rId5" imgW="185400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4854575"/>
                        <a:ext cx="4359275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7EFF00B-FA20-4D4F-97FC-D8D79F488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813" y="3571875"/>
            <a:ext cx="2928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>
                <a:latin typeface="Arial" panose="020B0604020202020204" pitchFamily="34" charset="0"/>
                <a:cs typeface="Arial" panose="020B0604020202020204" pitchFamily="34" charset="0"/>
              </a:rPr>
              <a:t>Concentrations mg/Nm</a:t>
            </a:r>
            <a:r>
              <a:rPr lang="en-GB" altLang="zh-TW" sz="1800" baseline="30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6AD8031-8C7B-4B2B-A70D-912E9F253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25" y="5072063"/>
            <a:ext cx="3143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 sz="1800">
                <a:latin typeface="Arial" panose="020B0604020202020204" pitchFamily="34" charset="0"/>
                <a:cs typeface="Arial" panose="020B0604020202020204" pitchFamily="34" charset="0"/>
              </a:rPr>
              <a:t>Volume or Flow </a:t>
            </a:r>
            <a:endParaRPr lang="en-GB" altLang="zh-TW" sz="1800" baseline="30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>
            <a:extLst>
              <a:ext uri="{FF2B5EF4-FFF2-40B4-BE49-F238E27FC236}">
                <a16:creationId xmlns:a16="http://schemas.microsoft.com/office/drawing/2014/main" xmlns="" id="{9F5D4E0E-3EC3-452E-A7AF-FA4DE1C4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Isokinicity</a:t>
            </a:r>
          </a:p>
        </p:txBody>
      </p:sp>
      <p:graphicFrame>
        <p:nvGraphicFramePr>
          <p:cNvPr id="10242" name="Content Placeholder 3">
            <a:extLst>
              <a:ext uri="{FF2B5EF4-FFF2-40B4-BE49-F238E27FC236}">
                <a16:creationId xmlns:a16="http://schemas.microsoft.com/office/drawing/2014/main" xmlns="" id="{EC39F2EF-6EEB-4988-9179-57461457298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76475" y="3114675"/>
          <a:ext cx="303371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3" imgW="1358640" imgH="393480" progId="Equation.3">
                  <p:embed/>
                </p:oleObj>
              </mc:Choice>
              <mc:Fallback>
                <p:oleObj name="Equation" r:id="rId3" imgW="1358640" imgH="393480" progId="Equation.3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3114675"/>
                        <a:ext cx="3033713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Box 4">
            <a:extLst>
              <a:ext uri="{FF2B5EF4-FFF2-40B4-BE49-F238E27FC236}">
                <a16:creationId xmlns:a16="http://schemas.microsoft.com/office/drawing/2014/main" xmlns="" id="{0AD82173-F2EF-4E60-BC38-3ECE05669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1688" y="3357563"/>
            <a:ext cx="32861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zh-TW"/>
              <a:t>Isokinicity must be in Range of 95 to 115%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1">
            <a:extLst>
              <a:ext uri="{FF2B5EF4-FFF2-40B4-BE49-F238E27FC236}">
                <a16:creationId xmlns:a16="http://schemas.microsoft.com/office/drawing/2014/main" xmlns="" id="{400B544B-8797-463C-AC31-D33D49D8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Isokinicity</a:t>
            </a:r>
          </a:p>
        </p:txBody>
      </p:sp>
      <p:graphicFrame>
        <p:nvGraphicFramePr>
          <p:cNvPr id="11266" name="Content Placeholder 3">
            <a:extLst>
              <a:ext uri="{FF2B5EF4-FFF2-40B4-BE49-F238E27FC236}">
                <a16:creationId xmlns:a16="http://schemas.microsoft.com/office/drawing/2014/main" xmlns="" id="{15CF9846-ED84-4134-B7CB-4C10345C2CA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591752"/>
              </p:ext>
            </p:extLst>
          </p:nvPr>
        </p:nvGraphicFramePr>
        <p:xfrm>
          <a:off x="2216696" y="2333625"/>
          <a:ext cx="5701754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3" imgW="3263760" imgH="482400" progId="Equation.3">
                  <p:embed/>
                </p:oleObj>
              </mc:Choice>
              <mc:Fallback>
                <p:oleObj name="Equation" r:id="rId3" imgW="3263760" imgH="482400" progId="Equation.3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696" y="2333625"/>
                        <a:ext cx="5701754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3137892-430E-4B75-B534-C2DBAAA2DEDE}"/>
              </a:ext>
            </a:extLst>
          </p:cNvPr>
          <p:cNvSpPr txBox="1"/>
          <p:nvPr/>
        </p:nvSpPr>
        <p:spPr>
          <a:xfrm>
            <a:off x="1738313" y="3929063"/>
            <a:ext cx="7143750" cy="2062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/>
              <a:t>An= Area of Nozzle mm</a:t>
            </a:r>
            <a:r>
              <a:rPr lang="en-GB" sz="1600" baseline="30000" dirty="0"/>
              <a:t>2</a:t>
            </a:r>
          </a:p>
          <a:p>
            <a:pPr>
              <a:defRPr/>
            </a:pPr>
            <a:r>
              <a:rPr lang="en-GB" sz="1600" dirty="0" err="1"/>
              <a:t>Bws</a:t>
            </a:r>
            <a:r>
              <a:rPr lang="en-GB" sz="1600" dirty="0"/>
              <a:t>=%Moisture in stack</a:t>
            </a:r>
          </a:p>
          <a:p>
            <a:pPr>
              <a:defRPr/>
            </a:pPr>
            <a:r>
              <a:rPr lang="en-GB" sz="1600" dirty="0"/>
              <a:t>Ps =Pressure in stack (absolute) mmHg</a:t>
            </a:r>
          </a:p>
          <a:p>
            <a:pPr>
              <a:defRPr/>
            </a:pPr>
            <a:r>
              <a:rPr lang="en-GB" sz="1600" dirty="0"/>
              <a:t>Vs=Stack gas velocity m/s</a:t>
            </a:r>
          </a:p>
          <a:p>
            <a:pPr>
              <a:defRPr/>
            </a:pPr>
            <a:r>
              <a:rPr lang="en-GB" sz="1600" dirty="0" err="1"/>
              <a:t>Vm</a:t>
            </a:r>
            <a:r>
              <a:rPr lang="en-GB" sz="1600" baseline="-25000" dirty="0" err="1"/>
              <a:t>std</a:t>
            </a:r>
            <a:r>
              <a:rPr lang="en-GB" sz="1600" baseline="-25000" dirty="0"/>
              <a:t>=</a:t>
            </a:r>
            <a:r>
              <a:rPr lang="en-GB" sz="1600" dirty="0"/>
              <a:t>Volume of gas passed through gas meter at </a:t>
            </a:r>
            <a:r>
              <a:rPr lang="en-GB" sz="1600" dirty="0" err="1"/>
              <a:t>stp</a:t>
            </a:r>
            <a:r>
              <a:rPr lang="en-GB" sz="1600" dirty="0"/>
              <a:t> (m</a:t>
            </a:r>
            <a:r>
              <a:rPr lang="en-GB" sz="1600" baseline="30000" dirty="0"/>
              <a:t>3</a:t>
            </a:r>
            <a:r>
              <a:rPr lang="en-GB" sz="1600" dirty="0"/>
              <a:t>)</a:t>
            </a:r>
          </a:p>
          <a:p>
            <a:pPr>
              <a:defRPr/>
            </a:pPr>
            <a:r>
              <a:rPr lang="en-GB" sz="1600" dirty="0" err="1"/>
              <a:t>Ts</a:t>
            </a:r>
            <a:r>
              <a:rPr lang="en-GB" sz="1600" baseline="-25000" dirty="0" err="1"/>
              <a:t>avg</a:t>
            </a:r>
            <a:r>
              <a:rPr lang="en-GB" sz="1600" baseline="-25000" dirty="0"/>
              <a:t>= </a:t>
            </a:r>
            <a:r>
              <a:rPr lang="en-GB" sz="1600" dirty="0"/>
              <a:t>Average</a:t>
            </a:r>
            <a:r>
              <a:rPr lang="en-GB" sz="1600" baseline="-25000" dirty="0"/>
              <a:t> </a:t>
            </a:r>
            <a:r>
              <a:rPr lang="en-GB" sz="1600" dirty="0"/>
              <a:t>Temperature of stack (K)</a:t>
            </a:r>
          </a:p>
          <a:p>
            <a:pPr>
              <a:defRPr/>
            </a:pPr>
            <a:r>
              <a:rPr lang="en-GB" sz="1600" dirty="0">
                <a:latin typeface="Symbol" pitchFamily="18" charset="2"/>
              </a:rPr>
              <a:t>q= </a:t>
            </a:r>
            <a:r>
              <a:rPr lang="en-GB" sz="1600" dirty="0">
                <a:latin typeface="+mj-lt"/>
              </a:rPr>
              <a:t>total sampling time (min)</a:t>
            </a:r>
          </a:p>
          <a:p>
            <a:pPr>
              <a:defRPr/>
            </a:pPr>
            <a:endParaRPr lang="en-GB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ight Edge">
  <a:themeElements>
    <a:clrScheme name="Straight Edge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Straight Edg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Designs\Straight Edge.pot</Template>
  <TotalTime>1133</TotalTime>
  <Words>701</Words>
  <Application>Microsoft Office PowerPoint</Application>
  <PresentationFormat>A4 Paper (210x297 mm)</PresentationFormat>
  <Paragraphs>124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新細明體</vt:lpstr>
      <vt:lpstr>Arial</vt:lpstr>
      <vt:lpstr>Calibri</vt:lpstr>
      <vt:lpstr>Courier New</vt:lpstr>
      <vt:lpstr>Symbol</vt:lpstr>
      <vt:lpstr>Times New Roman</vt:lpstr>
      <vt:lpstr>Wingdings</vt:lpstr>
      <vt:lpstr>Straight Edge</vt:lpstr>
      <vt:lpstr>Equation</vt:lpstr>
      <vt:lpstr>Microsoft Equation 3.0</vt:lpstr>
      <vt:lpstr>Iso-Kinetic Sampling Training Course </vt:lpstr>
      <vt:lpstr>Nozzle Calculations</vt:lpstr>
      <vt:lpstr>Molecular Weight Determination</vt:lpstr>
      <vt:lpstr>Velocity in the Stack</vt:lpstr>
      <vt:lpstr>Flow in the Stack</vt:lpstr>
      <vt:lpstr>Calculations Used in Reporting Data</vt:lpstr>
      <vt:lpstr>Ideal Gas Equation in Practice</vt:lpstr>
      <vt:lpstr>Mass Concentration</vt:lpstr>
      <vt:lpstr>Mass Emission</vt:lpstr>
      <vt:lpstr>Relationship of flow at Gas Meter and Stack Velocity</vt:lpstr>
      <vt:lpstr>Two Different Conditions</vt:lpstr>
      <vt:lpstr>How is Sampling Rate Set</vt:lpstr>
      <vt:lpstr>Moisture Calculations</vt:lpstr>
      <vt:lpstr>Moisture Calculations</vt:lpstr>
      <vt:lpstr>Reference Conditions</vt:lpstr>
      <vt:lpstr>Oxygen Calculations</vt:lpstr>
      <vt:lpstr>Isokinicity</vt:lpstr>
      <vt:lpstr>Isokinicity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EPA Method 5/23/29 Training Course</dc:title>
  <dc:creator>Dr Roger S Brown</dc:creator>
  <cp:lastModifiedBy>My Documents</cp:lastModifiedBy>
  <cp:revision>132</cp:revision>
  <dcterms:created xsi:type="dcterms:W3CDTF">2001-02-20T17:08:25Z</dcterms:created>
  <dcterms:modified xsi:type="dcterms:W3CDTF">2021-05-24T09:57:15Z</dcterms:modified>
</cp:coreProperties>
</file>