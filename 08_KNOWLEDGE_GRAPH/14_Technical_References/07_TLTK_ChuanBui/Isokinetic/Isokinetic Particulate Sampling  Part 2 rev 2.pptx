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diagrams/layout2.xml" ContentType="application/vnd.openxmlformats-officedocument.drawingml.diagramLayout+xml"/>
  <Default Extension="xlsx" ContentType="application/vnd.openxmlformats-officedocument.spreadsheetml.sheet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Default Extension="emf" ContentType="image/x-emf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3"/>
  </p:notesMasterIdLst>
  <p:handoutMasterIdLst>
    <p:handoutMasterId r:id="rId34"/>
  </p:handoutMasterIdLst>
  <p:sldIdLst>
    <p:sldId id="256" r:id="rId2"/>
    <p:sldId id="280" r:id="rId3"/>
    <p:sldId id="307" r:id="rId4"/>
    <p:sldId id="323" r:id="rId5"/>
    <p:sldId id="273" r:id="rId6"/>
    <p:sldId id="305" r:id="rId7"/>
    <p:sldId id="308" r:id="rId8"/>
    <p:sldId id="321" r:id="rId9"/>
    <p:sldId id="274" r:id="rId10"/>
    <p:sldId id="303" r:id="rId11"/>
    <p:sldId id="319" r:id="rId12"/>
    <p:sldId id="320" r:id="rId13"/>
    <p:sldId id="275" r:id="rId14"/>
    <p:sldId id="276" r:id="rId15"/>
    <p:sldId id="309" r:id="rId16"/>
    <p:sldId id="310" r:id="rId17"/>
    <p:sldId id="277" r:id="rId18"/>
    <p:sldId id="278" r:id="rId19"/>
    <p:sldId id="306" r:id="rId20"/>
    <p:sldId id="257" r:id="rId21"/>
    <p:sldId id="318" r:id="rId22"/>
    <p:sldId id="311" r:id="rId23"/>
    <p:sldId id="312" r:id="rId24"/>
    <p:sldId id="279" r:id="rId25"/>
    <p:sldId id="282" r:id="rId26"/>
    <p:sldId id="314" r:id="rId27"/>
    <p:sldId id="283" r:id="rId28"/>
    <p:sldId id="322" r:id="rId29"/>
    <p:sldId id="313" r:id="rId30"/>
    <p:sldId id="316" r:id="rId31"/>
    <p:sldId id="317" r:id="rId32"/>
  </p:sldIdLst>
  <p:sldSz cx="9906000" cy="6858000" type="A4"/>
  <p:notesSz cx="6888163" cy="962342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3333FF"/>
    <a:srgbClr val="006600"/>
    <a:srgbClr val="00CC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2787"/>
    <p:restoredTop sz="90932" autoAdjust="0"/>
  </p:normalViewPr>
  <p:slideViewPr>
    <p:cSldViewPr>
      <p:cViewPr>
        <p:scale>
          <a:sx n="110" d="100"/>
          <a:sy n="110" d="100"/>
        </p:scale>
        <p:origin x="-324" y="-7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8.xml"/><Relationship Id="rId1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4BAA04-D830-48D2-B399-2891DBEAE1C6}" type="doc">
      <dgm:prSet loTypeId="urn:microsoft.com/office/officeart/2005/8/layout/hierarchy2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734F8EF-B1B2-48F8-8DE1-C056FE748299}">
      <dgm:prSet phldrT="[Text]"/>
      <dgm:spPr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Measure Duct &amp; Identify Sample Position</a:t>
          </a:r>
          <a:endParaRPr lang="en-GB" dirty="0"/>
        </a:p>
      </dgm:t>
    </dgm:pt>
    <dgm:pt modelId="{4B803EE2-752A-43C8-B26B-F6759DB51BB6}" type="parTrans" cxnId="{EECE7446-0891-4DE0-87A0-1449C5797C34}">
      <dgm:prSet/>
      <dgm:spPr/>
      <dgm:t>
        <a:bodyPr/>
        <a:lstStyle/>
        <a:p>
          <a:endParaRPr lang="en-GB"/>
        </a:p>
      </dgm:t>
    </dgm:pt>
    <dgm:pt modelId="{D980C11A-833C-44A8-81CE-98248C8BCACE}" type="sibTrans" cxnId="{EECE7446-0891-4DE0-87A0-1449C5797C34}">
      <dgm:prSet/>
      <dgm:spPr/>
      <dgm:t>
        <a:bodyPr/>
        <a:lstStyle/>
        <a:p>
          <a:endParaRPr lang="en-GB"/>
        </a:p>
      </dgm:t>
    </dgm:pt>
    <dgm:pt modelId="{923C1AB9-15A9-48D2-B4E3-F81255A53379}">
      <dgm:prSet phldrT="[Text]"/>
      <dgm:sp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Determine No of Sample Positions &amp; Traverses</a:t>
          </a:r>
          <a:endParaRPr lang="en-GB" dirty="0"/>
        </a:p>
      </dgm:t>
    </dgm:pt>
    <dgm:pt modelId="{C08481F8-1793-431B-8D55-2A79DEAB588B}" type="parTrans" cxnId="{07F8AB8C-DCD7-49B9-8229-393116B76A11}">
      <dgm:prSet/>
      <dgm:spPr/>
      <dgm:t>
        <a:bodyPr/>
        <a:lstStyle/>
        <a:p>
          <a:endParaRPr lang="en-GB"/>
        </a:p>
      </dgm:t>
    </dgm:pt>
    <dgm:pt modelId="{7D175E6F-46F0-41FB-A26D-E681B2297CEE}" type="sibTrans" cxnId="{07F8AB8C-DCD7-49B9-8229-393116B76A11}">
      <dgm:prSet/>
      <dgm:spPr/>
      <dgm:t>
        <a:bodyPr/>
        <a:lstStyle/>
        <a:p>
          <a:endParaRPr lang="en-GB"/>
        </a:p>
      </dgm:t>
    </dgm:pt>
    <dgm:pt modelId="{C81E1B0A-77AF-4DEC-A51D-D0F05033446A}">
      <dgm:prSet phldrT="[Text]"/>
      <dgm:sp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Conduct Initial Velocity Traverse Check for Cyclonic flow</a:t>
          </a:r>
          <a:endParaRPr lang="en-GB" dirty="0"/>
        </a:p>
      </dgm:t>
    </dgm:pt>
    <dgm:pt modelId="{5D04E069-0D43-45B9-87FD-C5451E606FE4}" type="parTrans" cxnId="{DD9136D0-DB30-4635-97A1-53580F3F9F61}">
      <dgm:prSet/>
      <dgm:spPr/>
      <dgm:t>
        <a:bodyPr/>
        <a:lstStyle/>
        <a:p>
          <a:endParaRPr lang="en-GB"/>
        </a:p>
      </dgm:t>
    </dgm:pt>
    <dgm:pt modelId="{2795DF54-B2DF-43A4-950C-16D8738D109F}" type="sibTrans" cxnId="{DD9136D0-DB30-4635-97A1-53580F3F9F61}">
      <dgm:prSet/>
      <dgm:spPr/>
      <dgm:t>
        <a:bodyPr/>
        <a:lstStyle/>
        <a:p>
          <a:endParaRPr lang="en-GB"/>
        </a:p>
      </dgm:t>
    </dgm:pt>
    <dgm:pt modelId="{5D954901-0D87-4165-8AAD-E873B25F366F}">
      <dgm:prSet phldrT="[Text]"/>
      <dgm:sp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Determine Molecular Weight/Density of Gases</a:t>
          </a:r>
          <a:endParaRPr lang="en-GB" dirty="0"/>
        </a:p>
      </dgm:t>
    </dgm:pt>
    <dgm:pt modelId="{F080E1D2-C873-4D41-A4F2-A99580D0E184}" type="parTrans" cxnId="{D87BBBC8-B1DA-41E5-88E9-BDD0F55AE1DD}">
      <dgm:prSet/>
      <dgm:spPr/>
      <dgm:t>
        <a:bodyPr/>
        <a:lstStyle/>
        <a:p>
          <a:endParaRPr lang="en-GB"/>
        </a:p>
      </dgm:t>
    </dgm:pt>
    <dgm:pt modelId="{CBB07C99-936D-4E5F-840F-5CCE3CDFE284}" type="sibTrans" cxnId="{D87BBBC8-B1DA-41E5-88E9-BDD0F55AE1DD}">
      <dgm:prSet/>
      <dgm:spPr/>
      <dgm:t>
        <a:bodyPr/>
        <a:lstStyle/>
        <a:p>
          <a:endParaRPr lang="en-GB"/>
        </a:p>
      </dgm:t>
    </dgm:pt>
    <dgm:pt modelId="{41C5EB2D-ED23-4D5C-BAF8-17F4A4641E77}">
      <dgm:prSet phldrT="[Text]"/>
      <dgm:sp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Determine Moisture of gases </a:t>
          </a:r>
          <a:endParaRPr lang="en-GB" dirty="0"/>
        </a:p>
      </dgm:t>
    </dgm:pt>
    <dgm:pt modelId="{C35D103B-4994-4B90-B53A-45163AA8219F}" type="parTrans" cxnId="{35BC91B7-93A9-460E-9AD5-5A2D438A9B12}">
      <dgm:prSet/>
      <dgm:spPr/>
      <dgm:t>
        <a:bodyPr/>
        <a:lstStyle/>
        <a:p>
          <a:endParaRPr lang="en-GB"/>
        </a:p>
      </dgm:t>
    </dgm:pt>
    <dgm:pt modelId="{D03EE1AB-F3F0-4D90-8B68-9D21AB5BCAC9}" type="sibTrans" cxnId="{35BC91B7-93A9-460E-9AD5-5A2D438A9B12}">
      <dgm:prSet/>
      <dgm:spPr/>
      <dgm:t>
        <a:bodyPr/>
        <a:lstStyle/>
        <a:p>
          <a:endParaRPr lang="en-GB"/>
        </a:p>
      </dgm:t>
    </dgm:pt>
    <dgm:pt modelId="{FD5FE628-C43A-4FC1-A716-B43F98878443}">
      <dgm:prSet/>
      <dgm:spPr>
        <a:gradFill rotWithShape="0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Prepare Sample Equipment, filter, Select Nozzle Size</a:t>
          </a:r>
          <a:endParaRPr lang="en-GB" dirty="0"/>
        </a:p>
      </dgm:t>
    </dgm:pt>
    <dgm:pt modelId="{0AAE9BAE-B238-42A3-BB1B-3A5DA28C1863}" type="parTrans" cxnId="{0B9F29D1-7D69-4C51-A6A2-EB8757160D32}">
      <dgm:prSet/>
      <dgm:spPr/>
      <dgm:t>
        <a:bodyPr/>
        <a:lstStyle/>
        <a:p>
          <a:endParaRPr lang="en-GB"/>
        </a:p>
      </dgm:t>
    </dgm:pt>
    <dgm:pt modelId="{8D648DA6-D569-4BF9-931B-0F83A9FCB6D6}" type="sibTrans" cxnId="{0B9F29D1-7D69-4C51-A6A2-EB8757160D32}">
      <dgm:prSet/>
      <dgm:spPr/>
      <dgm:t>
        <a:bodyPr/>
        <a:lstStyle/>
        <a:p>
          <a:endParaRPr lang="en-GB"/>
        </a:p>
      </dgm:t>
    </dgm:pt>
    <dgm:pt modelId="{5705FE71-8C62-444F-8A77-8025DD2FD299}">
      <dgm:prSet/>
      <dgm:spPr>
        <a:gradFill rotWithShape="0">
          <a:gsLst>
            <a:gs pos="0">
              <a:srgbClr val="D6B19C"/>
            </a:gs>
            <a:gs pos="30000">
              <a:srgbClr val="D49E6C"/>
            </a:gs>
            <a:gs pos="70000">
              <a:srgbClr val="A65528"/>
            </a:gs>
            <a:gs pos="100000">
              <a:srgbClr val="663012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Conduct Leak Check and Blank Sample Recover </a:t>
          </a:r>
          <a:endParaRPr lang="en-GB" dirty="0"/>
        </a:p>
      </dgm:t>
    </dgm:pt>
    <dgm:pt modelId="{4F3EC86A-547D-43A6-8D8E-1B0023110331}" type="parTrans" cxnId="{74EE1103-729F-46FB-A15C-EE3EF87541C9}">
      <dgm:prSet/>
      <dgm:spPr/>
      <dgm:t>
        <a:bodyPr/>
        <a:lstStyle/>
        <a:p>
          <a:endParaRPr lang="en-GB"/>
        </a:p>
      </dgm:t>
    </dgm:pt>
    <dgm:pt modelId="{0C566980-ABC1-42CC-B882-2A6D9A36F7F0}" type="sibTrans" cxnId="{74EE1103-729F-46FB-A15C-EE3EF87541C9}">
      <dgm:prSet/>
      <dgm:spPr/>
      <dgm:t>
        <a:bodyPr/>
        <a:lstStyle/>
        <a:p>
          <a:endParaRPr lang="en-GB"/>
        </a:p>
      </dgm:t>
    </dgm:pt>
    <dgm:pt modelId="{DF350F2B-66D6-463B-941A-7A49533CD936}">
      <dgm:prSet/>
      <dgm:spPr>
        <a:gradFill rotWithShape="0">
          <a:gsLst>
            <a:gs pos="0">
              <a:srgbClr val="D6B19C"/>
            </a:gs>
            <a:gs pos="30000">
              <a:srgbClr val="D49E6C"/>
            </a:gs>
            <a:gs pos="70000">
              <a:srgbClr val="A65528"/>
            </a:gs>
            <a:gs pos="100000">
              <a:srgbClr val="663012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Conduct Leak Check and Conduct Isokinetic Test</a:t>
          </a:r>
          <a:endParaRPr lang="en-GB" dirty="0"/>
        </a:p>
      </dgm:t>
    </dgm:pt>
    <dgm:pt modelId="{D26AD962-B7EE-4422-84D9-13177DFD98E3}" type="parTrans" cxnId="{CBABF2D9-E89A-4FBD-9432-0B0A538D8F5B}">
      <dgm:prSet/>
      <dgm:spPr/>
      <dgm:t>
        <a:bodyPr/>
        <a:lstStyle/>
        <a:p>
          <a:endParaRPr lang="en-GB"/>
        </a:p>
      </dgm:t>
    </dgm:pt>
    <dgm:pt modelId="{8A9BD2A8-66A6-46DA-BB97-3086BA8EE6D2}" type="sibTrans" cxnId="{CBABF2D9-E89A-4FBD-9432-0B0A538D8F5B}">
      <dgm:prSet/>
      <dgm:spPr/>
      <dgm:t>
        <a:bodyPr/>
        <a:lstStyle/>
        <a:p>
          <a:endParaRPr lang="en-GB"/>
        </a:p>
      </dgm:t>
    </dgm:pt>
    <dgm:pt modelId="{0E69DC2C-2F9E-44E1-972B-876624B9E589}">
      <dgm:prSet/>
      <dgm:spPr>
        <a:gradFill rotWithShape="0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Conduct Post Sampling Leak Check and Recover Sample. </a:t>
          </a:r>
          <a:endParaRPr lang="en-GB" dirty="0"/>
        </a:p>
      </dgm:t>
    </dgm:pt>
    <dgm:pt modelId="{98A757EB-E3C5-4C26-B183-DF519CAC147D}" type="parTrans" cxnId="{6562D86E-A26E-4CF8-BA0D-22582029FB3F}">
      <dgm:prSet/>
      <dgm:spPr/>
      <dgm:t>
        <a:bodyPr/>
        <a:lstStyle/>
        <a:p>
          <a:endParaRPr lang="en-GB"/>
        </a:p>
      </dgm:t>
    </dgm:pt>
    <dgm:pt modelId="{076BBD92-1A70-4677-8DA3-39B6B582EE0F}" type="sibTrans" cxnId="{6562D86E-A26E-4CF8-BA0D-22582029FB3F}">
      <dgm:prSet/>
      <dgm:spPr/>
      <dgm:t>
        <a:bodyPr/>
        <a:lstStyle/>
        <a:p>
          <a:endParaRPr lang="en-GB"/>
        </a:p>
      </dgm:t>
    </dgm:pt>
    <dgm:pt modelId="{4D3F8639-A9E2-46E7-B0BF-FDB4BB6BF12D}" type="pres">
      <dgm:prSet presAssocID="{8F4BAA04-D830-48D2-B399-2891DBEAE1C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60D0F948-A0CD-4C70-A37D-1EFCDCE524DD}" type="pres">
      <dgm:prSet presAssocID="{1734F8EF-B1B2-48F8-8DE1-C056FE748299}" presName="root1" presStyleCnt="0"/>
      <dgm:spPr/>
    </dgm:pt>
    <dgm:pt modelId="{F5D790FA-5777-479B-9883-7ADF8048325D}" type="pres">
      <dgm:prSet presAssocID="{1734F8EF-B1B2-48F8-8DE1-C056FE748299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00E8E4E-8F45-4A4F-8DA5-F038FD784CB5}" type="pres">
      <dgm:prSet presAssocID="{1734F8EF-B1B2-48F8-8DE1-C056FE748299}" presName="level2hierChild" presStyleCnt="0"/>
      <dgm:spPr/>
    </dgm:pt>
    <dgm:pt modelId="{C96FD77E-CC30-4E68-A54B-174B00CD4789}" type="pres">
      <dgm:prSet presAssocID="{C08481F8-1793-431B-8D55-2A79DEAB588B}" presName="conn2-1" presStyleLbl="parChTrans1D2" presStyleIdx="0" presStyleCnt="1"/>
      <dgm:spPr/>
      <dgm:t>
        <a:bodyPr/>
        <a:lstStyle/>
        <a:p>
          <a:endParaRPr lang="en-GB"/>
        </a:p>
      </dgm:t>
    </dgm:pt>
    <dgm:pt modelId="{BA5CC192-BE90-4261-90E6-A8FCFB37535A}" type="pres">
      <dgm:prSet presAssocID="{C08481F8-1793-431B-8D55-2A79DEAB588B}" presName="connTx" presStyleLbl="parChTrans1D2" presStyleIdx="0" presStyleCnt="1"/>
      <dgm:spPr/>
      <dgm:t>
        <a:bodyPr/>
        <a:lstStyle/>
        <a:p>
          <a:endParaRPr lang="en-GB"/>
        </a:p>
      </dgm:t>
    </dgm:pt>
    <dgm:pt modelId="{341F431B-D4F3-4AD3-9F02-7F9184A5E5F8}" type="pres">
      <dgm:prSet presAssocID="{923C1AB9-15A9-48D2-B4E3-F81255A53379}" presName="root2" presStyleCnt="0"/>
      <dgm:spPr/>
    </dgm:pt>
    <dgm:pt modelId="{F6D8196E-B790-476C-A3D5-B87147796006}" type="pres">
      <dgm:prSet presAssocID="{923C1AB9-15A9-48D2-B4E3-F81255A53379}" presName="LevelTwoTextNode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5C0668C-FFAA-4081-B005-32CDABDD7299}" type="pres">
      <dgm:prSet presAssocID="{923C1AB9-15A9-48D2-B4E3-F81255A53379}" presName="level3hierChild" presStyleCnt="0"/>
      <dgm:spPr/>
    </dgm:pt>
    <dgm:pt modelId="{49471711-0332-47E5-8E68-3371085700AF}" type="pres">
      <dgm:prSet presAssocID="{5D04E069-0D43-45B9-87FD-C5451E606FE4}" presName="conn2-1" presStyleLbl="parChTrans1D3" presStyleIdx="0" presStyleCnt="3"/>
      <dgm:spPr/>
      <dgm:t>
        <a:bodyPr/>
        <a:lstStyle/>
        <a:p>
          <a:endParaRPr lang="en-GB"/>
        </a:p>
      </dgm:t>
    </dgm:pt>
    <dgm:pt modelId="{671E7168-142F-44F2-84AA-8A56FB55721E}" type="pres">
      <dgm:prSet presAssocID="{5D04E069-0D43-45B9-87FD-C5451E606FE4}" presName="connTx" presStyleLbl="parChTrans1D3" presStyleIdx="0" presStyleCnt="3"/>
      <dgm:spPr/>
      <dgm:t>
        <a:bodyPr/>
        <a:lstStyle/>
        <a:p>
          <a:endParaRPr lang="en-GB"/>
        </a:p>
      </dgm:t>
    </dgm:pt>
    <dgm:pt modelId="{8DA0283E-53AB-4607-B886-F27554D9FEAD}" type="pres">
      <dgm:prSet presAssocID="{C81E1B0A-77AF-4DEC-A51D-D0F05033446A}" presName="root2" presStyleCnt="0"/>
      <dgm:spPr/>
    </dgm:pt>
    <dgm:pt modelId="{B3F29D17-9DE0-47F2-A72A-AF1922CC2CB6}" type="pres">
      <dgm:prSet presAssocID="{C81E1B0A-77AF-4DEC-A51D-D0F05033446A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EDF66E1-56CB-453E-A352-76D21C9DC146}" type="pres">
      <dgm:prSet presAssocID="{C81E1B0A-77AF-4DEC-A51D-D0F05033446A}" presName="level3hierChild" presStyleCnt="0"/>
      <dgm:spPr/>
    </dgm:pt>
    <dgm:pt modelId="{9A0A1CE3-38EB-4DEA-952D-832BD644975A}" type="pres">
      <dgm:prSet presAssocID="{F080E1D2-C873-4D41-A4F2-A99580D0E184}" presName="conn2-1" presStyleLbl="parChTrans1D3" presStyleIdx="1" presStyleCnt="3"/>
      <dgm:spPr/>
      <dgm:t>
        <a:bodyPr/>
        <a:lstStyle/>
        <a:p>
          <a:endParaRPr lang="en-GB"/>
        </a:p>
      </dgm:t>
    </dgm:pt>
    <dgm:pt modelId="{CCD506B1-C96B-4BA1-AE2A-A99EE8FD251B}" type="pres">
      <dgm:prSet presAssocID="{F080E1D2-C873-4D41-A4F2-A99580D0E184}" presName="connTx" presStyleLbl="parChTrans1D3" presStyleIdx="1" presStyleCnt="3"/>
      <dgm:spPr/>
      <dgm:t>
        <a:bodyPr/>
        <a:lstStyle/>
        <a:p>
          <a:endParaRPr lang="en-GB"/>
        </a:p>
      </dgm:t>
    </dgm:pt>
    <dgm:pt modelId="{51BFB73A-9923-440D-B0C1-4869022AD34F}" type="pres">
      <dgm:prSet presAssocID="{5D954901-0D87-4165-8AAD-E873B25F366F}" presName="root2" presStyleCnt="0"/>
      <dgm:spPr/>
    </dgm:pt>
    <dgm:pt modelId="{FADD82DD-9498-4EC4-A475-7AC04E91D83D}" type="pres">
      <dgm:prSet presAssocID="{5D954901-0D87-4165-8AAD-E873B25F366F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FC83658-0006-42C1-A34B-8D75D4613540}" type="pres">
      <dgm:prSet presAssocID="{5D954901-0D87-4165-8AAD-E873B25F366F}" presName="level3hierChild" presStyleCnt="0"/>
      <dgm:spPr/>
    </dgm:pt>
    <dgm:pt modelId="{4A79C173-2C1B-430A-A83E-83A3A06991B2}" type="pres">
      <dgm:prSet presAssocID="{C35D103B-4994-4B90-B53A-45163AA8219F}" presName="conn2-1" presStyleLbl="parChTrans1D3" presStyleIdx="2" presStyleCnt="3"/>
      <dgm:spPr/>
      <dgm:t>
        <a:bodyPr/>
        <a:lstStyle/>
        <a:p>
          <a:endParaRPr lang="en-GB"/>
        </a:p>
      </dgm:t>
    </dgm:pt>
    <dgm:pt modelId="{12EF06E9-13DB-4BB5-A3CD-2A48FDAE714F}" type="pres">
      <dgm:prSet presAssocID="{C35D103B-4994-4B90-B53A-45163AA8219F}" presName="connTx" presStyleLbl="parChTrans1D3" presStyleIdx="2" presStyleCnt="3"/>
      <dgm:spPr/>
      <dgm:t>
        <a:bodyPr/>
        <a:lstStyle/>
        <a:p>
          <a:endParaRPr lang="en-GB"/>
        </a:p>
      </dgm:t>
    </dgm:pt>
    <dgm:pt modelId="{45515F3B-480D-4577-8920-990A0D9E88AF}" type="pres">
      <dgm:prSet presAssocID="{41C5EB2D-ED23-4D5C-BAF8-17F4A4641E77}" presName="root2" presStyleCnt="0"/>
      <dgm:spPr/>
    </dgm:pt>
    <dgm:pt modelId="{C31AC739-1210-4417-BB75-E2158314C906}" type="pres">
      <dgm:prSet presAssocID="{41C5EB2D-ED23-4D5C-BAF8-17F4A4641E77}" presName="LevelTwoTextNode" presStyleLbl="node3" presStyleIdx="2" presStyleCnt="3" custLinFactNeighborX="647" custLinFactNeighborY="13103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AE85F0A-C610-493B-A1DA-D02AC81EE82C}" type="pres">
      <dgm:prSet presAssocID="{41C5EB2D-ED23-4D5C-BAF8-17F4A4641E77}" presName="level3hierChild" presStyleCnt="0"/>
      <dgm:spPr/>
    </dgm:pt>
    <dgm:pt modelId="{C0BC177B-54A9-4565-B7A0-62429ECEC75D}" type="pres">
      <dgm:prSet presAssocID="{0AAE9BAE-B238-42A3-BB1B-3A5DA28C1863}" presName="conn2-1" presStyleLbl="parChTrans1D4" presStyleIdx="0" presStyleCnt="4"/>
      <dgm:spPr/>
      <dgm:t>
        <a:bodyPr/>
        <a:lstStyle/>
        <a:p>
          <a:endParaRPr lang="en-GB"/>
        </a:p>
      </dgm:t>
    </dgm:pt>
    <dgm:pt modelId="{B3FEB096-C888-437A-B271-FA88F22F10D7}" type="pres">
      <dgm:prSet presAssocID="{0AAE9BAE-B238-42A3-BB1B-3A5DA28C1863}" presName="connTx" presStyleLbl="parChTrans1D4" presStyleIdx="0" presStyleCnt="4"/>
      <dgm:spPr/>
      <dgm:t>
        <a:bodyPr/>
        <a:lstStyle/>
        <a:p>
          <a:endParaRPr lang="en-GB"/>
        </a:p>
      </dgm:t>
    </dgm:pt>
    <dgm:pt modelId="{548C869B-0FCF-474B-A5D6-C95BF7988561}" type="pres">
      <dgm:prSet presAssocID="{FD5FE628-C43A-4FC1-A716-B43F98878443}" presName="root2" presStyleCnt="0"/>
      <dgm:spPr/>
    </dgm:pt>
    <dgm:pt modelId="{F26992B8-11CE-478B-812E-C97BA7B01473}" type="pres">
      <dgm:prSet presAssocID="{FD5FE628-C43A-4FC1-A716-B43F98878443}" presName="LevelTwoTextNode" presStyleLbl="node4" presStyleIdx="0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CEA9281-1C02-40D7-8501-47648A00CB95}" type="pres">
      <dgm:prSet presAssocID="{FD5FE628-C43A-4FC1-A716-B43F98878443}" presName="level3hierChild" presStyleCnt="0"/>
      <dgm:spPr/>
    </dgm:pt>
    <dgm:pt modelId="{D6840B5A-4E60-4A1A-951B-64029FC49E2A}" type="pres">
      <dgm:prSet presAssocID="{4F3EC86A-547D-43A6-8D8E-1B0023110331}" presName="conn2-1" presStyleLbl="parChTrans1D4" presStyleIdx="1" presStyleCnt="4"/>
      <dgm:spPr/>
      <dgm:t>
        <a:bodyPr/>
        <a:lstStyle/>
        <a:p>
          <a:endParaRPr lang="en-GB"/>
        </a:p>
      </dgm:t>
    </dgm:pt>
    <dgm:pt modelId="{5DEF434D-7619-4C11-BB2E-307ECE755C1C}" type="pres">
      <dgm:prSet presAssocID="{4F3EC86A-547D-43A6-8D8E-1B0023110331}" presName="connTx" presStyleLbl="parChTrans1D4" presStyleIdx="1" presStyleCnt="4"/>
      <dgm:spPr/>
      <dgm:t>
        <a:bodyPr/>
        <a:lstStyle/>
        <a:p>
          <a:endParaRPr lang="en-GB"/>
        </a:p>
      </dgm:t>
    </dgm:pt>
    <dgm:pt modelId="{C81C3120-40C4-462E-9F24-6791956E0ABF}" type="pres">
      <dgm:prSet presAssocID="{5705FE71-8C62-444F-8A77-8025DD2FD299}" presName="root2" presStyleCnt="0"/>
      <dgm:spPr/>
    </dgm:pt>
    <dgm:pt modelId="{C711683B-3C9D-4BB6-9E3F-0864D7A2A99A}" type="pres">
      <dgm:prSet presAssocID="{5705FE71-8C62-444F-8A77-8025DD2FD299}" presName="LevelTwoTextNode" presStyleLbl="node4" presStyleIdx="1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9070BB41-6B72-4733-BD9B-7170EB7FB303}" type="pres">
      <dgm:prSet presAssocID="{5705FE71-8C62-444F-8A77-8025DD2FD299}" presName="level3hierChild" presStyleCnt="0"/>
      <dgm:spPr/>
    </dgm:pt>
    <dgm:pt modelId="{1D6DB7A0-AE62-40C7-8DD4-85A364DE7604}" type="pres">
      <dgm:prSet presAssocID="{D26AD962-B7EE-4422-84D9-13177DFD98E3}" presName="conn2-1" presStyleLbl="parChTrans1D4" presStyleIdx="2" presStyleCnt="4"/>
      <dgm:spPr/>
      <dgm:t>
        <a:bodyPr/>
        <a:lstStyle/>
        <a:p>
          <a:endParaRPr lang="en-GB"/>
        </a:p>
      </dgm:t>
    </dgm:pt>
    <dgm:pt modelId="{CCF735FF-EFE2-47E7-8F39-6B89DFAD670F}" type="pres">
      <dgm:prSet presAssocID="{D26AD962-B7EE-4422-84D9-13177DFD98E3}" presName="connTx" presStyleLbl="parChTrans1D4" presStyleIdx="2" presStyleCnt="4"/>
      <dgm:spPr/>
      <dgm:t>
        <a:bodyPr/>
        <a:lstStyle/>
        <a:p>
          <a:endParaRPr lang="en-GB"/>
        </a:p>
      </dgm:t>
    </dgm:pt>
    <dgm:pt modelId="{C72B377C-F998-460D-83AD-627A53F4E3AC}" type="pres">
      <dgm:prSet presAssocID="{DF350F2B-66D6-463B-941A-7A49533CD936}" presName="root2" presStyleCnt="0"/>
      <dgm:spPr/>
    </dgm:pt>
    <dgm:pt modelId="{A7AB295C-4F58-4E2B-B721-C843B394F541}" type="pres">
      <dgm:prSet presAssocID="{DF350F2B-66D6-463B-941A-7A49533CD936}" presName="LevelTwoTextNode" presStyleLbl="node4" presStyleIdx="2" presStyleCnt="4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D89FCD2-EFB9-4003-989E-74FDCD2C7A57}" type="pres">
      <dgm:prSet presAssocID="{DF350F2B-66D6-463B-941A-7A49533CD936}" presName="level3hierChild" presStyleCnt="0"/>
      <dgm:spPr/>
    </dgm:pt>
    <dgm:pt modelId="{5D148C13-559C-4AE0-9DD5-B94AB3C9FF33}" type="pres">
      <dgm:prSet presAssocID="{98A757EB-E3C5-4C26-B183-DF519CAC147D}" presName="conn2-1" presStyleLbl="parChTrans1D4" presStyleIdx="3" presStyleCnt="4"/>
      <dgm:spPr/>
      <dgm:t>
        <a:bodyPr/>
        <a:lstStyle/>
        <a:p>
          <a:endParaRPr lang="en-GB"/>
        </a:p>
      </dgm:t>
    </dgm:pt>
    <dgm:pt modelId="{15DDB9F3-A8E0-4198-A08F-A1AF61552345}" type="pres">
      <dgm:prSet presAssocID="{98A757EB-E3C5-4C26-B183-DF519CAC147D}" presName="connTx" presStyleLbl="parChTrans1D4" presStyleIdx="3" presStyleCnt="4"/>
      <dgm:spPr/>
      <dgm:t>
        <a:bodyPr/>
        <a:lstStyle/>
        <a:p>
          <a:endParaRPr lang="en-GB"/>
        </a:p>
      </dgm:t>
    </dgm:pt>
    <dgm:pt modelId="{57F5D453-D889-4947-AF30-5DE15BB6A4AA}" type="pres">
      <dgm:prSet presAssocID="{0E69DC2C-2F9E-44E1-972B-876624B9E589}" presName="root2" presStyleCnt="0"/>
      <dgm:spPr/>
    </dgm:pt>
    <dgm:pt modelId="{1641773B-6F8D-4311-B65E-320C03ECAC81}" type="pres">
      <dgm:prSet presAssocID="{0E69DC2C-2F9E-44E1-972B-876624B9E589}" presName="LevelTwoTextNode" presStyleLbl="node4" presStyleIdx="3" presStyleCnt="4" custScaleY="20572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32916AD8-4D36-4CE4-A0DD-E40A03FC9143}" type="pres">
      <dgm:prSet presAssocID="{0E69DC2C-2F9E-44E1-972B-876624B9E589}" presName="level3hierChild" presStyleCnt="0"/>
      <dgm:spPr/>
    </dgm:pt>
  </dgm:ptLst>
  <dgm:cxnLst>
    <dgm:cxn modelId="{9C4BC351-1759-4F40-8E5C-0AB0A3482862}" type="presOf" srcId="{98A757EB-E3C5-4C26-B183-DF519CAC147D}" destId="{5D148C13-559C-4AE0-9DD5-B94AB3C9FF33}" srcOrd="0" destOrd="0" presId="urn:microsoft.com/office/officeart/2005/8/layout/hierarchy2"/>
    <dgm:cxn modelId="{D0597504-7A51-4892-BF65-FEA47701B009}" type="presOf" srcId="{4F3EC86A-547D-43A6-8D8E-1B0023110331}" destId="{D6840B5A-4E60-4A1A-951B-64029FC49E2A}" srcOrd="0" destOrd="0" presId="urn:microsoft.com/office/officeart/2005/8/layout/hierarchy2"/>
    <dgm:cxn modelId="{DD9136D0-DB30-4635-97A1-53580F3F9F61}" srcId="{923C1AB9-15A9-48D2-B4E3-F81255A53379}" destId="{C81E1B0A-77AF-4DEC-A51D-D0F05033446A}" srcOrd="0" destOrd="0" parTransId="{5D04E069-0D43-45B9-87FD-C5451E606FE4}" sibTransId="{2795DF54-B2DF-43A4-950C-16D8738D109F}"/>
    <dgm:cxn modelId="{5D6CD6CF-0BCE-4431-8430-81D1327EF7CB}" type="presOf" srcId="{DF350F2B-66D6-463B-941A-7A49533CD936}" destId="{A7AB295C-4F58-4E2B-B721-C843B394F541}" srcOrd="0" destOrd="0" presId="urn:microsoft.com/office/officeart/2005/8/layout/hierarchy2"/>
    <dgm:cxn modelId="{0B9F29D1-7D69-4C51-A6A2-EB8757160D32}" srcId="{41C5EB2D-ED23-4D5C-BAF8-17F4A4641E77}" destId="{FD5FE628-C43A-4FC1-A716-B43F98878443}" srcOrd="0" destOrd="0" parTransId="{0AAE9BAE-B238-42A3-BB1B-3A5DA28C1863}" sibTransId="{8D648DA6-D569-4BF9-931B-0F83A9FCB6D6}"/>
    <dgm:cxn modelId="{74EE1103-729F-46FB-A15C-EE3EF87541C9}" srcId="{FD5FE628-C43A-4FC1-A716-B43F98878443}" destId="{5705FE71-8C62-444F-8A77-8025DD2FD299}" srcOrd="0" destOrd="0" parTransId="{4F3EC86A-547D-43A6-8D8E-1B0023110331}" sibTransId="{0C566980-ABC1-42CC-B882-2A6D9A36F7F0}"/>
    <dgm:cxn modelId="{F9E87A3F-B807-454F-9CFB-A241C011DC5F}" type="presOf" srcId="{5D04E069-0D43-45B9-87FD-C5451E606FE4}" destId="{671E7168-142F-44F2-84AA-8A56FB55721E}" srcOrd="1" destOrd="0" presId="urn:microsoft.com/office/officeart/2005/8/layout/hierarchy2"/>
    <dgm:cxn modelId="{DD1D73AA-43F2-45A8-8207-723F85C87575}" type="presOf" srcId="{D26AD962-B7EE-4422-84D9-13177DFD98E3}" destId="{1D6DB7A0-AE62-40C7-8DD4-85A364DE7604}" srcOrd="0" destOrd="0" presId="urn:microsoft.com/office/officeart/2005/8/layout/hierarchy2"/>
    <dgm:cxn modelId="{6562D86E-A26E-4CF8-BA0D-22582029FB3F}" srcId="{DF350F2B-66D6-463B-941A-7A49533CD936}" destId="{0E69DC2C-2F9E-44E1-972B-876624B9E589}" srcOrd="0" destOrd="0" parTransId="{98A757EB-E3C5-4C26-B183-DF519CAC147D}" sibTransId="{076BBD92-1A70-4677-8DA3-39B6B582EE0F}"/>
    <dgm:cxn modelId="{D87BBBC8-B1DA-41E5-88E9-BDD0F55AE1DD}" srcId="{923C1AB9-15A9-48D2-B4E3-F81255A53379}" destId="{5D954901-0D87-4165-8AAD-E873B25F366F}" srcOrd="1" destOrd="0" parTransId="{F080E1D2-C873-4D41-A4F2-A99580D0E184}" sibTransId="{CBB07C99-936D-4E5F-840F-5CCE3CDFE284}"/>
    <dgm:cxn modelId="{76BD5DAD-F4DA-4B06-AD27-60361D09F1EA}" type="presOf" srcId="{F080E1D2-C873-4D41-A4F2-A99580D0E184}" destId="{9A0A1CE3-38EB-4DEA-952D-832BD644975A}" srcOrd="0" destOrd="0" presId="urn:microsoft.com/office/officeart/2005/8/layout/hierarchy2"/>
    <dgm:cxn modelId="{53E19417-83D4-41D1-BFCF-AC3155075289}" type="presOf" srcId="{98A757EB-E3C5-4C26-B183-DF519CAC147D}" destId="{15DDB9F3-A8E0-4198-A08F-A1AF61552345}" srcOrd="1" destOrd="0" presId="urn:microsoft.com/office/officeart/2005/8/layout/hierarchy2"/>
    <dgm:cxn modelId="{22A957AF-632A-4541-BEAF-E4EBE5147947}" type="presOf" srcId="{4F3EC86A-547D-43A6-8D8E-1B0023110331}" destId="{5DEF434D-7619-4C11-BB2E-307ECE755C1C}" srcOrd="1" destOrd="0" presId="urn:microsoft.com/office/officeart/2005/8/layout/hierarchy2"/>
    <dgm:cxn modelId="{CBABF2D9-E89A-4FBD-9432-0B0A538D8F5B}" srcId="{FD5FE628-C43A-4FC1-A716-B43F98878443}" destId="{DF350F2B-66D6-463B-941A-7A49533CD936}" srcOrd="1" destOrd="0" parTransId="{D26AD962-B7EE-4422-84D9-13177DFD98E3}" sibTransId="{8A9BD2A8-66A6-46DA-BB97-3086BA8EE6D2}"/>
    <dgm:cxn modelId="{52ED1AD4-DACD-4E3F-8F3D-6D6D743AFE35}" type="presOf" srcId="{5705FE71-8C62-444F-8A77-8025DD2FD299}" destId="{C711683B-3C9D-4BB6-9E3F-0864D7A2A99A}" srcOrd="0" destOrd="0" presId="urn:microsoft.com/office/officeart/2005/8/layout/hierarchy2"/>
    <dgm:cxn modelId="{E589F5A2-EC80-4F25-9071-CCCEE91709A1}" type="presOf" srcId="{C35D103B-4994-4B90-B53A-45163AA8219F}" destId="{12EF06E9-13DB-4BB5-A3CD-2A48FDAE714F}" srcOrd="1" destOrd="0" presId="urn:microsoft.com/office/officeart/2005/8/layout/hierarchy2"/>
    <dgm:cxn modelId="{542F3DE4-60F8-4009-B110-003C54AEBB1F}" type="presOf" srcId="{0AAE9BAE-B238-42A3-BB1B-3A5DA28C1863}" destId="{C0BC177B-54A9-4565-B7A0-62429ECEC75D}" srcOrd="0" destOrd="0" presId="urn:microsoft.com/office/officeart/2005/8/layout/hierarchy2"/>
    <dgm:cxn modelId="{01D3C7CC-3A4B-4AFF-962F-5A62D2AFABC7}" type="presOf" srcId="{C08481F8-1793-431B-8D55-2A79DEAB588B}" destId="{C96FD77E-CC30-4E68-A54B-174B00CD4789}" srcOrd="0" destOrd="0" presId="urn:microsoft.com/office/officeart/2005/8/layout/hierarchy2"/>
    <dgm:cxn modelId="{A8729CE2-A08A-4259-B3FF-A9894CFA165D}" type="presOf" srcId="{1734F8EF-B1B2-48F8-8DE1-C056FE748299}" destId="{F5D790FA-5777-479B-9883-7ADF8048325D}" srcOrd="0" destOrd="0" presId="urn:microsoft.com/office/officeart/2005/8/layout/hierarchy2"/>
    <dgm:cxn modelId="{AD8A43C4-AAFD-46DD-85C4-C7D3769A6663}" type="presOf" srcId="{C81E1B0A-77AF-4DEC-A51D-D0F05033446A}" destId="{B3F29D17-9DE0-47F2-A72A-AF1922CC2CB6}" srcOrd="0" destOrd="0" presId="urn:microsoft.com/office/officeart/2005/8/layout/hierarchy2"/>
    <dgm:cxn modelId="{15ED8D1D-6735-436B-9CE9-1CE9DCE09080}" type="presOf" srcId="{41C5EB2D-ED23-4D5C-BAF8-17F4A4641E77}" destId="{C31AC739-1210-4417-BB75-E2158314C906}" srcOrd="0" destOrd="0" presId="urn:microsoft.com/office/officeart/2005/8/layout/hierarchy2"/>
    <dgm:cxn modelId="{8F617ABD-DFB0-403F-91B7-744E10910229}" type="presOf" srcId="{8F4BAA04-D830-48D2-B399-2891DBEAE1C6}" destId="{4D3F8639-A9E2-46E7-B0BF-FDB4BB6BF12D}" srcOrd="0" destOrd="0" presId="urn:microsoft.com/office/officeart/2005/8/layout/hierarchy2"/>
    <dgm:cxn modelId="{B7ACCB65-6172-4E76-8B81-65402BC779C1}" type="presOf" srcId="{F080E1D2-C873-4D41-A4F2-A99580D0E184}" destId="{CCD506B1-C96B-4BA1-AE2A-A99EE8FD251B}" srcOrd="1" destOrd="0" presId="urn:microsoft.com/office/officeart/2005/8/layout/hierarchy2"/>
    <dgm:cxn modelId="{79BFC0A8-C7D8-4867-AE80-D6E5106B2DBA}" type="presOf" srcId="{0E69DC2C-2F9E-44E1-972B-876624B9E589}" destId="{1641773B-6F8D-4311-B65E-320C03ECAC81}" srcOrd="0" destOrd="0" presId="urn:microsoft.com/office/officeart/2005/8/layout/hierarchy2"/>
    <dgm:cxn modelId="{56C14A12-E430-40F6-A421-A956E047D6F3}" type="presOf" srcId="{5D954901-0D87-4165-8AAD-E873B25F366F}" destId="{FADD82DD-9498-4EC4-A475-7AC04E91D83D}" srcOrd="0" destOrd="0" presId="urn:microsoft.com/office/officeart/2005/8/layout/hierarchy2"/>
    <dgm:cxn modelId="{795D2567-BD72-4565-B5A9-80EF5052CB94}" type="presOf" srcId="{C08481F8-1793-431B-8D55-2A79DEAB588B}" destId="{BA5CC192-BE90-4261-90E6-A8FCFB37535A}" srcOrd="1" destOrd="0" presId="urn:microsoft.com/office/officeart/2005/8/layout/hierarchy2"/>
    <dgm:cxn modelId="{33A1AAAE-71C7-4878-9913-F54BACE6B3B5}" type="presOf" srcId="{0AAE9BAE-B238-42A3-BB1B-3A5DA28C1863}" destId="{B3FEB096-C888-437A-B271-FA88F22F10D7}" srcOrd="1" destOrd="0" presId="urn:microsoft.com/office/officeart/2005/8/layout/hierarchy2"/>
    <dgm:cxn modelId="{1914511B-3530-4559-AF14-81428A2BC587}" type="presOf" srcId="{923C1AB9-15A9-48D2-B4E3-F81255A53379}" destId="{F6D8196E-B790-476C-A3D5-B87147796006}" srcOrd="0" destOrd="0" presId="urn:microsoft.com/office/officeart/2005/8/layout/hierarchy2"/>
    <dgm:cxn modelId="{3485AFAA-CF86-4C20-965E-C8D3CAC95479}" type="presOf" srcId="{C35D103B-4994-4B90-B53A-45163AA8219F}" destId="{4A79C173-2C1B-430A-A83E-83A3A06991B2}" srcOrd="0" destOrd="0" presId="urn:microsoft.com/office/officeart/2005/8/layout/hierarchy2"/>
    <dgm:cxn modelId="{DC3B4FFE-4C38-4BF8-A605-56F1D7EF4BE6}" type="presOf" srcId="{FD5FE628-C43A-4FC1-A716-B43F98878443}" destId="{F26992B8-11CE-478B-812E-C97BA7B01473}" srcOrd="0" destOrd="0" presId="urn:microsoft.com/office/officeart/2005/8/layout/hierarchy2"/>
    <dgm:cxn modelId="{35BC91B7-93A9-460E-9AD5-5A2D438A9B12}" srcId="{923C1AB9-15A9-48D2-B4E3-F81255A53379}" destId="{41C5EB2D-ED23-4D5C-BAF8-17F4A4641E77}" srcOrd="2" destOrd="0" parTransId="{C35D103B-4994-4B90-B53A-45163AA8219F}" sibTransId="{D03EE1AB-F3F0-4D90-8B68-9D21AB5BCAC9}"/>
    <dgm:cxn modelId="{07F8AB8C-DCD7-49B9-8229-393116B76A11}" srcId="{1734F8EF-B1B2-48F8-8DE1-C056FE748299}" destId="{923C1AB9-15A9-48D2-B4E3-F81255A53379}" srcOrd="0" destOrd="0" parTransId="{C08481F8-1793-431B-8D55-2A79DEAB588B}" sibTransId="{7D175E6F-46F0-41FB-A26D-E681B2297CEE}"/>
    <dgm:cxn modelId="{3F047046-FF7D-4427-B9CF-57C7C048C967}" type="presOf" srcId="{5D04E069-0D43-45B9-87FD-C5451E606FE4}" destId="{49471711-0332-47E5-8E68-3371085700AF}" srcOrd="0" destOrd="0" presId="urn:microsoft.com/office/officeart/2005/8/layout/hierarchy2"/>
    <dgm:cxn modelId="{EECE7446-0891-4DE0-87A0-1449C5797C34}" srcId="{8F4BAA04-D830-48D2-B399-2891DBEAE1C6}" destId="{1734F8EF-B1B2-48F8-8DE1-C056FE748299}" srcOrd="0" destOrd="0" parTransId="{4B803EE2-752A-43C8-B26B-F6759DB51BB6}" sibTransId="{D980C11A-833C-44A8-81CE-98248C8BCACE}"/>
    <dgm:cxn modelId="{4C63CD3C-97D4-476D-8178-8045861AC1FA}" type="presOf" srcId="{D26AD962-B7EE-4422-84D9-13177DFD98E3}" destId="{CCF735FF-EFE2-47E7-8F39-6B89DFAD670F}" srcOrd="1" destOrd="0" presId="urn:microsoft.com/office/officeart/2005/8/layout/hierarchy2"/>
    <dgm:cxn modelId="{5130AFB4-0A81-4459-B67C-7634401233C7}" type="presParOf" srcId="{4D3F8639-A9E2-46E7-B0BF-FDB4BB6BF12D}" destId="{60D0F948-A0CD-4C70-A37D-1EFCDCE524DD}" srcOrd="0" destOrd="0" presId="urn:microsoft.com/office/officeart/2005/8/layout/hierarchy2"/>
    <dgm:cxn modelId="{1F8EC919-2A55-46FF-9506-3F13FCF7A7C9}" type="presParOf" srcId="{60D0F948-A0CD-4C70-A37D-1EFCDCE524DD}" destId="{F5D790FA-5777-479B-9883-7ADF8048325D}" srcOrd="0" destOrd="0" presId="urn:microsoft.com/office/officeart/2005/8/layout/hierarchy2"/>
    <dgm:cxn modelId="{B7CC1991-37ED-4139-88EA-3BF666A14806}" type="presParOf" srcId="{60D0F948-A0CD-4C70-A37D-1EFCDCE524DD}" destId="{600E8E4E-8F45-4A4F-8DA5-F038FD784CB5}" srcOrd="1" destOrd="0" presId="urn:microsoft.com/office/officeart/2005/8/layout/hierarchy2"/>
    <dgm:cxn modelId="{98D19E37-5B0E-4326-8047-63E12FCF9672}" type="presParOf" srcId="{600E8E4E-8F45-4A4F-8DA5-F038FD784CB5}" destId="{C96FD77E-CC30-4E68-A54B-174B00CD4789}" srcOrd="0" destOrd="0" presId="urn:microsoft.com/office/officeart/2005/8/layout/hierarchy2"/>
    <dgm:cxn modelId="{65345E6A-C2D8-4905-B6D6-B0AA5216EC46}" type="presParOf" srcId="{C96FD77E-CC30-4E68-A54B-174B00CD4789}" destId="{BA5CC192-BE90-4261-90E6-A8FCFB37535A}" srcOrd="0" destOrd="0" presId="urn:microsoft.com/office/officeart/2005/8/layout/hierarchy2"/>
    <dgm:cxn modelId="{867B3E10-6BA1-4E5C-82E1-DED2FF96B2DB}" type="presParOf" srcId="{600E8E4E-8F45-4A4F-8DA5-F038FD784CB5}" destId="{341F431B-D4F3-4AD3-9F02-7F9184A5E5F8}" srcOrd="1" destOrd="0" presId="urn:microsoft.com/office/officeart/2005/8/layout/hierarchy2"/>
    <dgm:cxn modelId="{03081C22-2AE5-4FC8-95DD-435713ACF5E6}" type="presParOf" srcId="{341F431B-D4F3-4AD3-9F02-7F9184A5E5F8}" destId="{F6D8196E-B790-476C-A3D5-B87147796006}" srcOrd="0" destOrd="0" presId="urn:microsoft.com/office/officeart/2005/8/layout/hierarchy2"/>
    <dgm:cxn modelId="{A0636CED-9057-4210-AF9B-54B4C3DE3A6B}" type="presParOf" srcId="{341F431B-D4F3-4AD3-9F02-7F9184A5E5F8}" destId="{A5C0668C-FFAA-4081-B005-32CDABDD7299}" srcOrd="1" destOrd="0" presId="urn:microsoft.com/office/officeart/2005/8/layout/hierarchy2"/>
    <dgm:cxn modelId="{8A936AFC-9025-4BC2-9745-D1B0A44CB1BE}" type="presParOf" srcId="{A5C0668C-FFAA-4081-B005-32CDABDD7299}" destId="{49471711-0332-47E5-8E68-3371085700AF}" srcOrd="0" destOrd="0" presId="urn:microsoft.com/office/officeart/2005/8/layout/hierarchy2"/>
    <dgm:cxn modelId="{3C3D02CD-24D9-46BD-BD4B-C0140C459E00}" type="presParOf" srcId="{49471711-0332-47E5-8E68-3371085700AF}" destId="{671E7168-142F-44F2-84AA-8A56FB55721E}" srcOrd="0" destOrd="0" presId="urn:microsoft.com/office/officeart/2005/8/layout/hierarchy2"/>
    <dgm:cxn modelId="{A8C6B245-8D40-46EA-A250-81324ED7B963}" type="presParOf" srcId="{A5C0668C-FFAA-4081-B005-32CDABDD7299}" destId="{8DA0283E-53AB-4607-B886-F27554D9FEAD}" srcOrd="1" destOrd="0" presId="urn:microsoft.com/office/officeart/2005/8/layout/hierarchy2"/>
    <dgm:cxn modelId="{DCAE9868-726B-42DC-AE52-6F8A1C2D8DCB}" type="presParOf" srcId="{8DA0283E-53AB-4607-B886-F27554D9FEAD}" destId="{B3F29D17-9DE0-47F2-A72A-AF1922CC2CB6}" srcOrd="0" destOrd="0" presId="urn:microsoft.com/office/officeart/2005/8/layout/hierarchy2"/>
    <dgm:cxn modelId="{358E2B10-B710-454A-97B4-32F8D54DBC01}" type="presParOf" srcId="{8DA0283E-53AB-4607-B886-F27554D9FEAD}" destId="{AEDF66E1-56CB-453E-A352-76D21C9DC146}" srcOrd="1" destOrd="0" presId="urn:microsoft.com/office/officeart/2005/8/layout/hierarchy2"/>
    <dgm:cxn modelId="{997B6DB6-B1B0-48CA-B809-BE27854F41CD}" type="presParOf" srcId="{A5C0668C-FFAA-4081-B005-32CDABDD7299}" destId="{9A0A1CE3-38EB-4DEA-952D-832BD644975A}" srcOrd="2" destOrd="0" presId="urn:microsoft.com/office/officeart/2005/8/layout/hierarchy2"/>
    <dgm:cxn modelId="{4B98342C-75BD-47FC-9686-C329723229C7}" type="presParOf" srcId="{9A0A1CE3-38EB-4DEA-952D-832BD644975A}" destId="{CCD506B1-C96B-4BA1-AE2A-A99EE8FD251B}" srcOrd="0" destOrd="0" presId="urn:microsoft.com/office/officeart/2005/8/layout/hierarchy2"/>
    <dgm:cxn modelId="{F2244659-39E5-415B-B432-9BB9C1098ED4}" type="presParOf" srcId="{A5C0668C-FFAA-4081-B005-32CDABDD7299}" destId="{51BFB73A-9923-440D-B0C1-4869022AD34F}" srcOrd="3" destOrd="0" presId="urn:microsoft.com/office/officeart/2005/8/layout/hierarchy2"/>
    <dgm:cxn modelId="{97A7AA7E-4E6A-4217-90A4-79E12CE4D874}" type="presParOf" srcId="{51BFB73A-9923-440D-B0C1-4869022AD34F}" destId="{FADD82DD-9498-4EC4-A475-7AC04E91D83D}" srcOrd="0" destOrd="0" presId="urn:microsoft.com/office/officeart/2005/8/layout/hierarchy2"/>
    <dgm:cxn modelId="{D6953307-6426-4F5E-96E1-94DF9876A1DD}" type="presParOf" srcId="{51BFB73A-9923-440D-B0C1-4869022AD34F}" destId="{BFC83658-0006-42C1-A34B-8D75D4613540}" srcOrd="1" destOrd="0" presId="urn:microsoft.com/office/officeart/2005/8/layout/hierarchy2"/>
    <dgm:cxn modelId="{4C7B7BE5-E6FD-4F2B-B5F3-573DECC102BC}" type="presParOf" srcId="{A5C0668C-FFAA-4081-B005-32CDABDD7299}" destId="{4A79C173-2C1B-430A-A83E-83A3A06991B2}" srcOrd="4" destOrd="0" presId="urn:microsoft.com/office/officeart/2005/8/layout/hierarchy2"/>
    <dgm:cxn modelId="{BDDA5607-0EFA-4212-AA1F-84239E6B1A1F}" type="presParOf" srcId="{4A79C173-2C1B-430A-A83E-83A3A06991B2}" destId="{12EF06E9-13DB-4BB5-A3CD-2A48FDAE714F}" srcOrd="0" destOrd="0" presId="urn:microsoft.com/office/officeart/2005/8/layout/hierarchy2"/>
    <dgm:cxn modelId="{DC66C150-AC87-471E-8F7B-DA4408DF14C0}" type="presParOf" srcId="{A5C0668C-FFAA-4081-B005-32CDABDD7299}" destId="{45515F3B-480D-4577-8920-990A0D9E88AF}" srcOrd="5" destOrd="0" presId="urn:microsoft.com/office/officeart/2005/8/layout/hierarchy2"/>
    <dgm:cxn modelId="{447E700C-9F3B-40D8-951C-D90C8F016643}" type="presParOf" srcId="{45515F3B-480D-4577-8920-990A0D9E88AF}" destId="{C31AC739-1210-4417-BB75-E2158314C906}" srcOrd="0" destOrd="0" presId="urn:microsoft.com/office/officeart/2005/8/layout/hierarchy2"/>
    <dgm:cxn modelId="{5C25DC9E-9F15-4E50-A137-E4F8BBABA7E9}" type="presParOf" srcId="{45515F3B-480D-4577-8920-990A0D9E88AF}" destId="{0AE85F0A-C610-493B-A1DA-D02AC81EE82C}" srcOrd="1" destOrd="0" presId="urn:microsoft.com/office/officeart/2005/8/layout/hierarchy2"/>
    <dgm:cxn modelId="{B4CA8421-C71C-49DC-AA81-5048BC65417C}" type="presParOf" srcId="{0AE85F0A-C610-493B-A1DA-D02AC81EE82C}" destId="{C0BC177B-54A9-4565-B7A0-62429ECEC75D}" srcOrd="0" destOrd="0" presId="urn:microsoft.com/office/officeart/2005/8/layout/hierarchy2"/>
    <dgm:cxn modelId="{9EC1E0A2-6F81-4D5F-95EB-F20FFE2807AC}" type="presParOf" srcId="{C0BC177B-54A9-4565-B7A0-62429ECEC75D}" destId="{B3FEB096-C888-437A-B271-FA88F22F10D7}" srcOrd="0" destOrd="0" presId="urn:microsoft.com/office/officeart/2005/8/layout/hierarchy2"/>
    <dgm:cxn modelId="{978BAA5C-A760-4FDB-90EA-CBBE0FC1A589}" type="presParOf" srcId="{0AE85F0A-C610-493B-A1DA-D02AC81EE82C}" destId="{548C869B-0FCF-474B-A5D6-C95BF7988561}" srcOrd="1" destOrd="0" presId="urn:microsoft.com/office/officeart/2005/8/layout/hierarchy2"/>
    <dgm:cxn modelId="{7B2BF091-9026-45EF-A870-359321763FA8}" type="presParOf" srcId="{548C869B-0FCF-474B-A5D6-C95BF7988561}" destId="{F26992B8-11CE-478B-812E-C97BA7B01473}" srcOrd="0" destOrd="0" presId="urn:microsoft.com/office/officeart/2005/8/layout/hierarchy2"/>
    <dgm:cxn modelId="{A8E58222-C424-4A58-85C3-4CE11C372C68}" type="presParOf" srcId="{548C869B-0FCF-474B-A5D6-C95BF7988561}" destId="{9CEA9281-1C02-40D7-8501-47648A00CB95}" srcOrd="1" destOrd="0" presId="urn:microsoft.com/office/officeart/2005/8/layout/hierarchy2"/>
    <dgm:cxn modelId="{57D073DC-1515-47FE-9FCC-D1A45BE991D4}" type="presParOf" srcId="{9CEA9281-1C02-40D7-8501-47648A00CB95}" destId="{D6840B5A-4E60-4A1A-951B-64029FC49E2A}" srcOrd="0" destOrd="0" presId="urn:microsoft.com/office/officeart/2005/8/layout/hierarchy2"/>
    <dgm:cxn modelId="{70A33C29-2129-498B-9865-D4739C39BC7A}" type="presParOf" srcId="{D6840B5A-4E60-4A1A-951B-64029FC49E2A}" destId="{5DEF434D-7619-4C11-BB2E-307ECE755C1C}" srcOrd="0" destOrd="0" presId="urn:microsoft.com/office/officeart/2005/8/layout/hierarchy2"/>
    <dgm:cxn modelId="{4F0E4C4B-B783-4725-AC87-D97847287DE4}" type="presParOf" srcId="{9CEA9281-1C02-40D7-8501-47648A00CB95}" destId="{C81C3120-40C4-462E-9F24-6791956E0ABF}" srcOrd="1" destOrd="0" presId="urn:microsoft.com/office/officeart/2005/8/layout/hierarchy2"/>
    <dgm:cxn modelId="{94292560-208C-4BDA-8FD3-84887BF3F1BC}" type="presParOf" srcId="{C81C3120-40C4-462E-9F24-6791956E0ABF}" destId="{C711683B-3C9D-4BB6-9E3F-0864D7A2A99A}" srcOrd="0" destOrd="0" presId="urn:microsoft.com/office/officeart/2005/8/layout/hierarchy2"/>
    <dgm:cxn modelId="{82A1C020-E607-4795-94C5-C2AA455500E5}" type="presParOf" srcId="{C81C3120-40C4-462E-9F24-6791956E0ABF}" destId="{9070BB41-6B72-4733-BD9B-7170EB7FB303}" srcOrd="1" destOrd="0" presId="urn:microsoft.com/office/officeart/2005/8/layout/hierarchy2"/>
    <dgm:cxn modelId="{6F2D3AF8-5528-4A68-96C9-5582AA4D4F3C}" type="presParOf" srcId="{9CEA9281-1C02-40D7-8501-47648A00CB95}" destId="{1D6DB7A0-AE62-40C7-8DD4-85A364DE7604}" srcOrd="2" destOrd="0" presId="urn:microsoft.com/office/officeart/2005/8/layout/hierarchy2"/>
    <dgm:cxn modelId="{080A3A9F-D0DC-49DA-A615-FDF9F1AB1CD0}" type="presParOf" srcId="{1D6DB7A0-AE62-40C7-8DD4-85A364DE7604}" destId="{CCF735FF-EFE2-47E7-8F39-6B89DFAD670F}" srcOrd="0" destOrd="0" presId="urn:microsoft.com/office/officeart/2005/8/layout/hierarchy2"/>
    <dgm:cxn modelId="{A27871A9-B1E5-4351-9B7D-397BDFD4BDC5}" type="presParOf" srcId="{9CEA9281-1C02-40D7-8501-47648A00CB95}" destId="{C72B377C-F998-460D-83AD-627A53F4E3AC}" srcOrd="3" destOrd="0" presId="urn:microsoft.com/office/officeart/2005/8/layout/hierarchy2"/>
    <dgm:cxn modelId="{D56952DE-5DF8-4CDB-829C-52706610DFEC}" type="presParOf" srcId="{C72B377C-F998-460D-83AD-627A53F4E3AC}" destId="{A7AB295C-4F58-4E2B-B721-C843B394F541}" srcOrd="0" destOrd="0" presId="urn:microsoft.com/office/officeart/2005/8/layout/hierarchy2"/>
    <dgm:cxn modelId="{6D19DB6F-1EA8-4BC4-8C87-8CA3B7491F6A}" type="presParOf" srcId="{C72B377C-F998-460D-83AD-627A53F4E3AC}" destId="{AD89FCD2-EFB9-4003-989E-74FDCD2C7A57}" srcOrd="1" destOrd="0" presId="urn:microsoft.com/office/officeart/2005/8/layout/hierarchy2"/>
    <dgm:cxn modelId="{080138B4-B080-4931-AA5C-141090989FC7}" type="presParOf" srcId="{AD89FCD2-EFB9-4003-989E-74FDCD2C7A57}" destId="{5D148C13-559C-4AE0-9DD5-B94AB3C9FF33}" srcOrd="0" destOrd="0" presId="urn:microsoft.com/office/officeart/2005/8/layout/hierarchy2"/>
    <dgm:cxn modelId="{8F6D753C-31A4-49FC-B026-4245B7391C7E}" type="presParOf" srcId="{5D148C13-559C-4AE0-9DD5-B94AB3C9FF33}" destId="{15DDB9F3-A8E0-4198-A08F-A1AF61552345}" srcOrd="0" destOrd="0" presId="urn:microsoft.com/office/officeart/2005/8/layout/hierarchy2"/>
    <dgm:cxn modelId="{73FBF675-54D3-489F-ACE0-B23BF8811713}" type="presParOf" srcId="{AD89FCD2-EFB9-4003-989E-74FDCD2C7A57}" destId="{57F5D453-D889-4947-AF30-5DE15BB6A4AA}" srcOrd="1" destOrd="0" presId="urn:microsoft.com/office/officeart/2005/8/layout/hierarchy2"/>
    <dgm:cxn modelId="{30718AAE-0CBE-4FAA-BD16-495D9A600AC4}" type="presParOf" srcId="{57F5D453-D889-4947-AF30-5DE15BB6A4AA}" destId="{1641773B-6F8D-4311-B65E-320C03ECAC81}" srcOrd="0" destOrd="0" presId="urn:microsoft.com/office/officeart/2005/8/layout/hierarchy2"/>
    <dgm:cxn modelId="{3DD207CC-958B-46B4-BE81-04C58EB715E2}" type="presParOf" srcId="{57F5D453-D889-4947-AF30-5DE15BB6A4AA}" destId="{32916AD8-4D36-4CE4-A0DD-E40A03FC914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4BAA04-D830-48D2-B399-2891DBEAE1C6}" type="doc">
      <dgm:prSet loTypeId="urn:microsoft.com/office/officeart/2005/8/layout/hierarchy2" loCatId="hierarchy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1734F8EF-B1B2-48F8-8DE1-C056FE748299}">
      <dgm:prSet phldrT="[Text]"/>
      <dgm:spPr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Recover Filter</a:t>
          </a:r>
          <a:endParaRPr lang="en-GB" dirty="0"/>
        </a:p>
      </dgm:t>
    </dgm:pt>
    <dgm:pt modelId="{4B803EE2-752A-43C8-B26B-F6759DB51BB6}" type="parTrans" cxnId="{EECE7446-0891-4DE0-87A0-1449C5797C34}">
      <dgm:prSet/>
      <dgm:spPr/>
      <dgm:t>
        <a:bodyPr/>
        <a:lstStyle/>
        <a:p>
          <a:endParaRPr lang="en-GB"/>
        </a:p>
      </dgm:t>
    </dgm:pt>
    <dgm:pt modelId="{D980C11A-833C-44A8-81CE-98248C8BCACE}" type="sibTrans" cxnId="{EECE7446-0891-4DE0-87A0-1449C5797C34}">
      <dgm:prSet/>
      <dgm:spPr/>
      <dgm:t>
        <a:bodyPr/>
        <a:lstStyle/>
        <a:p>
          <a:endParaRPr lang="en-GB"/>
        </a:p>
      </dgm:t>
    </dgm:pt>
    <dgm:pt modelId="{923C1AB9-15A9-48D2-B4E3-F81255A53379}">
      <dgm:prSet phldrT="[Text]"/>
      <dgm:spPr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Rinse all upstream components of filter with water x 2 and Acetone x 1 </a:t>
          </a:r>
          <a:endParaRPr lang="en-GB" dirty="0"/>
        </a:p>
      </dgm:t>
    </dgm:pt>
    <dgm:pt modelId="{C08481F8-1793-431B-8D55-2A79DEAB588B}" type="parTrans" cxnId="{07F8AB8C-DCD7-49B9-8229-393116B76A11}">
      <dgm:prSet/>
      <dgm:spPr/>
      <dgm:t>
        <a:bodyPr/>
        <a:lstStyle/>
        <a:p>
          <a:endParaRPr lang="en-GB"/>
        </a:p>
      </dgm:t>
    </dgm:pt>
    <dgm:pt modelId="{7D175E6F-46F0-41FB-A26D-E681B2297CEE}" type="sibTrans" cxnId="{07F8AB8C-DCD7-49B9-8229-393116B76A11}">
      <dgm:prSet/>
      <dgm:spPr/>
      <dgm:t>
        <a:bodyPr/>
        <a:lstStyle/>
        <a:p>
          <a:endParaRPr lang="en-GB"/>
        </a:p>
      </dgm:t>
    </dgm:pt>
    <dgm:pt modelId="{C81E1B0A-77AF-4DEC-A51D-D0F05033446A}">
      <dgm:prSet phldrT="[Text]"/>
      <dgm:sp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Dry Filter at 160</a:t>
          </a:r>
          <a:r>
            <a:rPr lang="en-GB" baseline="30000" dirty="0" smtClean="0"/>
            <a:t>o</a:t>
          </a:r>
          <a:r>
            <a:rPr lang="en-GB" dirty="0" smtClean="0"/>
            <a:t>C minimum of 1 hrs</a:t>
          </a:r>
          <a:endParaRPr lang="en-GB" dirty="0"/>
        </a:p>
      </dgm:t>
    </dgm:pt>
    <dgm:pt modelId="{5D04E069-0D43-45B9-87FD-C5451E606FE4}" type="parTrans" cxnId="{DD9136D0-DB30-4635-97A1-53580F3F9F61}">
      <dgm:prSet/>
      <dgm:spPr/>
      <dgm:t>
        <a:bodyPr/>
        <a:lstStyle/>
        <a:p>
          <a:endParaRPr lang="en-GB"/>
        </a:p>
      </dgm:t>
    </dgm:pt>
    <dgm:pt modelId="{2795DF54-B2DF-43A4-950C-16D8738D109F}" type="sibTrans" cxnId="{DD9136D0-DB30-4635-97A1-53580F3F9F61}">
      <dgm:prSet/>
      <dgm:spPr/>
      <dgm:t>
        <a:bodyPr/>
        <a:lstStyle/>
        <a:p>
          <a:endParaRPr lang="en-GB"/>
        </a:p>
      </dgm:t>
    </dgm:pt>
    <dgm:pt modelId="{5D954901-0D87-4165-8AAD-E873B25F366F}">
      <dgm:prSet phldrT="[Text]"/>
      <dgm:spPr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Evaporate Washings and dry in oven </a:t>
          </a:r>
          <a:r>
            <a:rPr lang="en-GB" smtClean="0"/>
            <a:t>at 160</a:t>
          </a:r>
          <a:r>
            <a:rPr lang="en-GB" baseline="30000" smtClean="0"/>
            <a:t>o</a:t>
          </a:r>
          <a:r>
            <a:rPr lang="en-GB" smtClean="0"/>
            <a:t>C</a:t>
          </a:r>
          <a:endParaRPr lang="en-GB" dirty="0"/>
        </a:p>
      </dgm:t>
    </dgm:pt>
    <dgm:pt modelId="{F080E1D2-C873-4D41-A4F2-A99580D0E184}" type="parTrans" cxnId="{D87BBBC8-B1DA-41E5-88E9-BDD0F55AE1DD}">
      <dgm:prSet/>
      <dgm:spPr/>
      <dgm:t>
        <a:bodyPr/>
        <a:lstStyle/>
        <a:p>
          <a:endParaRPr lang="en-GB"/>
        </a:p>
      </dgm:t>
    </dgm:pt>
    <dgm:pt modelId="{CBB07C99-936D-4E5F-840F-5CCE3CDFE284}" type="sibTrans" cxnId="{D87BBBC8-B1DA-41E5-88E9-BDD0F55AE1DD}">
      <dgm:prSet/>
      <dgm:spPr/>
      <dgm:t>
        <a:bodyPr/>
        <a:lstStyle/>
        <a:p>
          <a:endParaRPr lang="en-GB"/>
        </a:p>
      </dgm:t>
    </dgm:pt>
    <dgm:pt modelId="{4404A170-5C4C-4720-B28F-D5F18FDAF8B8}">
      <dgm:prSet/>
      <dgm:spPr/>
      <dgm:t>
        <a:bodyPr/>
        <a:lstStyle/>
        <a:p>
          <a:r>
            <a:rPr lang="en-GB" dirty="0" smtClean="0"/>
            <a:t>Weigh Filters </a:t>
          </a:r>
          <a:endParaRPr lang="en-GB" dirty="0"/>
        </a:p>
      </dgm:t>
    </dgm:pt>
    <dgm:pt modelId="{9CC6F58F-8F37-4503-B2DC-11DEEF839535}" type="parTrans" cxnId="{8D82B006-D213-4C4B-9A06-768ED64EE2ED}">
      <dgm:prSet/>
      <dgm:spPr/>
      <dgm:t>
        <a:bodyPr/>
        <a:lstStyle/>
        <a:p>
          <a:endParaRPr lang="en-GB"/>
        </a:p>
      </dgm:t>
    </dgm:pt>
    <dgm:pt modelId="{FA2B568F-2EC2-49A5-A961-CD854B7849FD}" type="sibTrans" cxnId="{8D82B006-D213-4C4B-9A06-768ED64EE2ED}">
      <dgm:prSet/>
      <dgm:spPr/>
      <dgm:t>
        <a:bodyPr/>
        <a:lstStyle/>
        <a:p>
          <a:endParaRPr lang="en-GB"/>
        </a:p>
      </dgm:t>
    </dgm:pt>
    <dgm:pt modelId="{C4175FA7-4AC0-43DE-AD2D-262EC29853CB}">
      <dgm:prSet/>
      <dgm:spPr>
        <a:gradFill rotWithShape="0">
          <a:gsLst>
            <a:gs pos="0">
              <a:srgbClr val="CCCCFF"/>
            </a:gs>
            <a:gs pos="17999">
              <a:srgbClr val="99CCFF"/>
            </a:gs>
            <a:gs pos="36000">
              <a:srgbClr val="9966FF"/>
            </a:gs>
            <a:gs pos="61000">
              <a:srgbClr val="CC99FF"/>
            </a:gs>
            <a:gs pos="82001">
              <a:srgbClr val="99CCFF"/>
            </a:gs>
            <a:gs pos="100000">
              <a:srgbClr val="CCCCFF"/>
            </a:gs>
          </a:gsLst>
          <a:lin ang="16200000" scaled="0"/>
        </a:gradFill>
      </dgm:spPr>
      <dgm:t>
        <a:bodyPr/>
        <a:lstStyle/>
        <a:p>
          <a:r>
            <a:rPr lang="en-GB" dirty="0" smtClean="0"/>
            <a:t>Calculate Particulate Level and Correct to appropriate reference Oxygen level for the period of test</a:t>
          </a:r>
          <a:endParaRPr lang="en-GB" dirty="0"/>
        </a:p>
      </dgm:t>
    </dgm:pt>
    <dgm:pt modelId="{159B6A68-E31A-4CF5-8F8D-068619D1E6CA}" type="parTrans" cxnId="{964EF394-C752-4B3E-B409-E078646C81EA}">
      <dgm:prSet/>
      <dgm:spPr/>
      <dgm:t>
        <a:bodyPr/>
        <a:lstStyle/>
        <a:p>
          <a:endParaRPr lang="en-GB"/>
        </a:p>
      </dgm:t>
    </dgm:pt>
    <dgm:pt modelId="{A0FB530C-1077-4747-95AF-5AAC981FEF9D}" type="sibTrans" cxnId="{964EF394-C752-4B3E-B409-E078646C81EA}">
      <dgm:prSet/>
      <dgm:spPr/>
      <dgm:t>
        <a:bodyPr/>
        <a:lstStyle/>
        <a:p>
          <a:endParaRPr lang="en-GB"/>
        </a:p>
      </dgm:t>
    </dgm:pt>
    <dgm:pt modelId="{4D3F8639-A9E2-46E7-B0BF-FDB4BB6BF12D}" type="pres">
      <dgm:prSet presAssocID="{8F4BAA04-D830-48D2-B399-2891DBEAE1C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60D0F948-A0CD-4C70-A37D-1EFCDCE524DD}" type="pres">
      <dgm:prSet presAssocID="{1734F8EF-B1B2-48F8-8DE1-C056FE748299}" presName="root1" presStyleCnt="0"/>
      <dgm:spPr/>
    </dgm:pt>
    <dgm:pt modelId="{F5D790FA-5777-479B-9883-7ADF8048325D}" type="pres">
      <dgm:prSet presAssocID="{1734F8EF-B1B2-48F8-8DE1-C056FE748299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600E8E4E-8F45-4A4F-8DA5-F038FD784CB5}" type="pres">
      <dgm:prSet presAssocID="{1734F8EF-B1B2-48F8-8DE1-C056FE748299}" presName="level2hierChild" presStyleCnt="0"/>
      <dgm:spPr/>
    </dgm:pt>
    <dgm:pt modelId="{C96FD77E-CC30-4E68-A54B-174B00CD4789}" type="pres">
      <dgm:prSet presAssocID="{C08481F8-1793-431B-8D55-2A79DEAB588B}" presName="conn2-1" presStyleLbl="parChTrans1D2" presStyleIdx="0" presStyleCnt="1"/>
      <dgm:spPr/>
      <dgm:t>
        <a:bodyPr/>
        <a:lstStyle/>
        <a:p>
          <a:endParaRPr lang="en-GB"/>
        </a:p>
      </dgm:t>
    </dgm:pt>
    <dgm:pt modelId="{BA5CC192-BE90-4261-90E6-A8FCFB37535A}" type="pres">
      <dgm:prSet presAssocID="{C08481F8-1793-431B-8D55-2A79DEAB588B}" presName="connTx" presStyleLbl="parChTrans1D2" presStyleIdx="0" presStyleCnt="1"/>
      <dgm:spPr/>
      <dgm:t>
        <a:bodyPr/>
        <a:lstStyle/>
        <a:p>
          <a:endParaRPr lang="en-GB"/>
        </a:p>
      </dgm:t>
    </dgm:pt>
    <dgm:pt modelId="{341F431B-D4F3-4AD3-9F02-7F9184A5E5F8}" type="pres">
      <dgm:prSet presAssocID="{923C1AB9-15A9-48D2-B4E3-F81255A53379}" presName="root2" presStyleCnt="0"/>
      <dgm:spPr/>
    </dgm:pt>
    <dgm:pt modelId="{F6D8196E-B790-476C-A3D5-B87147796006}" type="pres">
      <dgm:prSet presAssocID="{923C1AB9-15A9-48D2-B4E3-F81255A53379}" presName="LevelTwoTextNode" presStyleLbl="node2" presStyleIdx="0" presStyleCnt="1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5C0668C-FFAA-4081-B005-32CDABDD7299}" type="pres">
      <dgm:prSet presAssocID="{923C1AB9-15A9-48D2-B4E3-F81255A53379}" presName="level3hierChild" presStyleCnt="0"/>
      <dgm:spPr/>
    </dgm:pt>
    <dgm:pt modelId="{49471711-0332-47E5-8E68-3371085700AF}" type="pres">
      <dgm:prSet presAssocID="{5D04E069-0D43-45B9-87FD-C5451E606FE4}" presName="conn2-1" presStyleLbl="parChTrans1D3" presStyleIdx="0" presStyleCnt="2"/>
      <dgm:spPr/>
      <dgm:t>
        <a:bodyPr/>
        <a:lstStyle/>
        <a:p>
          <a:endParaRPr lang="en-GB"/>
        </a:p>
      </dgm:t>
    </dgm:pt>
    <dgm:pt modelId="{671E7168-142F-44F2-84AA-8A56FB55721E}" type="pres">
      <dgm:prSet presAssocID="{5D04E069-0D43-45B9-87FD-C5451E606FE4}" presName="connTx" presStyleLbl="parChTrans1D3" presStyleIdx="0" presStyleCnt="2"/>
      <dgm:spPr/>
      <dgm:t>
        <a:bodyPr/>
        <a:lstStyle/>
        <a:p>
          <a:endParaRPr lang="en-GB"/>
        </a:p>
      </dgm:t>
    </dgm:pt>
    <dgm:pt modelId="{8DA0283E-53AB-4607-B886-F27554D9FEAD}" type="pres">
      <dgm:prSet presAssocID="{C81E1B0A-77AF-4DEC-A51D-D0F05033446A}" presName="root2" presStyleCnt="0"/>
      <dgm:spPr/>
    </dgm:pt>
    <dgm:pt modelId="{B3F29D17-9DE0-47F2-A72A-AF1922CC2CB6}" type="pres">
      <dgm:prSet presAssocID="{C81E1B0A-77AF-4DEC-A51D-D0F05033446A}" presName="LevelTwoTextNode" presStyleLbl="node3" presStyleIdx="0" presStyleCnt="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AEDF66E1-56CB-453E-A352-76D21C9DC146}" type="pres">
      <dgm:prSet presAssocID="{C81E1B0A-77AF-4DEC-A51D-D0F05033446A}" presName="level3hierChild" presStyleCnt="0"/>
      <dgm:spPr/>
    </dgm:pt>
    <dgm:pt modelId="{193049B7-207B-4B9E-A73B-A384739BF94D}" type="pres">
      <dgm:prSet presAssocID="{9CC6F58F-8F37-4503-B2DC-11DEEF839535}" presName="conn2-1" presStyleLbl="parChTrans1D4" presStyleIdx="0" presStyleCnt="2"/>
      <dgm:spPr/>
      <dgm:t>
        <a:bodyPr/>
        <a:lstStyle/>
        <a:p>
          <a:endParaRPr lang="en-GB"/>
        </a:p>
      </dgm:t>
    </dgm:pt>
    <dgm:pt modelId="{2F3E1062-B6CA-4742-B65A-5661F51F48D0}" type="pres">
      <dgm:prSet presAssocID="{9CC6F58F-8F37-4503-B2DC-11DEEF839535}" presName="connTx" presStyleLbl="parChTrans1D4" presStyleIdx="0" presStyleCnt="2"/>
      <dgm:spPr/>
      <dgm:t>
        <a:bodyPr/>
        <a:lstStyle/>
        <a:p>
          <a:endParaRPr lang="en-GB"/>
        </a:p>
      </dgm:t>
    </dgm:pt>
    <dgm:pt modelId="{B893F001-2081-44D5-A135-BD77ADADB505}" type="pres">
      <dgm:prSet presAssocID="{4404A170-5C4C-4720-B28F-D5F18FDAF8B8}" presName="root2" presStyleCnt="0"/>
      <dgm:spPr/>
    </dgm:pt>
    <dgm:pt modelId="{641AC02C-5CD8-47C2-9BAC-ADF3CC6F70C4}" type="pres">
      <dgm:prSet presAssocID="{4404A170-5C4C-4720-B28F-D5F18FDAF8B8}" presName="LevelTwoTextNode" presStyleLbl="node4" presStyleIdx="0" presStyleCnt="2" custLinFactNeighborX="-15086" custLinFactNeighborY="-278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B9B87BA-B82A-43F0-A6AF-071E1B87D794}" type="pres">
      <dgm:prSet presAssocID="{4404A170-5C4C-4720-B28F-D5F18FDAF8B8}" presName="level3hierChild" presStyleCnt="0"/>
      <dgm:spPr/>
    </dgm:pt>
    <dgm:pt modelId="{A7D051DC-E2CC-43F9-9D5E-1758E2AADBBF}" type="pres">
      <dgm:prSet presAssocID="{159B6A68-E31A-4CF5-8F8D-068619D1E6CA}" presName="conn2-1" presStyleLbl="parChTrans1D4" presStyleIdx="1" presStyleCnt="2"/>
      <dgm:spPr/>
      <dgm:t>
        <a:bodyPr/>
        <a:lstStyle/>
        <a:p>
          <a:endParaRPr lang="en-GB"/>
        </a:p>
      </dgm:t>
    </dgm:pt>
    <dgm:pt modelId="{A3D1B7C9-39CE-496C-8619-AC66EA68895B}" type="pres">
      <dgm:prSet presAssocID="{159B6A68-E31A-4CF5-8F8D-068619D1E6CA}" presName="connTx" presStyleLbl="parChTrans1D4" presStyleIdx="1" presStyleCnt="2"/>
      <dgm:spPr/>
      <dgm:t>
        <a:bodyPr/>
        <a:lstStyle/>
        <a:p>
          <a:endParaRPr lang="en-GB"/>
        </a:p>
      </dgm:t>
    </dgm:pt>
    <dgm:pt modelId="{1DFBE440-0215-4C06-890B-DFFC18E952F2}" type="pres">
      <dgm:prSet presAssocID="{C4175FA7-4AC0-43DE-AD2D-262EC29853CB}" presName="root2" presStyleCnt="0"/>
      <dgm:spPr/>
    </dgm:pt>
    <dgm:pt modelId="{B1A89313-6BCD-4277-BEA9-87A27010EF24}" type="pres">
      <dgm:prSet presAssocID="{C4175FA7-4AC0-43DE-AD2D-262EC29853CB}" presName="LevelTwoTextNode" presStyleLbl="node4" presStyleIdx="1" presStyleCnt="2" custLinFactNeighborX="-30816" custLinFactNeighborY="-4580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02C257D0-6FA4-42FF-B581-F6C934866DC8}" type="pres">
      <dgm:prSet presAssocID="{C4175FA7-4AC0-43DE-AD2D-262EC29853CB}" presName="level3hierChild" presStyleCnt="0"/>
      <dgm:spPr/>
    </dgm:pt>
    <dgm:pt modelId="{9A0A1CE3-38EB-4DEA-952D-832BD644975A}" type="pres">
      <dgm:prSet presAssocID="{F080E1D2-C873-4D41-A4F2-A99580D0E184}" presName="conn2-1" presStyleLbl="parChTrans1D3" presStyleIdx="1" presStyleCnt="2"/>
      <dgm:spPr/>
      <dgm:t>
        <a:bodyPr/>
        <a:lstStyle/>
        <a:p>
          <a:endParaRPr lang="en-GB"/>
        </a:p>
      </dgm:t>
    </dgm:pt>
    <dgm:pt modelId="{CCD506B1-C96B-4BA1-AE2A-A99EE8FD251B}" type="pres">
      <dgm:prSet presAssocID="{F080E1D2-C873-4D41-A4F2-A99580D0E184}" presName="connTx" presStyleLbl="parChTrans1D3" presStyleIdx="1" presStyleCnt="2"/>
      <dgm:spPr/>
      <dgm:t>
        <a:bodyPr/>
        <a:lstStyle/>
        <a:p>
          <a:endParaRPr lang="en-GB"/>
        </a:p>
      </dgm:t>
    </dgm:pt>
    <dgm:pt modelId="{51BFB73A-9923-440D-B0C1-4869022AD34F}" type="pres">
      <dgm:prSet presAssocID="{5D954901-0D87-4165-8AAD-E873B25F366F}" presName="root2" presStyleCnt="0"/>
      <dgm:spPr/>
    </dgm:pt>
    <dgm:pt modelId="{FADD82DD-9498-4EC4-A475-7AC04E91D83D}" type="pres">
      <dgm:prSet presAssocID="{5D954901-0D87-4165-8AAD-E873B25F366F}" presName="LevelTwoTextNode" presStyleLbl="node3" presStyleIdx="1" presStyleCnt="2">
        <dgm:presLayoutVars>
          <dgm:chPref val="3"/>
        </dgm:presLayoutVars>
      </dgm:prSet>
      <dgm:spPr/>
      <dgm:t>
        <a:bodyPr/>
        <a:lstStyle/>
        <a:p>
          <a:endParaRPr lang="en-GB"/>
        </a:p>
      </dgm:t>
    </dgm:pt>
    <dgm:pt modelId="{BFC83658-0006-42C1-A34B-8D75D4613540}" type="pres">
      <dgm:prSet presAssocID="{5D954901-0D87-4165-8AAD-E873B25F366F}" presName="level3hierChild" presStyleCnt="0"/>
      <dgm:spPr/>
    </dgm:pt>
  </dgm:ptLst>
  <dgm:cxnLst>
    <dgm:cxn modelId="{96FF4B69-2183-456E-BAB0-D96AC21E672D}" type="presOf" srcId="{C81E1B0A-77AF-4DEC-A51D-D0F05033446A}" destId="{B3F29D17-9DE0-47F2-A72A-AF1922CC2CB6}" srcOrd="0" destOrd="0" presId="urn:microsoft.com/office/officeart/2005/8/layout/hierarchy2"/>
    <dgm:cxn modelId="{FDC08035-4696-4D4A-BC6B-C448D899B8C6}" type="presOf" srcId="{159B6A68-E31A-4CF5-8F8D-068619D1E6CA}" destId="{A3D1B7C9-39CE-496C-8619-AC66EA68895B}" srcOrd="1" destOrd="0" presId="urn:microsoft.com/office/officeart/2005/8/layout/hierarchy2"/>
    <dgm:cxn modelId="{5B25FBBB-2718-4DA8-91B7-E49DAB904F91}" type="presOf" srcId="{9CC6F58F-8F37-4503-B2DC-11DEEF839535}" destId="{2F3E1062-B6CA-4742-B65A-5661F51F48D0}" srcOrd="1" destOrd="0" presId="urn:microsoft.com/office/officeart/2005/8/layout/hierarchy2"/>
    <dgm:cxn modelId="{F07AE6D7-3775-4449-A160-9CB0CE084344}" type="presOf" srcId="{5D04E069-0D43-45B9-87FD-C5451E606FE4}" destId="{49471711-0332-47E5-8E68-3371085700AF}" srcOrd="0" destOrd="0" presId="urn:microsoft.com/office/officeart/2005/8/layout/hierarchy2"/>
    <dgm:cxn modelId="{52547D9B-5BC0-44AF-B929-22A2B104E1D7}" type="presOf" srcId="{4404A170-5C4C-4720-B28F-D5F18FDAF8B8}" destId="{641AC02C-5CD8-47C2-9BAC-ADF3CC6F70C4}" srcOrd="0" destOrd="0" presId="urn:microsoft.com/office/officeart/2005/8/layout/hierarchy2"/>
    <dgm:cxn modelId="{CFBE6C61-2ACD-422D-AA2B-A3B9E2635019}" type="presOf" srcId="{1734F8EF-B1B2-48F8-8DE1-C056FE748299}" destId="{F5D790FA-5777-479B-9883-7ADF8048325D}" srcOrd="0" destOrd="0" presId="urn:microsoft.com/office/officeart/2005/8/layout/hierarchy2"/>
    <dgm:cxn modelId="{9FC3659C-D954-4F2E-8C2C-784521FADD66}" type="presOf" srcId="{F080E1D2-C873-4D41-A4F2-A99580D0E184}" destId="{9A0A1CE3-38EB-4DEA-952D-832BD644975A}" srcOrd="0" destOrd="0" presId="urn:microsoft.com/office/officeart/2005/8/layout/hierarchy2"/>
    <dgm:cxn modelId="{5B9BE409-3EE7-4164-AF59-A08290E9E49D}" type="presOf" srcId="{9CC6F58F-8F37-4503-B2DC-11DEEF839535}" destId="{193049B7-207B-4B9E-A73B-A384739BF94D}" srcOrd="0" destOrd="0" presId="urn:microsoft.com/office/officeart/2005/8/layout/hierarchy2"/>
    <dgm:cxn modelId="{EECE7446-0891-4DE0-87A0-1449C5797C34}" srcId="{8F4BAA04-D830-48D2-B399-2891DBEAE1C6}" destId="{1734F8EF-B1B2-48F8-8DE1-C056FE748299}" srcOrd="0" destOrd="0" parTransId="{4B803EE2-752A-43C8-B26B-F6759DB51BB6}" sibTransId="{D980C11A-833C-44A8-81CE-98248C8BCACE}"/>
    <dgm:cxn modelId="{A8B726BA-9434-46B6-A52D-8BEE3994879F}" type="presOf" srcId="{C08481F8-1793-431B-8D55-2A79DEAB588B}" destId="{BA5CC192-BE90-4261-90E6-A8FCFB37535A}" srcOrd="1" destOrd="0" presId="urn:microsoft.com/office/officeart/2005/8/layout/hierarchy2"/>
    <dgm:cxn modelId="{4603AED3-B7E2-43F7-81C7-DFFE6515B8CF}" type="presOf" srcId="{C4175FA7-4AC0-43DE-AD2D-262EC29853CB}" destId="{B1A89313-6BCD-4277-BEA9-87A27010EF24}" srcOrd="0" destOrd="0" presId="urn:microsoft.com/office/officeart/2005/8/layout/hierarchy2"/>
    <dgm:cxn modelId="{5900BCE7-FF50-48AF-B020-F77A0B76B82C}" type="presOf" srcId="{8F4BAA04-D830-48D2-B399-2891DBEAE1C6}" destId="{4D3F8639-A9E2-46E7-B0BF-FDB4BB6BF12D}" srcOrd="0" destOrd="0" presId="urn:microsoft.com/office/officeart/2005/8/layout/hierarchy2"/>
    <dgm:cxn modelId="{7B6C71BA-4F28-45BE-93AE-0239B7C6262B}" type="presOf" srcId="{923C1AB9-15A9-48D2-B4E3-F81255A53379}" destId="{F6D8196E-B790-476C-A3D5-B87147796006}" srcOrd="0" destOrd="0" presId="urn:microsoft.com/office/officeart/2005/8/layout/hierarchy2"/>
    <dgm:cxn modelId="{964EF394-C752-4B3E-B409-E078646C81EA}" srcId="{4404A170-5C4C-4720-B28F-D5F18FDAF8B8}" destId="{C4175FA7-4AC0-43DE-AD2D-262EC29853CB}" srcOrd="0" destOrd="0" parTransId="{159B6A68-E31A-4CF5-8F8D-068619D1E6CA}" sibTransId="{A0FB530C-1077-4747-95AF-5AAC981FEF9D}"/>
    <dgm:cxn modelId="{E790B8B4-4DD6-49D3-B4EE-E280AFA270F2}" type="presOf" srcId="{C08481F8-1793-431B-8D55-2A79DEAB588B}" destId="{C96FD77E-CC30-4E68-A54B-174B00CD4789}" srcOrd="0" destOrd="0" presId="urn:microsoft.com/office/officeart/2005/8/layout/hierarchy2"/>
    <dgm:cxn modelId="{8D82B006-D213-4C4B-9A06-768ED64EE2ED}" srcId="{C81E1B0A-77AF-4DEC-A51D-D0F05033446A}" destId="{4404A170-5C4C-4720-B28F-D5F18FDAF8B8}" srcOrd="0" destOrd="0" parTransId="{9CC6F58F-8F37-4503-B2DC-11DEEF839535}" sibTransId="{FA2B568F-2EC2-49A5-A961-CD854B7849FD}"/>
    <dgm:cxn modelId="{605715A9-CC98-41E6-87C4-357CC5FA3972}" type="presOf" srcId="{5D954901-0D87-4165-8AAD-E873B25F366F}" destId="{FADD82DD-9498-4EC4-A475-7AC04E91D83D}" srcOrd="0" destOrd="0" presId="urn:microsoft.com/office/officeart/2005/8/layout/hierarchy2"/>
    <dgm:cxn modelId="{3BBEA2A2-1055-4DCA-B3B5-C6C901B365F7}" type="presOf" srcId="{159B6A68-E31A-4CF5-8F8D-068619D1E6CA}" destId="{A7D051DC-E2CC-43F9-9D5E-1758E2AADBBF}" srcOrd="0" destOrd="0" presId="urn:microsoft.com/office/officeart/2005/8/layout/hierarchy2"/>
    <dgm:cxn modelId="{D87BBBC8-B1DA-41E5-88E9-BDD0F55AE1DD}" srcId="{923C1AB9-15A9-48D2-B4E3-F81255A53379}" destId="{5D954901-0D87-4165-8AAD-E873B25F366F}" srcOrd="1" destOrd="0" parTransId="{F080E1D2-C873-4D41-A4F2-A99580D0E184}" sibTransId="{CBB07C99-936D-4E5F-840F-5CCE3CDFE284}"/>
    <dgm:cxn modelId="{CF525A99-5F0B-450C-9F66-086B8B67ADD7}" type="presOf" srcId="{F080E1D2-C873-4D41-A4F2-A99580D0E184}" destId="{CCD506B1-C96B-4BA1-AE2A-A99EE8FD251B}" srcOrd="1" destOrd="0" presId="urn:microsoft.com/office/officeart/2005/8/layout/hierarchy2"/>
    <dgm:cxn modelId="{07F8AB8C-DCD7-49B9-8229-393116B76A11}" srcId="{1734F8EF-B1B2-48F8-8DE1-C056FE748299}" destId="{923C1AB9-15A9-48D2-B4E3-F81255A53379}" srcOrd="0" destOrd="0" parTransId="{C08481F8-1793-431B-8D55-2A79DEAB588B}" sibTransId="{7D175E6F-46F0-41FB-A26D-E681B2297CEE}"/>
    <dgm:cxn modelId="{E958E5CB-6B0B-4E15-B9C3-0FD07F5C4172}" type="presOf" srcId="{5D04E069-0D43-45B9-87FD-C5451E606FE4}" destId="{671E7168-142F-44F2-84AA-8A56FB55721E}" srcOrd="1" destOrd="0" presId="urn:microsoft.com/office/officeart/2005/8/layout/hierarchy2"/>
    <dgm:cxn modelId="{DD9136D0-DB30-4635-97A1-53580F3F9F61}" srcId="{923C1AB9-15A9-48D2-B4E3-F81255A53379}" destId="{C81E1B0A-77AF-4DEC-A51D-D0F05033446A}" srcOrd="0" destOrd="0" parTransId="{5D04E069-0D43-45B9-87FD-C5451E606FE4}" sibTransId="{2795DF54-B2DF-43A4-950C-16D8738D109F}"/>
    <dgm:cxn modelId="{FA99A3C7-14AB-494C-8063-F44BB5475BC9}" type="presParOf" srcId="{4D3F8639-A9E2-46E7-B0BF-FDB4BB6BF12D}" destId="{60D0F948-A0CD-4C70-A37D-1EFCDCE524DD}" srcOrd="0" destOrd="0" presId="urn:microsoft.com/office/officeart/2005/8/layout/hierarchy2"/>
    <dgm:cxn modelId="{16C68B40-1AA9-4A78-8D54-0824529C0C57}" type="presParOf" srcId="{60D0F948-A0CD-4C70-A37D-1EFCDCE524DD}" destId="{F5D790FA-5777-479B-9883-7ADF8048325D}" srcOrd="0" destOrd="0" presId="urn:microsoft.com/office/officeart/2005/8/layout/hierarchy2"/>
    <dgm:cxn modelId="{E9BD7D6D-32C4-4A7D-ABB9-C9C4D8F537E4}" type="presParOf" srcId="{60D0F948-A0CD-4C70-A37D-1EFCDCE524DD}" destId="{600E8E4E-8F45-4A4F-8DA5-F038FD784CB5}" srcOrd="1" destOrd="0" presId="urn:microsoft.com/office/officeart/2005/8/layout/hierarchy2"/>
    <dgm:cxn modelId="{26ECE17F-0B98-4682-BBF5-7D99F7FA5F55}" type="presParOf" srcId="{600E8E4E-8F45-4A4F-8DA5-F038FD784CB5}" destId="{C96FD77E-CC30-4E68-A54B-174B00CD4789}" srcOrd="0" destOrd="0" presId="urn:microsoft.com/office/officeart/2005/8/layout/hierarchy2"/>
    <dgm:cxn modelId="{D31CD120-369C-4CB8-9992-1A4B7C3F7730}" type="presParOf" srcId="{C96FD77E-CC30-4E68-A54B-174B00CD4789}" destId="{BA5CC192-BE90-4261-90E6-A8FCFB37535A}" srcOrd="0" destOrd="0" presId="urn:microsoft.com/office/officeart/2005/8/layout/hierarchy2"/>
    <dgm:cxn modelId="{33EA63E5-A53B-47DA-BFC7-11E660236D39}" type="presParOf" srcId="{600E8E4E-8F45-4A4F-8DA5-F038FD784CB5}" destId="{341F431B-D4F3-4AD3-9F02-7F9184A5E5F8}" srcOrd="1" destOrd="0" presId="urn:microsoft.com/office/officeart/2005/8/layout/hierarchy2"/>
    <dgm:cxn modelId="{263267C7-F6AA-4912-ACCE-C60A7495B760}" type="presParOf" srcId="{341F431B-D4F3-4AD3-9F02-7F9184A5E5F8}" destId="{F6D8196E-B790-476C-A3D5-B87147796006}" srcOrd="0" destOrd="0" presId="urn:microsoft.com/office/officeart/2005/8/layout/hierarchy2"/>
    <dgm:cxn modelId="{15057A9B-EC35-404A-9D08-ECEF0273636D}" type="presParOf" srcId="{341F431B-D4F3-4AD3-9F02-7F9184A5E5F8}" destId="{A5C0668C-FFAA-4081-B005-32CDABDD7299}" srcOrd="1" destOrd="0" presId="urn:microsoft.com/office/officeart/2005/8/layout/hierarchy2"/>
    <dgm:cxn modelId="{945750DA-E141-4434-9917-0E141969BFF1}" type="presParOf" srcId="{A5C0668C-FFAA-4081-B005-32CDABDD7299}" destId="{49471711-0332-47E5-8E68-3371085700AF}" srcOrd="0" destOrd="0" presId="urn:microsoft.com/office/officeart/2005/8/layout/hierarchy2"/>
    <dgm:cxn modelId="{9A644E55-4AD5-4F53-B654-A180C1732010}" type="presParOf" srcId="{49471711-0332-47E5-8E68-3371085700AF}" destId="{671E7168-142F-44F2-84AA-8A56FB55721E}" srcOrd="0" destOrd="0" presId="urn:microsoft.com/office/officeart/2005/8/layout/hierarchy2"/>
    <dgm:cxn modelId="{B2C02468-B961-4C95-9E9A-208D5B5CC153}" type="presParOf" srcId="{A5C0668C-FFAA-4081-B005-32CDABDD7299}" destId="{8DA0283E-53AB-4607-B886-F27554D9FEAD}" srcOrd="1" destOrd="0" presId="urn:microsoft.com/office/officeart/2005/8/layout/hierarchy2"/>
    <dgm:cxn modelId="{BAC3D5D4-F03B-47E9-B909-70C316A8E5D8}" type="presParOf" srcId="{8DA0283E-53AB-4607-B886-F27554D9FEAD}" destId="{B3F29D17-9DE0-47F2-A72A-AF1922CC2CB6}" srcOrd="0" destOrd="0" presId="urn:microsoft.com/office/officeart/2005/8/layout/hierarchy2"/>
    <dgm:cxn modelId="{801C5B85-3EA1-4AD5-86CE-0C3EFD84174F}" type="presParOf" srcId="{8DA0283E-53AB-4607-B886-F27554D9FEAD}" destId="{AEDF66E1-56CB-453E-A352-76D21C9DC146}" srcOrd="1" destOrd="0" presId="urn:microsoft.com/office/officeart/2005/8/layout/hierarchy2"/>
    <dgm:cxn modelId="{43BB2ADB-05C7-4530-95B7-459EE28C0407}" type="presParOf" srcId="{AEDF66E1-56CB-453E-A352-76D21C9DC146}" destId="{193049B7-207B-4B9E-A73B-A384739BF94D}" srcOrd="0" destOrd="0" presId="urn:microsoft.com/office/officeart/2005/8/layout/hierarchy2"/>
    <dgm:cxn modelId="{5C22419D-D89C-4B25-ADFC-F6AB5E73F8F4}" type="presParOf" srcId="{193049B7-207B-4B9E-A73B-A384739BF94D}" destId="{2F3E1062-B6CA-4742-B65A-5661F51F48D0}" srcOrd="0" destOrd="0" presId="urn:microsoft.com/office/officeart/2005/8/layout/hierarchy2"/>
    <dgm:cxn modelId="{AD17CC2B-161B-47A5-9DA7-BADF3216392C}" type="presParOf" srcId="{AEDF66E1-56CB-453E-A352-76D21C9DC146}" destId="{B893F001-2081-44D5-A135-BD77ADADB505}" srcOrd="1" destOrd="0" presId="urn:microsoft.com/office/officeart/2005/8/layout/hierarchy2"/>
    <dgm:cxn modelId="{BB58E8E2-9488-44FF-9063-4ECAF817B183}" type="presParOf" srcId="{B893F001-2081-44D5-A135-BD77ADADB505}" destId="{641AC02C-5CD8-47C2-9BAC-ADF3CC6F70C4}" srcOrd="0" destOrd="0" presId="urn:microsoft.com/office/officeart/2005/8/layout/hierarchy2"/>
    <dgm:cxn modelId="{BE7EF751-3D10-4B94-8B5B-D3C37290B23E}" type="presParOf" srcId="{B893F001-2081-44D5-A135-BD77ADADB505}" destId="{0B9B87BA-B82A-43F0-A6AF-071E1B87D794}" srcOrd="1" destOrd="0" presId="urn:microsoft.com/office/officeart/2005/8/layout/hierarchy2"/>
    <dgm:cxn modelId="{3875B018-DD55-488A-B374-BD53A15DD586}" type="presParOf" srcId="{0B9B87BA-B82A-43F0-A6AF-071E1B87D794}" destId="{A7D051DC-E2CC-43F9-9D5E-1758E2AADBBF}" srcOrd="0" destOrd="0" presId="urn:microsoft.com/office/officeart/2005/8/layout/hierarchy2"/>
    <dgm:cxn modelId="{B86AA813-980F-4792-9117-EEA391741BEB}" type="presParOf" srcId="{A7D051DC-E2CC-43F9-9D5E-1758E2AADBBF}" destId="{A3D1B7C9-39CE-496C-8619-AC66EA68895B}" srcOrd="0" destOrd="0" presId="urn:microsoft.com/office/officeart/2005/8/layout/hierarchy2"/>
    <dgm:cxn modelId="{4FE4AD79-33D8-499C-A06C-4428D25F2BCC}" type="presParOf" srcId="{0B9B87BA-B82A-43F0-A6AF-071E1B87D794}" destId="{1DFBE440-0215-4C06-890B-DFFC18E952F2}" srcOrd="1" destOrd="0" presId="urn:microsoft.com/office/officeart/2005/8/layout/hierarchy2"/>
    <dgm:cxn modelId="{3F8474D7-BDE8-4744-A732-6EBB6B3378C0}" type="presParOf" srcId="{1DFBE440-0215-4C06-890B-DFFC18E952F2}" destId="{B1A89313-6BCD-4277-BEA9-87A27010EF24}" srcOrd="0" destOrd="0" presId="urn:microsoft.com/office/officeart/2005/8/layout/hierarchy2"/>
    <dgm:cxn modelId="{5852D1C4-67FB-49E6-9E9C-DDF29F6ED917}" type="presParOf" srcId="{1DFBE440-0215-4C06-890B-DFFC18E952F2}" destId="{02C257D0-6FA4-42FF-B581-F6C934866DC8}" srcOrd="1" destOrd="0" presId="urn:microsoft.com/office/officeart/2005/8/layout/hierarchy2"/>
    <dgm:cxn modelId="{AD4DB02C-9C69-43DF-92C0-958B45A18CC0}" type="presParOf" srcId="{A5C0668C-FFAA-4081-B005-32CDABDD7299}" destId="{9A0A1CE3-38EB-4DEA-952D-832BD644975A}" srcOrd="2" destOrd="0" presId="urn:microsoft.com/office/officeart/2005/8/layout/hierarchy2"/>
    <dgm:cxn modelId="{0E6F2CF0-C892-47C5-9982-1008578D968A}" type="presParOf" srcId="{9A0A1CE3-38EB-4DEA-952D-832BD644975A}" destId="{CCD506B1-C96B-4BA1-AE2A-A99EE8FD251B}" srcOrd="0" destOrd="0" presId="urn:microsoft.com/office/officeart/2005/8/layout/hierarchy2"/>
    <dgm:cxn modelId="{F91B0F1A-DC93-42DC-8D18-62E09C03BCFE}" type="presParOf" srcId="{A5C0668C-FFAA-4081-B005-32CDABDD7299}" destId="{51BFB73A-9923-440D-B0C1-4869022AD34F}" srcOrd="3" destOrd="0" presId="urn:microsoft.com/office/officeart/2005/8/layout/hierarchy2"/>
    <dgm:cxn modelId="{05C483D9-8A45-4CC2-A1FF-42B0BDF9A03C}" type="presParOf" srcId="{51BFB73A-9923-440D-B0C1-4869022AD34F}" destId="{FADD82DD-9498-4EC4-A475-7AC04E91D83D}" srcOrd="0" destOrd="0" presId="urn:microsoft.com/office/officeart/2005/8/layout/hierarchy2"/>
    <dgm:cxn modelId="{40319BB4-51CF-475C-B6E3-AFDA8A48F292}" type="presParOf" srcId="{51BFB73A-9923-440D-B0C1-4869022AD34F}" destId="{BFC83658-0006-42C1-A34B-8D75D461354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5D790FA-5777-479B-9883-7ADF8048325D}">
      <dsp:nvSpPr>
        <dsp:cNvPr id="0" name=""/>
        <dsp:cNvSpPr/>
      </dsp:nvSpPr>
      <dsp:spPr>
        <a:xfrm>
          <a:off x="1355" y="1586312"/>
          <a:ext cx="1169458" cy="58472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Measure Duct &amp; Identify Sample Position</a:t>
          </a:r>
          <a:endParaRPr lang="en-GB" sz="1000" kern="1200" dirty="0"/>
        </a:p>
      </dsp:txBody>
      <dsp:txXfrm>
        <a:off x="1355" y="1586312"/>
        <a:ext cx="1169458" cy="584729"/>
      </dsp:txXfrm>
    </dsp:sp>
    <dsp:sp modelId="{C96FD77E-CC30-4E68-A54B-174B00CD4789}">
      <dsp:nvSpPr>
        <dsp:cNvPr id="0" name=""/>
        <dsp:cNvSpPr/>
      </dsp:nvSpPr>
      <dsp:spPr>
        <a:xfrm>
          <a:off x="1170813" y="1866723"/>
          <a:ext cx="467783" cy="23906"/>
        </a:xfrm>
        <a:custGeom>
          <a:avLst/>
          <a:gdLst/>
          <a:ahLst/>
          <a:cxnLst/>
          <a:rect l="0" t="0" r="0" b="0"/>
          <a:pathLst>
            <a:path>
              <a:moveTo>
                <a:pt x="0" y="11953"/>
              </a:moveTo>
              <a:lnTo>
                <a:pt x="467783" y="11953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393010" y="1866982"/>
        <a:ext cx="23389" cy="23389"/>
      </dsp:txXfrm>
    </dsp:sp>
    <dsp:sp modelId="{F6D8196E-B790-476C-A3D5-B87147796006}">
      <dsp:nvSpPr>
        <dsp:cNvPr id="0" name=""/>
        <dsp:cNvSpPr/>
      </dsp:nvSpPr>
      <dsp:spPr>
        <a:xfrm>
          <a:off x="1638597" y="1586312"/>
          <a:ext cx="1169458" cy="58472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Determine No of Sample Positions &amp; Traverses</a:t>
          </a:r>
          <a:endParaRPr lang="en-GB" sz="1000" kern="1200" dirty="0"/>
        </a:p>
      </dsp:txBody>
      <dsp:txXfrm>
        <a:off x="1638597" y="1586312"/>
        <a:ext cx="1169458" cy="584729"/>
      </dsp:txXfrm>
    </dsp:sp>
    <dsp:sp modelId="{49471711-0332-47E5-8E68-3371085700AF}">
      <dsp:nvSpPr>
        <dsp:cNvPr id="0" name=""/>
        <dsp:cNvSpPr/>
      </dsp:nvSpPr>
      <dsp:spPr>
        <a:xfrm rot="18289469">
          <a:off x="2632375" y="1530504"/>
          <a:ext cx="819142" cy="23906"/>
        </a:xfrm>
        <a:custGeom>
          <a:avLst/>
          <a:gdLst/>
          <a:ahLst/>
          <a:cxnLst/>
          <a:rect l="0" t="0" r="0" b="0"/>
          <a:pathLst>
            <a:path>
              <a:moveTo>
                <a:pt x="0" y="11953"/>
              </a:moveTo>
              <a:lnTo>
                <a:pt x="819142" y="119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18289469">
        <a:off x="3021468" y="1521979"/>
        <a:ext cx="40957" cy="40957"/>
      </dsp:txXfrm>
    </dsp:sp>
    <dsp:sp modelId="{B3F29D17-9DE0-47F2-A72A-AF1922CC2CB6}">
      <dsp:nvSpPr>
        <dsp:cNvPr id="0" name=""/>
        <dsp:cNvSpPr/>
      </dsp:nvSpPr>
      <dsp:spPr>
        <a:xfrm>
          <a:off x="3275838" y="913873"/>
          <a:ext cx="1169458" cy="58472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Conduct Initial Velocity Traverse Check for Cyclonic flow</a:t>
          </a:r>
          <a:endParaRPr lang="en-GB" sz="1000" kern="1200" dirty="0"/>
        </a:p>
      </dsp:txBody>
      <dsp:txXfrm>
        <a:off x="3275838" y="913873"/>
        <a:ext cx="1169458" cy="584729"/>
      </dsp:txXfrm>
    </dsp:sp>
    <dsp:sp modelId="{9A0A1CE3-38EB-4DEA-952D-832BD644975A}">
      <dsp:nvSpPr>
        <dsp:cNvPr id="0" name=""/>
        <dsp:cNvSpPr/>
      </dsp:nvSpPr>
      <dsp:spPr>
        <a:xfrm>
          <a:off x="2808055" y="1866723"/>
          <a:ext cx="467783" cy="23906"/>
        </a:xfrm>
        <a:custGeom>
          <a:avLst/>
          <a:gdLst/>
          <a:ahLst/>
          <a:cxnLst/>
          <a:rect l="0" t="0" r="0" b="0"/>
          <a:pathLst>
            <a:path>
              <a:moveTo>
                <a:pt x="0" y="11953"/>
              </a:moveTo>
              <a:lnTo>
                <a:pt x="467783" y="119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3030252" y="1866982"/>
        <a:ext cx="23389" cy="23389"/>
      </dsp:txXfrm>
    </dsp:sp>
    <dsp:sp modelId="{FADD82DD-9498-4EC4-A475-7AC04E91D83D}">
      <dsp:nvSpPr>
        <dsp:cNvPr id="0" name=""/>
        <dsp:cNvSpPr/>
      </dsp:nvSpPr>
      <dsp:spPr>
        <a:xfrm>
          <a:off x="3275838" y="1586312"/>
          <a:ext cx="1169458" cy="58472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Determine Molecular Weight/Density of Gases</a:t>
          </a:r>
          <a:endParaRPr lang="en-GB" sz="1000" kern="1200" dirty="0"/>
        </a:p>
      </dsp:txBody>
      <dsp:txXfrm>
        <a:off x="3275838" y="1586312"/>
        <a:ext cx="1169458" cy="584729"/>
      </dsp:txXfrm>
    </dsp:sp>
    <dsp:sp modelId="{4A79C173-2C1B-430A-A83E-83A3A06991B2}">
      <dsp:nvSpPr>
        <dsp:cNvPr id="0" name=""/>
        <dsp:cNvSpPr/>
      </dsp:nvSpPr>
      <dsp:spPr>
        <a:xfrm rot="3456050">
          <a:off x="2602153" y="2241251"/>
          <a:ext cx="887153" cy="23906"/>
        </a:xfrm>
        <a:custGeom>
          <a:avLst/>
          <a:gdLst/>
          <a:ahLst/>
          <a:cxnLst/>
          <a:rect l="0" t="0" r="0" b="0"/>
          <a:pathLst>
            <a:path>
              <a:moveTo>
                <a:pt x="0" y="11953"/>
              </a:moveTo>
              <a:lnTo>
                <a:pt x="887153" y="119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3456050">
        <a:off x="3023551" y="2231025"/>
        <a:ext cx="44357" cy="44357"/>
      </dsp:txXfrm>
    </dsp:sp>
    <dsp:sp modelId="{C31AC739-1210-4417-BB75-E2158314C906}">
      <dsp:nvSpPr>
        <dsp:cNvPr id="0" name=""/>
        <dsp:cNvSpPr/>
      </dsp:nvSpPr>
      <dsp:spPr>
        <a:xfrm>
          <a:off x="3283405" y="2335368"/>
          <a:ext cx="1169458" cy="58472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Determine Moisture of gases </a:t>
          </a:r>
          <a:endParaRPr lang="en-GB" sz="1000" kern="1200" dirty="0"/>
        </a:p>
      </dsp:txBody>
      <dsp:txXfrm>
        <a:off x="3283405" y="2335368"/>
        <a:ext cx="1169458" cy="584729"/>
      </dsp:txXfrm>
    </dsp:sp>
    <dsp:sp modelId="{C0BC177B-54A9-4565-B7A0-62429ECEC75D}">
      <dsp:nvSpPr>
        <dsp:cNvPr id="0" name=""/>
        <dsp:cNvSpPr/>
      </dsp:nvSpPr>
      <dsp:spPr>
        <a:xfrm rot="21032884">
          <a:off x="4449696" y="2577470"/>
          <a:ext cx="466551" cy="23906"/>
        </a:xfrm>
        <a:custGeom>
          <a:avLst/>
          <a:gdLst/>
          <a:ahLst/>
          <a:cxnLst/>
          <a:rect l="0" t="0" r="0" b="0"/>
          <a:pathLst>
            <a:path>
              <a:moveTo>
                <a:pt x="0" y="11953"/>
              </a:moveTo>
              <a:lnTo>
                <a:pt x="466551" y="119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21032884">
        <a:off x="4671308" y="2577760"/>
        <a:ext cx="23327" cy="23327"/>
      </dsp:txXfrm>
    </dsp:sp>
    <dsp:sp modelId="{F26992B8-11CE-478B-812E-C97BA7B01473}">
      <dsp:nvSpPr>
        <dsp:cNvPr id="0" name=""/>
        <dsp:cNvSpPr/>
      </dsp:nvSpPr>
      <dsp:spPr>
        <a:xfrm>
          <a:off x="4913080" y="2258750"/>
          <a:ext cx="1169458" cy="58472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FFF200"/>
            </a:gs>
            <a:gs pos="45000">
              <a:srgbClr val="FF7A00"/>
            </a:gs>
            <a:gs pos="70000">
              <a:srgbClr val="FF0300"/>
            </a:gs>
            <a:gs pos="100000">
              <a:srgbClr val="4D0808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Prepare Sample Equipment, filter, Select Nozzle Size</a:t>
          </a:r>
          <a:endParaRPr lang="en-GB" sz="1000" kern="1200" dirty="0"/>
        </a:p>
      </dsp:txBody>
      <dsp:txXfrm>
        <a:off x="4913080" y="2258750"/>
        <a:ext cx="1169458" cy="584729"/>
      </dsp:txXfrm>
    </dsp:sp>
    <dsp:sp modelId="{D6840B5A-4E60-4A1A-951B-64029FC49E2A}">
      <dsp:nvSpPr>
        <dsp:cNvPr id="0" name=""/>
        <dsp:cNvSpPr/>
      </dsp:nvSpPr>
      <dsp:spPr>
        <a:xfrm rot="19457599">
          <a:off x="6028392" y="2371052"/>
          <a:ext cx="576076" cy="23906"/>
        </a:xfrm>
        <a:custGeom>
          <a:avLst/>
          <a:gdLst/>
          <a:ahLst/>
          <a:cxnLst/>
          <a:rect l="0" t="0" r="0" b="0"/>
          <a:pathLst>
            <a:path>
              <a:moveTo>
                <a:pt x="0" y="11953"/>
              </a:moveTo>
              <a:lnTo>
                <a:pt x="576076" y="119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19457599">
        <a:off x="6302028" y="2368604"/>
        <a:ext cx="28803" cy="28803"/>
      </dsp:txXfrm>
    </dsp:sp>
    <dsp:sp modelId="{C711683B-3C9D-4BB6-9E3F-0864D7A2A99A}">
      <dsp:nvSpPr>
        <dsp:cNvPr id="0" name=""/>
        <dsp:cNvSpPr/>
      </dsp:nvSpPr>
      <dsp:spPr>
        <a:xfrm>
          <a:off x="6550322" y="1922531"/>
          <a:ext cx="1169458" cy="58472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D6B19C"/>
            </a:gs>
            <a:gs pos="30000">
              <a:srgbClr val="D49E6C"/>
            </a:gs>
            <a:gs pos="70000">
              <a:srgbClr val="A65528"/>
            </a:gs>
            <a:gs pos="100000">
              <a:srgbClr val="663012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Conduct Leak Check and Blank Sample Recover </a:t>
          </a:r>
          <a:endParaRPr lang="en-GB" sz="1000" kern="1200" dirty="0"/>
        </a:p>
      </dsp:txBody>
      <dsp:txXfrm>
        <a:off x="6550322" y="1922531"/>
        <a:ext cx="1169458" cy="584729"/>
      </dsp:txXfrm>
    </dsp:sp>
    <dsp:sp modelId="{1D6DB7A0-AE62-40C7-8DD4-85A364DE7604}">
      <dsp:nvSpPr>
        <dsp:cNvPr id="0" name=""/>
        <dsp:cNvSpPr/>
      </dsp:nvSpPr>
      <dsp:spPr>
        <a:xfrm rot="2142401">
          <a:off x="6028392" y="2707272"/>
          <a:ext cx="576076" cy="23906"/>
        </a:xfrm>
        <a:custGeom>
          <a:avLst/>
          <a:gdLst/>
          <a:ahLst/>
          <a:cxnLst/>
          <a:rect l="0" t="0" r="0" b="0"/>
          <a:pathLst>
            <a:path>
              <a:moveTo>
                <a:pt x="0" y="11953"/>
              </a:moveTo>
              <a:lnTo>
                <a:pt x="576076" y="119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2142401">
        <a:off x="6302028" y="2704823"/>
        <a:ext cx="28803" cy="28803"/>
      </dsp:txXfrm>
    </dsp:sp>
    <dsp:sp modelId="{A7AB295C-4F58-4E2B-B721-C843B394F541}">
      <dsp:nvSpPr>
        <dsp:cNvPr id="0" name=""/>
        <dsp:cNvSpPr/>
      </dsp:nvSpPr>
      <dsp:spPr>
        <a:xfrm>
          <a:off x="6550322" y="2594970"/>
          <a:ext cx="1169458" cy="58472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D6B19C"/>
            </a:gs>
            <a:gs pos="30000">
              <a:srgbClr val="D49E6C"/>
            </a:gs>
            <a:gs pos="70000">
              <a:srgbClr val="A65528"/>
            </a:gs>
            <a:gs pos="100000">
              <a:srgbClr val="663012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Conduct Leak Check and Conduct Isokinetic Test</a:t>
          </a:r>
          <a:endParaRPr lang="en-GB" sz="1000" kern="1200" dirty="0"/>
        </a:p>
      </dsp:txBody>
      <dsp:txXfrm>
        <a:off x="6550322" y="2594970"/>
        <a:ext cx="1169458" cy="584729"/>
      </dsp:txXfrm>
    </dsp:sp>
    <dsp:sp modelId="{5D148C13-559C-4AE0-9DD5-B94AB3C9FF33}">
      <dsp:nvSpPr>
        <dsp:cNvPr id="0" name=""/>
        <dsp:cNvSpPr/>
      </dsp:nvSpPr>
      <dsp:spPr>
        <a:xfrm>
          <a:off x="7719780" y="2875381"/>
          <a:ext cx="467783" cy="23906"/>
        </a:xfrm>
        <a:custGeom>
          <a:avLst/>
          <a:gdLst/>
          <a:ahLst/>
          <a:cxnLst/>
          <a:rect l="0" t="0" r="0" b="0"/>
          <a:pathLst>
            <a:path>
              <a:moveTo>
                <a:pt x="0" y="11953"/>
              </a:moveTo>
              <a:lnTo>
                <a:pt x="467783" y="1195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7941977" y="2875640"/>
        <a:ext cx="23389" cy="23389"/>
      </dsp:txXfrm>
    </dsp:sp>
    <dsp:sp modelId="{1641773B-6F8D-4311-B65E-320C03ECAC81}">
      <dsp:nvSpPr>
        <dsp:cNvPr id="0" name=""/>
        <dsp:cNvSpPr/>
      </dsp:nvSpPr>
      <dsp:spPr>
        <a:xfrm>
          <a:off x="8187564" y="2285876"/>
          <a:ext cx="1169458" cy="1202916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82"/>
            </a:gs>
            <a:gs pos="13000">
              <a:srgbClr val="0047FF"/>
            </a:gs>
            <a:gs pos="28000">
              <a:srgbClr val="000082"/>
            </a:gs>
            <a:gs pos="42999">
              <a:srgbClr val="0047FF"/>
            </a:gs>
            <a:gs pos="58000">
              <a:srgbClr val="000082"/>
            </a:gs>
            <a:gs pos="72000">
              <a:srgbClr val="0047FF"/>
            </a:gs>
            <a:gs pos="87000">
              <a:srgbClr val="000082"/>
            </a:gs>
            <a:gs pos="100000">
              <a:srgbClr val="0047FF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000" kern="1200" dirty="0" smtClean="0"/>
            <a:t>Conduct Post Sampling Leak Check and Recover Sample. </a:t>
          </a:r>
          <a:endParaRPr lang="en-GB" sz="1000" kern="1200" dirty="0"/>
        </a:p>
      </dsp:txBody>
      <dsp:txXfrm>
        <a:off x="8187564" y="2285876"/>
        <a:ext cx="1169458" cy="1202916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5D790FA-5777-479B-9883-7ADF8048325D}">
      <dsp:nvSpPr>
        <dsp:cNvPr id="0" name=""/>
        <dsp:cNvSpPr/>
      </dsp:nvSpPr>
      <dsp:spPr>
        <a:xfrm>
          <a:off x="4149" y="1847163"/>
          <a:ext cx="1416678" cy="70833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3D4A8"/>
            </a:gs>
            <a:gs pos="25000">
              <a:srgbClr val="21D6E0"/>
            </a:gs>
            <a:gs pos="75000">
              <a:srgbClr val="0087E6"/>
            </a:gs>
            <a:gs pos="100000">
              <a:srgbClr val="005CBF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Recover Filter</a:t>
          </a:r>
          <a:endParaRPr lang="en-GB" sz="900" kern="1200" dirty="0"/>
        </a:p>
      </dsp:txBody>
      <dsp:txXfrm>
        <a:off x="4149" y="1847163"/>
        <a:ext cx="1416678" cy="708339"/>
      </dsp:txXfrm>
    </dsp:sp>
    <dsp:sp modelId="{C96FD77E-CC30-4E68-A54B-174B00CD4789}">
      <dsp:nvSpPr>
        <dsp:cNvPr id="0" name=""/>
        <dsp:cNvSpPr/>
      </dsp:nvSpPr>
      <dsp:spPr>
        <a:xfrm>
          <a:off x="1420828" y="2186853"/>
          <a:ext cx="566671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566671" y="1447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>
        <a:off x="1689997" y="2187166"/>
        <a:ext cx="28333" cy="28333"/>
      </dsp:txXfrm>
    </dsp:sp>
    <dsp:sp modelId="{F6D8196E-B790-476C-A3D5-B87147796006}">
      <dsp:nvSpPr>
        <dsp:cNvPr id="0" name=""/>
        <dsp:cNvSpPr/>
      </dsp:nvSpPr>
      <dsp:spPr>
        <a:xfrm>
          <a:off x="1987499" y="1847163"/>
          <a:ext cx="1416678" cy="70833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000082"/>
            </a:gs>
            <a:gs pos="30000">
              <a:srgbClr val="66008F"/>
            </a:gs>
            <a:gs pos="64999">
              <a:srgbClr val="BA0066"/>
            </a:gs>
            <a:gs pos="89999">
              <a:srgbClr val="FF0000"/>
            </a:gs>
            <a:gs pos="100000">
              <a:srgbClr val="FF8200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Rinse all upstream components of filter with water x 2 and Acetone x 1 </a:t>
          </a:r>
          <a:endParaRPr lang="en-GB" sz="900" kern="1200" dirty="0"/>
        </a:p>
      </dsp:txBody>
      <dsp:txXfrm>
        <a:off x="1987499" y="1847163"/>
        <a:ext cx="1416678" cy="708339"/>
      </dsp:txXfrm>
    </dsp:sp>
    <dsp:sp modelId="{49471711-0332-47E5-8E68-3371085700AF}">
      <dsp:nvSpPr>
        <dsp:cNvPr id="0" name=""/>
        <dsp:cNvSpPr/>
      </dsp:nvSpPr>
      <dsp:spPr>
        <a:xfrm rot="19457599">
          <a:off x="3338585" y="1983205"/>
          <a:ext cx="697857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697857" y="144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19457599">
        <a:off x="3670067" y="1980239"/>
        <a:ext cx="34892" cy="34892"/>
      </dsp:txXfrm>
    </dsp:sp>
    <dsp:sp modelId="{B3F29D17-9DE0-47F2-A72A-AF1922CC2CB6}">
      <dsp:nvSpPr>
        <dsp:cNvPr id="0" name=""/>
        <dsp:cNvSpPr/>
      </dsp:nvSpPr>
      <dsp:spPr>
        <a:xfrm>
          <a:off x="3970849" y="1439868"/>
          <a:ext cx="1416678" cy="70833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Dry Filter at 160</a:t>
          </a:r>
          <a:r>
            <a:rPr lang="en-GB" sz="900" kern="1200" baseline="30000" dirty="0" smtClean="0"/>
            <a:t>o</a:t>
          </a:r>
          <a:r>
            <a:rPr lang="en-GB" sz="900" kern="1200" dirty="0" smtClean="0"/>
            <a:t>C minimum of 1 hrs</a:t>
          </a:r>
          <a:endParaRPr lang="en-GB" sz="900" kern="1200" dirty="0"/>
        </a:p>
      </dsp:txBody>
      <dsp:txXfrm>
        <a:off x="3970849" y="1439868"/>
        <a:ext cx="1416678" cy="708339"/>
      </dsp:txXfrm>
    </dsp:sp>
    <dsp:sp modelId="{193049B7-207B-4B9E-A73B-A384739BF94D}">
      <dsp:nvSpPr>
        <dsp:cNvPr id="0" name=""/>
        <dsp:cNvSpPr/>
      </dsp:nvSpPr>
      <dsp:spPr>
        <a:xfrm rot="21580820">
          <a:off x="5387525" y="1778573"/>
          <a:ext cx="352956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352956" y="144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21580820">
        <a:off x="5555179" y="1784229"/>
        <a:ext cx="17647" cy="17647"/>
      </dsp:txXfrm>
    </dsp:sp>
    <dsp:sp modelId="{641AC02C-5CD8-47C2-9BAC-ADF3CC6F70C4}">
      <dsp:nvSpPr>
        <dsp:cNvPr id="0" name=""/>
        <dsp:cNvSpPr/>
      </dsp:nvSpPr>
      <dsp:spPr>
        <a:xfrm>
          <a:off x="5740479" y="1437899"/>
          <a:ext cx="1416678" cy="70833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Weigh Filters </a:t>
          </a:r>
          <a:endParaRPr lang="en-GB" sz="900" kern="1200" dirty="0"/>
        </a:p>
      </dsp:txBody>
      <dsp:txXfrm>
        <a:off x="5740479" y="1437899"/>
        <a:ext cx="1416678" cy="708339"/>
      </dsp:txXfrm>
    </dsp:sp>
    <dsp:sp modelId="{A7D051DC-E2CC-43F9-9D5E-1758E2AADBBF}">
      <dsp:nvSpPr>
        <dsp:cNvPr id="0" name=""/>
        <dsp:cNvSpPr/>
      </dsp:nvSpPr>
      <dsp:spPr>
        <a:xfrm rot="21296114">
          <a:off x="7156484" y="1762352"/>
          <a:ext cx="345175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345175" y="144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21296114">
        <a:off x="7320442" y="1768203"/>
        <a:ext cx="17258" cy="17258"/>
      </dsp:txXfrm>
    </dsp:sp>
    <dsp:sp modelId="{B1A89313-6BCD-4277-BEA9-87A27010EF24}">
      <dsp:nvSpPr>
        <dsp:cNvPr id="0" name=""/>
        <dsp:cNvSpPr/>
      </dsp:nvSpPr>
      <dsp:spPr>
        <a:xfrm>
          <a:off x="7500985" y="1407426"/>
          <a:ext cx="1416678" cy="70833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CCCCFF"/>
            </a:gs>
            <a:gs pos="17999">
              <a:srgbClr val="99CCFF"/>
            </a:gs>
            <a:gs pos="36000">
              <a:srgbClr val="9966FF"/>
            </a:gs>
            <a:gs pos="61000">
              <a:srgbClr val="CC99FF"/>
            </a:gs>
            <a:gs pos="82001">
              <a:srgbClr val="99CCFF"/>
            </a:gs>
            <a:gs pos="100000">
              <a:srgbClr val="CCCCFF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Calculate Particulate Level and Correct to appropriate reference Oxygen level for the period of test</a:t>
          </a:r>
          <a:endParaRPr lang="en-GB" sz="900" kern="1200" dirty="0"/>
        </a:p>
      </dsp:txBody>
      <dsp:txXfrm>
        <a:off x="7500985" y="1407426"/>
        <a:ext cx="1416678" cy="708339"/>
      </dsp:txXfrm>
    </dsp:sp>
    <dsp:sp modelId="{9A0A1CE3-38EB-4DEA-952D-832BD644975A}">
      <dsp:nvSpPr>
        <dsp:cNvPr id="0" name=""/>
        <dsp:cNvSpPr/>
      </dsp:nvSpPr>
      <dsp:spPr>
        <a:xfrm rot="2142401">
          <a:off x="3338585" y="2390501"/>
          <a:ext cx="697857" cy="28959"/>
        </a:xfrm>
        <a:custGeom>
          <a:avLst/>
          <a:gdLst/>
          <a:ahLst/>
          <a:cxnLst/>
          <a:rect l="0" t="0" r="0" b="0"/>
          <a:pathLst>
            <a:path>
              <a:moveTo>
                <a:pt x="0" y="14479"/>
              </a:moveTo>
              <a:lnTo>
                <a:pt x="697857" y="14479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500" kern="1200"/>
        </a:p>
      </dsp:txBody>
      <dsp:txXfrm rot="2142401">
        <a:off x="3670067" y="2387534"/>
        <a:ext cx="34892" cy="34892"/>
      </dsp:txXfrm>
    </dsp:sp>
    <dsp:sp modelId="{FADD82DD-9498-4EC4-A475-7AC04E91D83D}">
      <dsp:nvSpPr>
        <dsp:cNvPr id="0" name=""/>
        <dsp:cNvSpPr/>
      </dsp:nvSpPr>
      <dsp:spPr>
        <a:xfrm>
          <a:off x="3970849" y="2254458"/>
          <a:ext cx="1416678" cy="708339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900" kern="1200" dirty="0" smtClean="0"/>
            <a:t>Evaporate Washings and dry in oven </a:t>
          </a:r>
          <a:r>
            <a:rPr lang="en-GB" sz="900" kern="1200" smtClean="0"/>
            <a:t>at 160</a:t>
          </a:r>
          <a:r>
            <a:rPr lang="en-GB" sz="900" kern="1200" baseline="30000" smtClean="0"/>
            <a:t>o</a:t>
          </a:r>
          <a:r>
            <a:rPr lang="en-GB" sz="900" kern="1200" smtClean="0"/>
            <a:t>C</a:t>
          </a:r>
          <a:endParaRPr lang="en-GB" sz="900" kern="1200" dirty="0"/>
        </a:p>
      </dsp:txBody>
      <dsp:txXfrm>
        <a:off x="3970849" y="2254458"/>
        <a:ext cx="1416678" cy="7083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8" tIns="47174" rIns="94348" bIns="47174" numCol="1" anchor="t" anchorCtr="0" compatLnSpc="1">
            <a:prstTxWarp prst="textNoShape">
              <a:avLst/>
            </a:prstTxWarp>
          </a:bodyPr>
          <a:lstStyle>
            <a:lvl1pPr defTabSz="942975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3663" y="0"/>
            <a:ext cx="2984500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8" tIns="47174" rIns="94348" bIns="47174" numCol="1" anchor="t" anchorCtr="0" compatLnSpc="1">
            <a:prstTxWarp prst="textNoShape">
              <a:avLst/>
            </a:prstTxWarp>
          </a:bodyPr>
          <a:lstStyle>
            <a:lvl1pPr algn="r" defTabSz="942975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0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2413"/>
            <a:ext cx="29845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8" tIns="47174" rIns="94348" bIns="47174" numCol="1" anchor="b" anchorCtr="0" compatLnSpc="1">
            <a:prstTxWarp prst="textNoShape">
              <a:avLst/>
            </a:prstTxWarp>
          </a:bodyPr>
          <a:lstStyle>
            <a:lvl1pPr defTabSz="942975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41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3663" y="9142413"/>
            <a:ext cx="2984500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348" tIns="47174" rIns="94348" bIns="47174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/>
            </a:lvl1pPr>
          </a:lstStyle>
          <a:p>
            <a:pPr>
              <a:defRPr/>
            </a:pPr>
            <a:fld id="{136FE96A-160A-443C-9A7C-85D79B48D6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EA8F2AE-5D00-4A1B-9241-D3314B27220C}" type="datetimeFigureOut">
              <a:rPr lang="en-US"/>
              <a:pPr>
                <a:defRPr/>
              </a:pPr>
              <a:t>5/6/2010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38200" y="722313"/>
            <a:ext cx="5211763" cy="3608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570413"/>
            <a:ext cx="5510213" cy="4330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40825"/>
            <a:ext cx="2984500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075" y="9140825"/>
            <a:ext cx="2984500" cy="4810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487031BC-CDC9-44DB-82DC-A910871FAE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68263"/>
            <a:ext cx="9404350" cy="6713537"/>
            <a:chOff x="0" y="43"/>
            <a:chExt cx="5467" cy="4229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auto">
            <a:xfrm>
              <a:off x="692" y="494"/>
              <a:ext cx="4775" cy="936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0" y="43"/>
              <a:ext cx="624" cy="4229"/>
              <a:chOff x="0" y="43"/>
              <a:chExt cx="624" cy="4229"/>
            </a:xfrm>
          </p:grpSpPr>
          <p:sp>
            <p:nvSpPr>
              <p:cNvPr id="7" name="Line 5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" name="Line 6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" name="Line 7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" name="Line 8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1" name="Line 9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2" name="Line 10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3" name="Line 11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4" name="Line 12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5" name="Line 13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6" name="Line 14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7" name="Line 15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8" name="Line 16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9" name="Line 17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0" name="Line 18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1" name="Line 19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2" name="Line 20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3" name="Line 21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4" name="Line 22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5" name="Line 23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6" name="Line 24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7" name="Line 25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8" name="Line 26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29" name="Line 27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0" name="Line 28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1" name="Line 29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2" name="Line 30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3" name="Line 31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4" name="Line 32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5" name="Line 33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6" name="Line 34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7" name="Line 35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8" name="Line 36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39" name="Line 37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0" name="Line 38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1" name="Line 39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2" name="Line 40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3" name="Line 41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4" name="Line 42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5" name="Line 43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6" name="Line 44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7" name="Line 45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8" name="Line 46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49" name="Line 47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0" name="Line 48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" name="Line 49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" name="Line 50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3" name="Line 51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4" name="Line 52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5" name="Line 53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6" name="Line 54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7" name="Line 55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8" name="Line 56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9" name="Line 57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0" name="Line 58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1" name="Line 59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2" name="Line 60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3" name="Line 61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4" name="Line 62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5" name="Line 63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6" name="Line 64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7" name="Line 65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8" name="Line 66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69" name="Line 67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0" name="Line 68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1" name="Line 69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2" name="Line 70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3" name="Line 71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4" name="Line 72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5" name="Line 73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6" name="Line 74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7" name="Line 75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8" name="Line 76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79" name="Line 77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0" name="Line 78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1" name="Line 79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2" name="Line 80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3" name="Line 81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4" name="Line 82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5" name="Line 83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6" name="Line 84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7" name="Line 85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8" name="Line 86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89" name="Line 87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0" name="Line 88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1" name="Line 89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2" name="Line 90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3" name="Line 91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4" name="Line 92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624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5" name="Line 93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6" name="Line 94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7" name="Line 95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8" name="Line 96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99" name="Line 97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624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0" name="Line 98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1" name="Line 99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2" name="Line 100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3" name="Line 101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624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04" name="Line 102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624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</p:grpSp>
      </p:grpSp>
      <p:sp>
        <p:nvSpPr>
          <p:cNvPr id="105" name="Rectangle 108"/>
          <p:cNvSpPr>
            <a:spLocks noChangeArrowheads="1"/>
          </p:cNvSpPr>
          <p:nvPr/>
        </p:nvSpPr>
        <p:spPr bwMode="auto">
          <a:xfrm>
            <a:off x="3267075" y="2120900"/>
            <a:ext cx="6137275" cy="77788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106" name="Rectangle 109"/>
          <p:cNvSpPr>
            <a:spLocks noChangeArrowheads="1"/>
          </p:cNvSpPr>
          <p:nvPr/>
        </p:nvSpPr>
        <p:spPr bwMode="auto">
          <a:xfrm>
            <a:off x="1190625" y="862013"/>
            <a:ext cx="6134100" cy="77787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/>
          </a:p>
        </p:txBody>
      </p:sp>
      <p:sp>
        <p:nvSpPr>
          <p:cNvPr id="6250" name="Rectangle 106"/>
          <p:cNvSpPr>
            <a:spLocks noGrp="1" noChangeArrowheads="1"/>
          </p:cNvSpPr>
          <p:nvPr>
            <p:ph type="ctrTitle"/>
          </p:nvPr>
        </p:nvSpPr>
        <p:spPr>
          <a:xfrm>
            <a:off x="1265238" y="1046163"/>
            <a:ext cx="7999412" cy="101282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6251" name="Rectangle 107"/>
          <p:cNvSpPr>
            <a:spLocks noGrp="1" noChangeArrowheads="1"/>
          </p:cNvSpPr>
          <p:nvPr>
            <p:ph type="subTitle" idx="1"/>
          </p:nvPr>
        </p:nvSpPr>
        <p:spPr>
          <a:xfrm>
            <a:off x="1697038" y="2693988"/>
            <a:ext cx="7218362" cy="29940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07" name="Rectangle 103"/>
          <p:cNvSpPr>
            <a:spLocks noGrp="1" noChangeArrowheads="1"/>
          </p:cNvSpPr>
          <p:nvPr>
            <p:ph type="dt" sz="half" idx="10"/>
          </p:nvPr>
        </p:nvSpPr>
        <p:spPr>
          <a:xfrm>
            <a:off x="1504950" y="6357938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8" name="Rectangle 104"/>
          <p:cNvSpPr>
            <a:spLocks noGrp="1" noChangeArrowheads="1"/>
          </p:cNvSpPr>
          <p:nvPr>
            <p:ph type="ftr" sz="quarter" idx="11"/>
          </p:nvPr>
        </p:nvSpPr>
        <p:spPr>
          <a:xfrm>
            <a:off x="4030663" y="6357938"/>
            <a:ext cx="2463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9" name="Rectangle 10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02463" y="6361113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87131-4A0D-40E3-90F5-D178FC2B083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" grpId="0" animBg="1" autoUpdateAnimBg="0"/>
      <p:bldP spid="106" grpId="0" animBg="1" autoUpdateAnimBg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2A7420-A20E-46C7-991F-A4A3356CA9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AED404-8202-48E7-AA33-FCDD38952D9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77888" y="2214563"/>
            <a:ext cx="4233862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64150" y="2214563"/>
            <a:ext cx="4233863" cy="38814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446CB0-C3CA-4763-92A4-009AB78B5CC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30EAB-9515-41B2-8546-79695C59698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ACE0F-EFDB-4B44-B421-16F7409DF96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5FC78D-825B-4DFC-BB42-7E01DF9CE45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158CC-1417-4D8C-839D-DA0FA347DE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27C2DA-125A-46A5-93A5-FADB35317D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A0343-7C8E-4515-B5CC-C1E27F6521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43775" y="609600"/>
            <a:ext cx="2154238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77888" y="609600"/>
            <a:ext cx="6313487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Rectangle 10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10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1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65C1DA-EE2E-4053-BD8D-1B4C2F49A8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42950" y="1981200"/>
            <a:ext cx="41275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5035550" y="1981200"/>
            <a:ext cx="4127500" cy="4114800"/>
          </a:xfrm>
        </p:spPr>
        <p:txBody>
          <a:bodyPr/>
          <a:lstStyle/>
          <a:p>
            <a:pPr lvl="0"/>
            <a:endParaRPr lang="en-GB" noProof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68263"/>
            <a:ext cx="9658350" cy="6713537"/>
            <a:chOff x="0" y="43"/>
            <a:chExt cx="5616" cy="4229"/>
          </a:xfrm>
        </p:grpSpPr>
        <p:grpSp>
          <p:nvGrpSpPr>
            <p:cNvPr id="4104" name="Group 3"/>
            <p:cNvGrpSpPr>
              <a:grpSpLocks/>
            </p:cNvGrpSpPr>
            <p:nvPr userDrawn="1"/>
          </p:nvGrpSpPr>
          <p:grpSpPr bwMode="auto">
            <a:xfrm>
              <a:off x="0" y="43"/>
              <a:ext cx="408" cy="4229"/>
              <a:chOff x="0" y="43"/>
              <a:chExt cx="5760" cy="4229"/>
            </a:xfrm>
          </p:grpSpPr>
          <p:sp>
            <p:nvSpPr>
              <p:cNvPr id="5124" name="Line 4"/>
              <p:cNvSpPr>
                <a:spLocks noChangeShapeType="1"/>
              </p:cNvSpPr>
              <p:nvPr userDrawn="1"/>
            </p:nvSpPr>
            <p:spPr bwMode="auto">
              <a:xfrm>
                <a:off x="0" y="420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5" name="Line 5"/>
              <p:cNvSpPr>
                <a:spLocks noChangeShapeType="1"/>
              </p:cNvSpPr>
              <p:nvPr userDrawn="1"/>
            </p:nvSpPr>
            <p:spPr bwMode="auto">
              <a:xfrm>
                <a:off x="0" y="42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6" name="Line 6"/>
              <p:cNvSpPr>
                <a:spLocks noChangeShapeType="1"/>
              </p:cNvSpPr>
              <p:nvPr userDrawn="1"/>
            </p:nvSpPr>
            <p:spPr bwMode="auto">
              <a:xfrm>
                <a:off x="0" y="427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7" name="Line 7"/>
              <p:cNvSpPr>
                <a:spLocks noChangeShapeType="1"/>
              </p:cNvSpPr>
              <p:nvPr userDrawn="1"/>
            </p:nvSpPr>
            <p:spPr bwMode="auto">
              <a:xfrm>
                <a:off x="0" y="4113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8" name="Line 8"/>
              <p:cNvSpPr>
                <a:spLocks noChangeShapeType="1"/>
              </p:cNvSpPr>
              <p:nvPr userDrawn="1"/>
            </p:nvSpPr>
            <p:spPr bwMode="auto">
              <a:xfrm>
                <a:off x="0" y="406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29" name="Line 9"/>
              <p:cNvSpPr>
                <a:spLocks noChangeShapeType="1"/>
              </p:cNvSpPr>
              <p:nvPr userDrawn="1"/>
            </p:nvSpPr>
            <p:spPr bwMode="auto">
              <a:xfrm>
                <a:off x="0" y="41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0" name="Line 10"/>
              <p:cNvSpPr>
                <a:spLocks noChangeShapeType="1"/>
              </p:cNvSpPr>
              <p:nvPr userDrawn="1"/>
            </p:nvSpPr>
            <p:spPr bwMode="auto">
              <a:xfrm>
                <a:off x="0" y="366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1" name="Line 11"/>
              <p:cNvSpPr>
                <a:spLocks noChangeShapeType="1"/>
              </p:cNvSpPr>
              <p:nvPr userDrawn="1"/>
            </p:nvSpPr>
            <p:spPr bwMode="auto">
              <a:xfrm>
                <a:off x="0" y="363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2" name="Line 12"/>
              <p:cNvSpPr>
                <a:spLocks noChangeShapeType="1"/>
              </p:cNvSpPr>
              <p:nvPr userDrawn="1"/>
            </p:nvSpPr>
            <p:spPr bwMode="auto">
              <a:xfrm>
                <a:off x="0" y="402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3" name="Line 13"/>
              <p:cNvSpPr>
                <a:spLocks noChangeShapeType="1"/>
              </p:cNvSpPr>
              <p:nvPr userDrawn="1"/>
            </p:nvSpPr>
            <p:spPr bwMode="auto">
              <a:xfrm>
                <a:off x="0" y="389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4" name="Line 14"/>
              <p:cNvSpPr>
                <a:spLocks noChangeShapeType="1"/>
              </p:cNvSpPr>
              <p:nvPr userDrawn="1"/>
            </p:nvSpPr>
            <p:spPr bwMode="auto">
              <a:xfrm>
                <a:off x="0" y="381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5" name="Line 15"/>
              <p:cNvSpPr>
                <a:spLocks noChangeShapeType="1"/>
              </p:cNvSpPr>
              <p:nvPr userDrawn="1"/>
            </p:nvSpPr>
            <p:spPr bwMode="auto">
              <a:xfrm>
                <a:off x="0" y="399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6" name="Line 16"/>
              <p:cNvSpPr>
                <a:spLocks noChangeShapeType="1"/>
              </p:cNvSpPr>
              <p:nvPr userDrawn="1"/>
            </p:nvSpPr>
            <p:spPr bwMode="auto">
              <a:xfrm>
                <a:off x="0" y="368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7" name="Line 17"/>
              <p:cNvSpPr>
                <a:spLocks noChangeShapeType="1"/>
              </p:cNvSpPr>
              <p:nvPr userDrawn="1"/>
            </p:nvSpPr>
            <p:spPr bwMode="auto">
              <a:xfrm>
                <a:off x="0" y="374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8" name="Line 18"/>
              <p:cNvSpPr>
                <a:spLocks noChangeShapeType="1"/>
              </p:cNvSpPr>
              <p:nvPr userDrawn="1"/>
            </p:nvSpPr>
            <p:spPr bwMode="auto">
              <a:xfrm>
                <a:off x="0" y="39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39" name="Line 19"/>
              <p:cNvSpPr>
                <a:spLocks noChangeShapeType="1"/>
              </p:cNvSpPr>
              <p:nvPr userDrawn="1"/>
            </p:nvSpPr>
            <p:spPr bwMode="auto">
              <a:xfrm>
                <a:off x="0" y="39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0" name="Line 20"/>
              <p:cNvSpPr>
                <a:spLocks noChangeShapeType="1"/>
              </p:cNvSpPr>
              <p:nvPr userDrawn="1"/>
            </p:nvSpPr>
            <p:spPr bwMode="auto">
              <a:xfrm>
                <a:off x="0" y="351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1" name="Line 21"/>
              <p:cNvSpPr>
                <a:spLocks noChangeShapeType="1"/>
              </p:cNvSpPr>
              <p:nvPr userDrawn="1"/>
            </p:nvSpPr>
            <p:spPr bwMode="auto">
              <a:xfrm>
                <a:off x="0" y="35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2" name="Line 22"/>
              <p:cNvSpPr>
                <a:spLocks noChangeShapeType="1"/>
              </p:cNvSpPr>
              <p:nvPr userDrawn="1"/>
            </p:nvSpPr>
            <p:spPr bwMode="auto">
              <a:xfrm>
                <a:off x="0" y="357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3" name="Line 23"/>
              <p:cNvSpPr>
                <a:spLocks noChangeShapeType="1"/>
              </p:cNvSpPr>
              <p:nvPr userDrawn="1"/>
            </p:nvSpPr>
            <p:spPr bwMode="auto">
              <a:xfrm>
                <a:off x="0" y="342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4" name="Line 24"/>
              <p:cNvSpPr>
                <a:spLocks noChangeShapeType="1"/>
              </p:cNvSpPr>
              <p:nvPr userDrawn="1"/>
            </p:nvSpPr>
            <p:spPr bwMode="auto">
              <a:xfrm>
                <a:off x="0" y="337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5" name="Line 25"/>
              <p:cNvSpPr>
                <a:spLocks noChangeShapeType="1"/>
              </p:cNvSpPr>
              <p:nvPr userDrawn="1"/>
            </p:nvSpPr>
            <p:spPr bwMode="auto">
              <a:xfrm>
                <a:off x="0" y="346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6" name="Line 26"/>
              <p:cNvSpPr>
                <a:spLocks noChangeShapeType="1"/>
              </p:cNvSpPr>
              <p:nvPr userDrawn="1"/>
            </p:nvSpPr>
            <p:spPr bwMode="auto">
              <a:xfrm>
                <a:off x="0" y="297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7" name="Line 27"/>
              <p:cNvSpPr>
                <a:spLocks noChangeShapeType="1"/>
              </p:cNvSpPr>
              <p:nvPr userDrawn="1"/>
            </p:nvSpPr>
            <p:spPr bwMode="auto">
              <a:xfrm>
                <a:off x="0" y="294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8" name="Line 28"/>
              <p:cNvSpPr>
                <a:spLocks noChangeShapeType="1"/>
              </p:cNvSpPr>
              <p:nvPr userDrawn="1"/>
            </p:nvSpPr>
            <p:spPr bwMode="auto">
              <a:xfrm>
                <a:off x="0" y="332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49" name="Line 29"/>
              <p:cNvSpPr>
                <a:spLocks noChangeShapeType="1"/>
              </p:cNvSpPr>
              <p:nvPr userDrawn="1"/>
            </p:nvSpPr>
            <p:spPr bwMode="auto">
              <a:xfrm>
                <a:off x="0" y="320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0" name="Line 30"/>
              <p:cNvSpPr>
                <a:spLocks noChangeShapeType="1"/>
              </p:cNvSpPr>
              <p:nvPr userDrawn="1"/>
            </p:nvSpPr>
            <p:spPr bwMode="auto">
              <a:xfrm>
                <a:off x="0" y="312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1" name="Line 31"/>
              <p:cNvSpPr>
                <a:spLocks noChangeShapeType="1"/>
              </p:cNvSpPr>
              <p:nvPr userDrawn="1"/>
            </p:nvSpPr>
            <p:spPr bwMode="auto">
              <a:xfrm>
                <a:off x="0" y="330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2" name="Line 32"/>
              <p:cNvSpPr>
                <a:spLocks noChangeShapeType="1"/>
              </p:cNvSpPr>
              <p:nvPr userDrawn="1"/>
            </p:nvSpPr>
            <p:spPr bwMode="auto">
              <a:xfrm>
                <a:off x="0" y="299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3" name="Line 33"/>
              <p:cNvSpPr>
                <a:spLocks noChangeShapeType="1"/>
              </p:cNvSpPr>
              <p:nvPr userDrawn="1"/>
            </p:nvSpPr>
            <p:spPr bwMode="auto">
              <a:xfrm>
                <a:off x="0" y="304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4" name="Line 34"/>
              <p:cNvSpPr>
                <a:spLocks noChangeShapeType="1"/>
              </p:cNvSpPr>
              <p:nvPr userDrawn="1"/>
            </p:nvSpPr>
            <p:spPr bwMode="auto">
              <a:xfrm>
                <a:off x="0" y="324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5" name="Line 35"/>
              <p:cNvSpPr>
                <a:spLocks noChangeShapeType="1"/>
              </p:cNvSpPr>
              <p:nvPr userDrawn="1"/>
            </p:nvSpPr>
            <p:spPr bwMode="auto">
              <a:xfrm>
                <a:off x="0" y="322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6" name="Line 36"/>
              <p:cNvSpPr>
                <a:spLocks noChangeShapeType="1"/>
              </p:cNvSpPr>
              <p:nvPr userDrawn="1"/>
            </p:nvSpPr>
            <p:spPr bwMode="auto">
              <a:xfrm>
                <a:off x="0" y="283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7" name="Line 37"/>
              <p:cNvSpPr>
                <a:spLocks noChangeShapeType="1"/>
              </p:cNvSpPr>
              <p:nvPr userDrawn="1"/>
            </p:nvSpPr>
            <p:spPr bwMode="auto">
              <a:xfrm>
                <a:off x="0" y="275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8" name="Line 38"/>
              <p:cNvSpPr>
                <a:spLocks noChangeShapeType="1"/>
              </p:cNvSpPr>
              <p:nvPr userDrawn="1"/>
            </p:nvSpPr>
            <p:spPr bwMode="auto">
              <a:xfrm>
                <a:off x="0" y="267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59" name="Line 39"/>
              <p:cNvSpPr>
                <a:spLocks noChangeShapeType="1"/>
              </p:cNvSpPr>
              <p:nvPr userDrawn="1"/>
            </p:nvSpPr>
            <p:spPr bwMode="auto">
              <a:xfrm>
                <a:off x="0" y="287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0" name="Line 40"/>
              <p:cNvSpPr>
                <a:spLocks noChangeShapeType="1"/>
              </p:cNvSpPr>
              <p:nvPr userDrawn="1"/>
            </p:nvSpPr>
            <p:spPr bwMode="auto">
              <a:xfrm>
                <a:off x="0" y="285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1" name="Line 41"/>
              <p:cNvSpPr>
                <a:spLocks noChangeShapeType="1"/>
              </p:cNvSpPr>
              <p:nvPr userDrawn="1"/>
            </p:nvSpPr>
            <p:spPr bwMode="auto">
              <a:xfrm>
                <a:off x="0" y="2554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2" name="Line 42"/>
              <p:cNvSpPr>
                <a:spLocks noChangeShapeType="1"/>
              </p:cNvSpPr>
              <p:nvPr userDrawn="1"/>
            </p:nvSpPr>
            <p:spPr bwMode="auto">
              <a:xfrm>
                <a:off x="0" y="2590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3" name="Line 43"/>
              <p:cNvSpPr>
                <a:spLocks noChangeShapeType="1"/>
              </p:cNvSpPr>
              <p:nvPr userDrawn="1"/>
            </p:nvSpPr>
            <p:spPr bwMode="auto">
              <a:xfrm>
                <a:off x="0" y="2623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4" name="Line 44"/>
              <p:cNvSpPr>
                <a:spLocks noChangeShapeType="1"/>
              </p:cNvSpPr>
              <p:nvPr userDrawn="1"/>
            </p:nvSpPr>
            <p:spPr bwMode="auto">
              <a:xfrm>
                <a:off x="0" y="246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5" name="Line 45"/>
              <p:cNvSpPr>
                <a:spLocks noChangeShapeType="1"/>
              </p:cNvSpPr>
              <p:nvPr userDrawn="1"/>
            </p:nvSpPr>
            <p:spPr bwMode="auto">
              <a:xfrm>
                <a:off x="0" y="241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6" name="Line 46"/>
              <p:cNvSpPr>
                <a:spLocks noChangeShapeType="1"/>
              </p:cNvSpPr>
              <p:nvPr userDrawn="1"/>
            </p:nvSpPr>
            <p:spPr bwMode="auto">
              <a:xfrm>
                <a:off x="0" y="250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7" name="Line 47"/>
              <p:cNvSpPr>
                <a:spLocks noChangeShapeType="1"/>
              </p:cNvSpPr>
              <p:nvPr userDrawn="1"/>
            </p:nvSpPr>
            <p:spPr bwMode="auto">
              <a:xfrm>
                <a:off x="0" y="237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8" name="Line 48"/>
              <p:cNvSpPr>
                <a:spLocks noChangeShapeType="1"/>
              </p:cNvSpPr>
              <p:nvPr userDrawn="1"/>
            </p:nvSpPr>
            <p:spPr bwMode="auto">
              <a:xfrm>
                <a:off x="0" y="2245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69" name="Line 49"/>
              <p:cNvSpPr>
                <a:spLocks noChangeShapeType="1"/>
              </p:cNvSpPr>
              <p:nvPr userDrawn="1"/>
            </p:nvSpPr>
            <p:spPr bwMode="auto">
              <a:xfrm>
                <a:off x="0" y="235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0" name="Line 50"/>
              <p:cNvSpPr>
                <a:spLocks noChangeShapeType="1"/>
              </p:cNvSpPr>
              <p:nvPr userDrawn="1"/>
            </p:nvSpPr>
            <p:spPr bwMode="auto">
              <a:xfrm>
                <a:off x="0" y="2290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1" name="Line 51"/>
              <p:cNvSpPr>
                <a:spLocks noChangeShapeType="1"/>
              </p:cNvSpPr>
              <p:nvPr userDrawn="1"/>
            </p:nvSpPr>
            <p:spPr bwMode="auto">
              <a:xfrm>
                <a:off x="0" y="2269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2" name="Line 52"/>
              <p:cNvSpPr>
                <a:spLocks noChangeShapeType="1"/>
              </p:cNvSpPr>
              <p:nvPr userDrawn="1"/>
            </p:nvSpPr>
            <p:spPr bwMode="auto">
              <a:xfrm>
                <a:off x="0" y="213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3" name="Line 53"/>
              <p:cNvSpPr>
                <a:spLocks noChangeShapeType="1"/>
              </p:cNvSpPr>
              <p:nvPr userDrawn="1"/>
            </p:nvSpPr>
            <p:spPr bwMode="auto">
              <a:xfrm>
                <a:off x="0" y="21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4" name="Line 54"/>
              <p:cNvSpPr>
                <a:spLocks noChangeShapeType="1"/>
              </p:cNvSpPr>
              <p:nvPr userDrawn="1"/>
            </p:nvSpPr>
            <p:spPr bwMode="auto">
              <a:xfrm>
                <a:off x="0" y="219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5" name="Line 55"/>
              <p:cNvSpPr>
                <a:spLocks noChangeShapeType="1"/>
              </p:cNvSpPr>
              <p:nvPr userDrawn="1"/>
            </p:nvSpPr>
            <p:spPr bwMode="auto">
              <a:xfrm>
                <a:off x="0" y="204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6" name="Line 56"/>
              <p:cNvSpPr>
                <a:spLocks noChangeShapeType="1"/>
              </p:cNvSpPr>
              <p:nvPr userDrawn="1"/>
            </p:nvSpPr>
            <p:spPr bwMode="auto">
              <a:xfrm>
                <a:off x="0" y="1992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7" name="Line 57"/>
              <p:cNvSpPr>
                <a:spLocks noChangeShapeType="1"/>
              </p:cNvSpPr>
              <p:nvPr userDrawn="1"/>
            </p:nvSpPr>
            <p:spPr bwMode="auto">
              <a:xfrm>
                <a:off x="0" y="208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8" name="Line 58"/>
              <p:cNvSpPr>
                <a:spLocks noChangeShapeType="1"/>
              </p:cNvSpPr>
              <p:nvPr userDrawn="1"/>
            </p:nvSpPr>
            <p:spPr bwMode="auto">
              <a:xfrm>
                <a:off x="0" y="1593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79" name="Line 59"/>
              <p:cNvSpPr>
                <a:spLocks noChangeShapeType="1"/>
              </p:cNvSpPr>
              <p:nvPr userDrawn="1"/>
            </p:nvSpPr>
            <p:spPr bwMode="auto">
              <a:xfrm>
                <a:off x="0" y="156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0" name="Line 60"/>
              <p:cNvSpPr>
                <a:spLocks noChangeShapeType="1"/>
              </p:cNvSpPr>
              <p:nvPr userDrawn="1"/>
            </p:nvSpPr>
            <p:spPr bwMode="auto">
              <a:xfrm>
                <a:off x="0" y="194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1" name="Line 61"/>
              <p:cNvSpPr>
                <a:spLocks noChangeShapeType="1"/>
              </p:cNvSpPr>
              <p:nvPr userDrawn="1"/>
            </p:nvSpPr>
            <p:spPr bwMode="auto">
              <a:xfrm>
                <a:off x="0" y="1821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2" name="Line 62"/>
              <p:cNvSpPr>
                <a:spLocks noChangeShapeType="1"/>
              </p:cNvSpPr>
              <p:nvPr userDrawn="1"/>
            </p:nvSpPr>
            <p:spPr bwMode="auto">
              <a:xfrm>
                <a:off x="0" y="1740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3" name="Line 63"/>
              <p:cNvSpPr>
                <a:spLocks noChangeShapeType="1"/>
              </p:cNvSpPr>
              <p:nvPr userDrawn="1"/>
            </p:nvSpPr>
            <p:spPr bwMode="auto">
              <a:xfrm>
                <a:off x="0" y="192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4" name="Line 64"/>
              <p:cNvSpPr>
                <a:spLocks noChangeShapeType="1"/>
              </p:cNvSpPr>
              <p:nvPr userDrawn="1"/>
            </p:nvSpPr>
            <p:spPr bwMode="auto">
              <a:xfrm>
                <a:off x="0" y="161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5" name="Line 65"/>
              <p:cNvSpPr>
                <a:spLocks noChangeShapeType="1"/>
              </p:cNvSpPr>
              <p:nvPr userDrawn="1"/>
            </p:nvSpPr>
            <p:spPr bwMode="auto">
              <a:xfrm>
                <a:off x="0" y="166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6" name="Line 66"/>
              <p:cNvSpPr>
                <a:spLocks noChangeShapeType="1"/>
              </p:cNvSpPr>
              <p:nvPr userDrawn="1"/>
            </p:nvSpPr>
            <p:spPr bwMode="auto">
              <a:xfrm>
                <a:off x="0" y="186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7" name="Line 67"/>
              <p:cNvSpPr>
                <a:spLocks noChangeShapeType="1"/>
              </p:cNvSpPr>
              <p:nvPr userDrawn="1"/>
            </p:nvSpPr>
            <p:spPr bwMode="auto">
              <a:xfrm>
                <a:off x="0" y="1845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8" name="Line 68"/>
              <p:cNvSpPr>
                <a:spLocks noChangeShapeType="1"/>
              </p:cNvSpPr>
              <p:nvPr userDrawn="1"/>
            </p:nvSpPr>
            <p:spPr bwMode="auto">
              <a:xfrm>
                <a:off x="0" y="1437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89" name="Line 69"/>
              <p:cNvSpPr>
                <a:spLocks noChangeShapeType="1"/>
              </p:cNvSpPr>
              <p:nvPr userDrawn="1"/>
            </p:nvSpPr>
            <p:spPr bwMode="auto">
              <a:xfrm>
                <a:off x="0" y="147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0" name="Line 70"/>
              <p:cNvSpPr>
                <a:spLocks noChangeShapeType="1"/>
              </p:cNvSpPr>
              <p:nvPr userDrawn="1"/>
            </p:nvSpPr>
            <p:spPr bwMode="auto">
              <a:xfrm>
                <a:off x="0" y="1506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1" name="Line 71"/>
              <p:cNvSpPr>
                <a:spLocks noChangeShapeType="1"/>
              </p:cNvSpPr>
              <p:nvPr userDrawn="1"/>
            </p:nvSpPr>
            <p:spPr bwMode="auto">
              <a:xfrm>
                <a:off x="0" y="1347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2" name="Line 72"/>
              <p:cNvSpPr>
                <a:spLocks noChangeShapeType="1"/>
              </p:cNvSpPr>
              <p:nvPr userDrawn="1"/>
            </p:nvSpPr>
            <p:spPr bwMode="auto">
              <a:xfrm>
                <a:off x="0" y="1392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3" name="Line 73"/>
              <p:cNvSpPr>
                <a:spLocks noChangeShapeType="1"/>
              </p:cNvSpPr>
              <p:nvPr userDrawn="1"/>
            </p:nvSpPr>
            <p:spPr bwMode="auto">
              <a:xfrm>
                <a:off x="0" y="1016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4" name="Line 74"/>
              <p:cNvSpPr>
                <a:spLocks noChangeShapeType="1"/>
              </p:cNvSpPr>
              <p:nvPr userDrawn="1"/>
            </p:nvSpPr>
            <p:spPr bwMode="auto">
              <a:xfrm>
                <a:off x="0" y="989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5" name="Line 75"/>
              <p:cNvSpPr>
                <a:spLocks noChangeShapeType="1"/>
              </p:cNvSpPr>
              <p:nvPr userDrawn="1"/>
            </p:nvSpPr>
            <p:spPr bwMode="auto">
              <a:xfrm>
                <a:off x="0" y="1244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6" name="Line 76"/>
              <p:cNvSpPr>
                <a:spLocks noChangeShapeType="1"/>
              </p:cNvSpPr>
              <p:nvPr userDrawn="1"/>
            </p:nvSpPr>
            <p:spPr bwMode="auto">
              <a:xfrm>
                <a:off x="0" y="1163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7" name="Line 77"/>
              <p:cNvSpPr>
                <a:spLocks noChangeShapeType="1"/>
              </p:cNvSpPr>
              <p:nvPr userDrawn="1"/>
            </p:nvSpPr>
            <p:spPr bwMode="auto">
              <a:xfrm>
                <a:off x="0" y="1037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8" name="Line 78"/>
              <p:cNvSpPr>
                <a:spLocks noChangeShapeType="1"/>
              </p:cNvSpPr>
              <p:nvPr userDrawn="1"/>
            </p:nvSpPr>
            <p:spPr bwMode="auto">
              <a:xfrm>
                <a:off x="0" y="10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199" name="Line 79"/>
              <p:cNvSpPr>
                <a:spLocks noChangeShapeType="1"/>
              </p:cNvSpPr>
              <p:nvPr userDrawn="1"/>
            </p:nvSpPr>
            <p:spPr bwMode="auto">
              <a:xfrm>
                <a:off x="0" y="128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0" name="Line 80"/>
              <p:cNvSpPr>
                <a:spLocks noChangeShapeType="1"/>
              </p:cNvSpPr>
              <p:nvPr userDrawn="1"/>
            </p:nvSpPr>
            <p:spPr bwMode="auto">
              <a:xfrm>
                <a:off x="0" y="126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1" name="Line 81"/>
              <p:cNvSpPr>
                <a:spLocks noChangeShapeType="1"/>
              </p:cNvSpPr>
              <p:nvPr userDrawn="1"/>
            </p:nvSpPr>
            <p:spPr bwMode="auto">
              <a:xfrm>
                <a:off x="0" y="86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2" name="Line 82"/>
              <p:cNvSpPr>
                <a:spLocks noChangeShapeType="1"/>
              </p:cNvSpPr>
              <p:nvPr userDrawn="1"/>
            </p:nvSpPr>
            <p:spPr bwMode="auto">
              <a:xfrm>
                <a:off x="0" y="896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3" name="Line 83"/>
              <p:cNvSpPr>
                <a:spLocks noChangeShapeType="1"/>
              </p:cNvSpPr>
              <p:nvPr userDrawn="1"/>
            </p:nvSpPr>
            <p:spPr bwMode="auto">
              <a:xfrm>
                <a:off x="0" y="92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4" name="Line 84"/>
              <p:cNvSpPr>
                <a:spLocks noChangeShapeType="1"/>
              </p:cNvSpPr>
              <p:nvPr userDrawn="1"/>
            </p:nvSpPr>
            <p:spPr bwMode="auto">
              <a:xfrm>
                <a:off x="0" y="770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5" name="Line 85"/>
              <p:cNvSpPr>
                <a:spLocks noChangeShapeType="1"/>
              </p:cNvSpPr>
              <p:nvPr userDrawn="1"/>
            </p:nvSpPr>
            <p:spPr bwMode="auto">
              <a:xfrm>
                <a:off x="0" y="815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6" name="Line 86"/>
              <p:cNvSpPr>
                <a:spLocks noChangeShapeType="1"/>
              </p:cNvSpPr>
              <p:nvPr userDrawn="1"/>
            </p:nvSpPr>
            <p:spPr bwMode="auto">
              <a:xfrm>
                <a:off x="0" y="718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7" name="Line 87"/>
              <p:cNvSpPr>
                <a:spLocks noChangeShapeType="1"/>
              </p:cNvSpPr>
              <p:nvPr userDrawn="1"/>
            </p:nvSpPr>
            <p:spPr bwMode="auto">
              <a:xfrm>
                <a:off x="0" y="646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8" name="Line 88"/>
              <p:cNvSpPr>
                <a:spLocks noChangeShapeType="1"/>
              </p:cNvSpPr>
              <p:nvPr userDrawn="1"/>
            </p:nvSpPr>
            <p:spPr bwMode="auto">
              <a:xfrm>
                <a:off x="0" y="522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09" name="Line 89"/>
              <p:cNvSpPr>
                <a:spLocks noChangeShapeType="1"/>
              </p:cNvSpPr>
              <p:nvPr userDrawn="1"/>
            </p:nvSpPr>
            <p:spPr bwMode="auto">
              <a:xfrm>
                <a:off x="0" y="558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0" name="Line 90"/>
              <p:cNvSpPr>
                <a:spLocks noChangeShapeType="1"/>
              </p:cNvSpPr>
              <p:nvPr userDrawn="1"/>
            </p:nvSpPr>
            <p:spPr bwMode="auto">
              <a:xfrm>
                <a:off x="0" y="591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1" name="Line 91"/>
              <p:cNvSpPr>
                <a:spLocks noChangeShapeType="1"/>
              </p:cNvSpPr>
              <p:nvPr userDrawn="1"/>
            </p:nvSpPr>
            <p:spPr bwMode="auto">
              <a:xfrm>
                <a:off x="0" y="432"/>
                <a:ext cx="5760" cy="0"/>
              </a:xfrm>
              <a:prstGeom prst="line">
                <a:avLst/>
              </a:prstGeom>
              <a:noFill/>
              <a:ln w="2857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2" name="Line 92"/>
              <p:cNvSpPr>
                <a:spLocks noChangeShapeType="1"/>
              </p:cNvSpPr>
              <p:nvPr userDrawn="1"/>
            </p:nvSpPr>
            <p:spPr bwMode="auto">
              <a:xfrm>
                <a:off x="0" y="384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3" name="Line 93"/>
              <p:cNvSpPr>
                <a:spLocks noChangeShapeType="1"/>
              </p:cNvSpPr>
              <p:nvPr userDrawn="1"/>
            </p:nvSpPr>
            <p:spPr bwMode="auto">
              <a:xfrm>
                <a:off x="0" y="477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4" name="Line 94"/>
              <p:cNvSpPr>
                <a:spLocks noChangeShapeType="1"/>
              </p:cNvSpPr>
              <p:nvPr userDrawn="1"/>
            </p:nvSpPr>
            <p:spPr bwMode="auto">
              <a:xfrm>
                <a:off x="0" y="339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5" name="Line 95"/>
              <p:cNvSpPr>
                <a:spLocks noChangeShapeType="1"/>
              </p:cNvSpPr>
              <p:nvPr userDrawn="1"/>
            </p:nvSpPr>
            <p:spPr bwMode="auto">
              <a:xfrm>
                <a:off x="0" y="318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6" name="Line 96"/>
              <p:cNvSpPr>
                <a:spLocks noChangeShapeType="1"/>
              </p:cNvSpPr>
              <p:nvPr userDrawn="1"/>
            </p:nvSpPr>
            <p:spPr bwMode="auto">
              <a:xfrm>
                <a:off x="0" y="258"/>
                <a:ext cx="5760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7" name="Line 97"/>
              <p:cNvSpPr>
                <a:spLocks noChangeShapeType="1"/>
              </p:cNvSpPr>
              <p:nvPr userDrawn="1"/>
            </p:nvSpPr>
            <p:spPr bwMode="auto">
              <a:xfrm>
                <a:off x="0" y="70"/>
                <a:ext cx="5760" cy="0"/>
              </a:xfrm>
              <a:prstGeom prst="line">
                <a:avLst/>
              </a:prstGeom>
              <a:noFill/>
              <a:ln w="9525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8" name="Line 98"/>
              <p:cNvSpPr>
                <a:spLocks noChangeShapeType="1"/>
              </p:cNvSpPr>
              <p:nvPr userDrawn="1"/>
            </p:nvSpPr>
            <p:spPr bwMode="auto">
              <a:xfrm>
                <a:off x="0" y="43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19" name="Line 99"/>
              <p:cNvSpPr>
                <a:spLocks noChangeShapeType="1"/>
              </p:cNvSpPr>
              <p:nvPr userDrawn="1"/>
            </p:nvSpPr>
            <p:spPr bwMode="auto">
              <a:xfrm>
                <a:off x="0" y="91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0" name="Line 100"/>
              <p:cNvSpPr>
                <a:spLocks noChangeShapeType="1"/>
              </p:cNvSpPr>
              <p:nvPr userDrawn="1"/>
            </p:nvSpPr>
            <p:spPr bwMode="auto">
              <a:xfrm>
                <a:off x="0" y="145"/>
                <a:ext cx="5760" cy="0"/>
              </a:xfrm>
              <a:prstGeom prst="line">
                <a:avLst/>
              </a:prstGeom>
              <a:noFill/>
              <a:ln w="127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1" name="Line 101"/>
              <p:cNvSpPr>
                <a:spLocks noChangeShapeType="1"/>
              </p:cNvSpPr>
              <p:nvPr userDrawn="1"/>
            </p:nvSpPr>
            <p:spPr bwMode="auto">
              <a:xfrm>
                <a:off x="0" y="202"/>
                <a:ext cx="5760" cy="0"/>
              </a:xfrm>
              <a:prstGeom prst="line">
                <a:avLst/>
              </a:prstGeom>
              <a:noFill/>
              <a:ln w="38100">
                <a:solidFill>
                  <a:schemeClr val="bg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</p:grpSp>
        <p:grpSp>
          <p:nvGrpSpPr>
            <p:cNvPr id="4105" name="Group 102"/>
            <p:cNvGrpSpPr>
              <a:grpSpLocks/>
            </p:cNvGrpSpPr>
            <p:nvPr userDrawn="1"/>
          </p:nvGrpSpPr>
          <p:grpSpPr bwMode="auto">
            <a:xfrm>
              <a:off x="400" y="205"/>
              <a:ext cx="5216" cy="1123"/>
              <a:chOff x="400" y="205"/>
              <a:chExt cx="5216" cy="1123"/>
            </a:xfrm>
          </p:grpSpPr>
          <p:sp>
            <p:nvSpPr>
              <p:cNvPr id="5223" name="Rectangle 103"/>
              <p:cNvSpPr>
                <a:spLocks noChangeArrowheads="1"/>
              </p:cNvSpPr>
              <p:nvPr userDrawn="1"/>
            </p:nvSpPr>
            <p:spPr bwMode="auto">
              <a:xfrm>
                <a:off x="557" y="205"/>
                <a:ext cx="313" cy="91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4" name="Rectangle 104"/>
              <p:cNvSpPr>
                <a:spLocks noChangeArrowheads="1"/>
              </p:cNvSpPr>
              <p:nvPr userDrawn="1"/>
            </p:nvSpPr>
            <p:spPr bwMode="auto">
              <a:xfrm>
                <a:off x="400" y="288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5" name="Rectangle 105"/>
              <p:cNvSpPr>
                <a:spLocks noChangeArrowheads="1"/>
              </p:cNvSpPr>
              <p:nvPr userDrawn="1"/>
            </p:nvSpPr>
            <p:spPr bwMode="auto">
              <a:xfrm>
                <a:off x="4599" y="1115"/>
                <a:ext cx="930" cy="213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5226" name="Rectangle 106"/>
              <p:cNvSpPr>
                <a:spLocks noChangeArrowheads="1"/>
              </p:cNvSpPr>
              <p:nvPr userDrawn="1"/>
            </p:nvSpPr>
            <p:spPr bwMode="auto">
              <a:xfrm>
                <a:off x="2049" y="1211"/>
                <a:ext cx="3567" cy="49"/>
              </a:xfrm>
              <a:prstGeom prst="rect">
                <a:avLst/>
              </a:prstGeom>
              <a:solidFill>
                <a:schemeClr val="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</p:grpSp>
      </p:grpSp>
      <p:sp>
        <p:nvSpPr>
          <p:cNvPr id="4099" name="Rectangle 107"/>
          <p:cNvSpPr>
            <a:spLocks noGrp="1" noChangeArrowheads="1"/>
          </p:cNvSpPr>
          <p:nvPr>
            <p:ph type="body" idx="1"/>
          </p:nvPr>
        </p:nvSpPr>
        <p:spPr bwMode="auto">
          <a:xfrm>
            <a:off x="877888" y="2214563"/>
            <a:ext cx="8620125" cy="3881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5228" name="Rectangle 10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77888" y="6373813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229" name="Rectangle 10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90900" y="6376988"/>
            <a:ext cx="33432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230" name="Rectangle 1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38988" y="6376988"/>
            <a:ext cx="2376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folHlink"/>
                </a:solidFill>
              </a:defRPr>
            </a:lvl1pPr>
          </a:lstStyle>
          <a:p>
            <a:pPr>
              <a:defRPr/>
            </a:pPr>
            <a:fld id="{D453210F-7C7A-46CD-B196-AC6BBA47DEA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4103" name="Rectangle 111"/>
          <p:cNvSpPr>
            <a:spLocks noGrp="1" noChangeArrowheads="1"/>
          </p:cNvSpPr>
          <p:nvPr>
            <p:ph type="title"/>
          </p:nvPr>
        </p:nvSpPr>
        <p:spPr bwMode="auto">
          <a:xfrm>
            <a:off x="1485900" y="609600"/>
            <a:ext cx="79930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7" r:id="rId12"/>
  </p:sldLayoutIdLst>
  <p:txStyles>
    <p:titleStyle>
      <a:lvl1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lnSpc>
          <a:spcPct val="85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w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w"/>
        <a:defRPr sz="2000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5pPr>
      <a:lvl6pPr marL="22288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6860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1432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60045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.brown@oakwood-environmental.co.uk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Excel_Worksheet1.xls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Excel_Worksheet2.xlsx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GB" smtClean="0"/>
              <a:t>Iso-Kinetic Sampling Training Course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smtClean="0"/>
              <a:t>Dr Roger S Brown</a:t>
            </a:r>
          </a:p>
          <a:p>
            <a:r>
              <a:rPr lang="en-GB" smtClean="0"/>
              <a:t>Oakwood Environmental Services</a:t>
            </a:r>
          </a:p>
          <a:p>
            <a:r>
              <a:rPr lang="en-GB" smtClean="0"/>
              <a:t>Tel:  020 8844 0914</a:t>
            </a:r>
          </a:p>
          <a:p>
            <a:r>
              <a:rPr lang="en-GB" smtClean="0"/>
              <a:t>Fax: 020 8384 0767</a:t>
            </a:r>
          </a:p>
          <a:p>
            <a:r>
              <a:rPr lang="en-GB" smtClean="0"/>
              <a:t>Mob: 077 99 62 3891</a:t>
            </a:r>
          </a:p>
          <a:p>
            <a:r>
              <a:rPr lang="en-GB" smtClean="0"/>
              <a:t>Email: </a:t>
            </a:r>
            <a:r>
              <a:rPr lang="en-GB" sz="2400" smtClean="0"/>
              <a:t>r </a:t>
            </a:r>
            <a:r>
              <a:rPr lang="en-GB" sz="2400" smtClean="0">
                <a:hlinkClick r:id="rId2"/>
              </a:rPr>
              <a:t>s.brown@oakwood-environmental.co.uk</a:t>
            </a:r>
            <a:endParaRPr lang="en-GB" sz="2400" smtClean="0"/>
          </a:p>
          <a:p>
            <a:r>
              <a:rPr lang="en-GB" sz="2400" b="1" smtClean="0"/>
              <a:t>Web: </a:t>
            </a:r>
            <a:r>
              <a:rPr lang="en-GB" sz="2400" smtClean="0"/>
              <a:t>www.oakwood-environmental.co.uk</a:t>
            </a:r>
            <a:endParaRPr lang="en-GB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609600"/>
            <a:ext cx="7993063" cy="1247775"/>
          </a:xfrm>
        </p:spPr>
        <p:txBody>
          <a:bodyPr/>
          <a:lstStyle/>
          <a:p>
            <a:pPr eaLnBrk="1" hangingPunct="1"/>
            <a:r>
              <a:rPr lang="en-GB" sz="4000" smtClean="0"/>
              <a:t>M9096 Type Stack Train</a:t>
            </a:r>
          </a:p>
        </p:txBody>
      </p:sp>
      <p:pic>
        <p:nvPicPr>
          <p:cNvPr id="8195" name="Picture 3" descr="m9096 legend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52625" y="1547813"/>
            <a:ext cx="6000750" cy="508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Content Placeholder 26" descr="m9096 rev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442913" y="1785938"/>
            <a:ext cx="7986712" cy="4786312"/>
          </a:xfrm>
        </p:spPr>
      </p:pic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smtClean="0"/>
              <a:t>Relationship of flow at Gas Meter and Stack Velocity</a:t>
            </a:r>
          </a:p>
        </p:txBody>
      </p:sp>
      <p:cxnSp>
        <p:nvCxnSpPr>
          <p:cNvPr id="7" name="Straight Connector 6"/>
          <p:cNvCxnSpPr>
            <a:cxnSpLocks noChangeShapeType="1"/>
          </p:cNvCxnSpPr>
          <p:nvPr/>
        </p:nvCxnSpPr>
        <p:spPr bwMode="auto">
          <a:xfrm rot="10800000" flipV="1">
            <a:off x="4524375" y="5643563"/>
            <a:ext cx="1857375" cy="357187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 type="triangle" w="lg" len="lg"/>
            <a:tailEnd/>
          </a:ln>
        </p:spPr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024188" y="5857875"/>
            <a:ext cx="171450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 b="1"/>
              <a:t>Adjust Flow Qm Here to match flow required at nozzle</a:t>
            </a:r>
          </a:p>
        </p:txBody>
      </p:sp>
      <p:cxnSp>
        <p:nvCxnSpPr>
          <p:cNvPr id="10" name="Straight Arrow Connector 9"/>
          <p:cNvCxnSpPr>
            <a:cxnSpLocks noChangeShapeType="1"/>
          </p:cNvCxnSpPr>
          <p:nvPr/>
        </p:nvCxnSpPr>
        <p:spPr bwMode="auto">
          <a:xfrm rot="5400000">
            <a:off x="596107" y="3713956"/>
            <a:ext cx="1428750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 type="triangle" w="lg" len="lg"/>
            <a:tailEnd/>
          </a:ln>
        </p:spPr>
      </p:cxnSp>
      <p:cxnSp>
        <p:nvCxnSpPr>
          <p:cNvPr id="12" name="Straight Connector 11"/>
          <p:cNvCxnSpPr>
            <a:cxnSpLocks noChangeShapeType="1"/>
          </p:cNvCxnSpPr>
          <p:nvPr/>
        </p:nvCxnSpPr>
        <p:spPr bwMode="auto">
          <a:xfrm rot="5400000">
            <a:off x="1988344" y="4179094"/>
            <a:ext cx="21431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 type="triangle" w="lg" len="lg"/>
            <a:tailEnd/>
          </a:ln>
        </p:spPr>
      </p:cxn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095375" y="4429125"/>
            <a:ext cx="6429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/>
              <a:t>Vs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881188" y="4286250"/>
            <a:ext cx="6429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/>
              <a:t>Vn</a:t>
            </a:r>
          </a:p>
        </p:txBody>
      </p:sp>
      <p:cxnSp>
        <p:nvCxnSpPr>
          <p:cNvPr id="17" name="Straight Arrow Connector 16"/>
          <p:cNvCxnSpPr>
            <a:cxnSpLocks noChangeShapeType="1"/>
          </p:cNvCxnSpPr>
          <p:nvPr/>
        </p:nvCxnSpPr>
        <p:spPr bwMode="auto">
          <a:xfrm rot="10800000" flipV="1">
            <a:off x="7881938" y="5643563"/>
            <a:ext cx="928687" cy="1587"/>
          </a:xfrm>
          <a:prstGeom prst="straightConnector1">
            <a:avLst/>
          </a:prstGeom>
          <a:noFill/>
          <a:ln w="53975" algn="ctr">
            <a:solidFill>
              <a:srgbClr val="FF3300"/>
            </a:solidFill>
            <a:miter lim="800000"/>
            <a:headEnd type="triangle" w="med" len="med"/>
            <a:tailEnd/>
          </a:ln>
        </p:spPr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8882063" y="5429250"/>
            <a:ext cx="714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/>
              <a:t>Qm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24188" y="2500313"/>
            <a:ext cx="6429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dirty="0" err="1">
                <a:latin typeface="Symbol" pitchFamily="18" charset="2"/>
              </a:rPr>
              <a:t>D</a:t>
            </a:r>
            <a:r>
              <a:rPr lang="en-GB" dirty="0" err="1">
                <a:latin typeface="+mj-lt"/>
              </a:rPr>
              <a:t>p</a:t>
            </a:r>
            <a:endParaRPr lang="en-GB" dirty="0">
              <a:latin typeface="+mj-lt"/>
            </a:endParaRPr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2524125" y="2500313"/>
            <a:ext cx="4286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800"/>
              <a:t>Ts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7524750" y="4572000"/>
            <a:ext cx="6429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800"/>
              <a:t>Tm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1595438" y="2571750"/>
            <a:ext cx="428625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800"/>
              <a:t>Ps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7810500" y="5929313"/>
            <a:ext cx="6429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800"/>
              <a:t>Pm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2524125" y="2000250"/>
            <a:ext cx="10715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800"/>
              <a:t>Wet Gas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8096250" y="4929188"/>
            <a:ext cx="107156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800"/>
              <a:t>Dry Gas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9" grpId="0"/>
      <p:bldP spid="20" grpId="0"/>
      <p:bldP spid="22" grpId="0"/>
      <p:bldP spid="23" grpId="0"/>
      <p:bldP spid="24" grpId="0"/>
      <p:bldP spid="25" grpId="0"/>
      <p:bldP spid="18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How is Sampling Rate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09638" indent="-514350">
              <a:buFont typeface="Times New Roman" pitchFamily="18" charset="0"/>
              <a:buAutoNum type="arabicPeriod"/>
            </a:pPr>
            <a:r>
              <a:rPr lang="en-GB" sz="2400" smtClean="0"/>
              <a:t>Select a Nozzle which is within the flow rate achievble by the Pump</a:t>
            </a:r>
          </a:p>
          <a:p>
            <a:pPr marL="909638" indent="-514350">
              <a:buFont typeface="Times New Roman" pitchFamily="18" charset="0"/>
              <a:buAutoNum type="arabicPeriod"/>
            </a:pPr>
            <a:r>
              <a:rPr lang="en-GB" sz="2400" smtClean="0"/>
              <a:t>Calculate the flow rate required through the size of nozzle selected such that Vn = VS taking into account the temperature of the gas meter and flow meter and the temperature of the stack.</a:t>
            </a:r>
          </a:p>
          <a:p>
            <a:pPr marL="1138238" lvl="2" indent="0"/>
            <a:r>
              <a:rPr lang="en-GB" smtClean="0"/>
              <a:t>Use a Spread Sheet on a computer</a:t>
            </a:r>
          </a:p>
          <a:p>
            <a:pPr marL="1138238" lvl="2" indent="0"/>
            <a:r>
              <a:rPr lang="en-GB" smtClean="0"/>
              <a:t>Use a nomograph Slide Rule</a:t>
            </a:r>
          </a:p>
          <a:p>
            <a:pPr marL="1138238" lvl="2" indent="0"/>
            <a:r>
              <a:rPr lang="en-GB" smtClean="0"/>
              <a:t>Use a programmed Calculator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smtClean="0">
                <a:solidFill>
                  <a:srgbClr val="3333FF"/>
                </a:solidFill>
              </a:rPr>
              <a:t>Pre Test – Assessment of Conditions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2214563"/>
            <a:ext cx="8620125" cy="4143375"/>
          </a:xfrm>
        </p:spPr>
        <p:txBody>
          <a:bodyPr/>
          <a:lstStyle/>
          <a:p>
            <a:pPr marL="72000" indent="0" eaLnBrk="1" hangingPunct="1">
              <a:lnSpc>
                <a:spcPct val="90000"/>
              </a:lnSpc>
              <a:spcAft>
                <a:spcPts val="1200"/>
              </a:spcAft>
              <a:buFont typeface="Wingdings" pitchFamily="2" charset="2"/>
              <a:buNone/>
              <a:defRPr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In order to perform Particulate Testing to EN13284-1 using a US EPA Method 5 type train it is necessary to effectively conduct 5 stages of pre-assessment;</a:t>
            </a:r>
          </a:p>
          <a:p>
            <a:pPr marL="529200" indent="-45720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Select location and check suitability</a:t>
            </a:r>
          </a:p>
          <a:p>
            <a:pPr marL="529200" indent="-45720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Conduct a velocity traverse of the duct</a:t>
            </a:r>
          </a:p>
          <a:p>
            <a:pPr marL="529200" indent="-45720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Chose no of sample positions</a:t>
            </a:r>
          </a:p>
          <a:p>
            <a:pPr marL="529200" indent="-45720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Determine Molecular weight of flue gases/density</a:t>
            </a:r>
          </a:p>
          <a:p>
            <a:pPr marL="529200" indent="-457200" eaLnBrk="1" hangingPunct="1">
              <a:lnSpc>
                <a:spcPct val="90000"/>
              </a:lnSpc>
              <a:spcAft>
                <a:spcPts val="1200"/>
              </a:spcAft>
              <a:buFont typeface="+mj-lt"/>
              <a:buAutoNum type="arabicPeriod"/>
              <a:defRPr/>
            </a:pPr>
            <a:r>
              <a:rPr lang="en-GB" sz="2400" dirty="0" smtClean="0">
                <a:latin typeface="Arial" pitchFamily="34" charset="0"/>
                <a:cs typeface="Arial" pitchFamily="34" charset="0"/>
              </a:rPr>
              <a:t>Determine moisture of flue gases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smtClean="0">
                <a:solidFill>
                  <a:srgbClr val="3333FF"/>
                </a:solidFill>
              </a:rPr>
              <a:t>Pre Test – Choosing a Location (often preset)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2214563"/>
            <a:ext cx="8620125" cy="41433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GB" sz="2400" smtClean="0">
                <a:latin typeface="Arial" charset="0"/>
                <a:cs typeface="Arial" charset="0"/>
              </a:rPr>
              <a:t>Select a suitable sampling position and this needs to take into account the length of straight duct available, dampers, bends exit point etc. </a:t>
            </a:r>
            <a:r>
              <a:rPr lang="en-GB" sz="2400" b="1" smtClean="0">
                <a:latin typeface="Arial" charset="0"/>
                <a:cs typeface="Arial" charset="0"/>
              </a:rPr>
              <a:t>The EU states 5 downstream and 2 upstream  </a:t>
            </a:r>
          </a:p>
          <a:p>
            <a:pPr eaLnBrk="1" hangingPunct="1">
              <a:lnSpc>
                <a:spcPct val="90000"/>
              </a:lnSpc>
              <a:spcAft>
                <a:spcPts val="1200"/>
              </a:spcAft>
            </a:pPr>
            <a:r>
              <a:rPr lang="en-GB" sz="2400" smtClean="0">
                <a:latin typeface="Arial" charset="0"/>
                <a:cs typeface="Arial" charset="0"/>
              </a:rPr>
              <a:t>Normally this will then lead to 4 to 20 points per plane split between the number of traverses to be used, usually </a:t>
            </a:r>
            <a:r>
              <a:rPr lang="en-GB" sz="2400" b="1" smtClean="0">
                <a:latin typeface="Arial" charset="0"/>
                <a:cs typeface="Arial" charset="0"/>
              </a:rPr>
              <a:t>2</a:t>
            </a:r>
            <a:r>
              <a:rPr lang="en-GB" sz="2400" smtClean="0">
                <a:latin typeface="Arial" charset="0"/>
                <a:cs typeface="Arial" charset="0"/>
              </a:rPr>
              <a:t> on a circular duct.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smtClean="0"/>
              <a:t>BS13284:2002 Sample Points for Circular Ducts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1881188" y="2286000"/>
          <a:ext cx="6604000" cy="364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Range of sampling plane areas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Range of duct diameters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Minimum number of sampling lines (diameters)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Minimum sampling points per plane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m</a:t>
                      </a:r>
                      <a:r>
                        <a:rPr lang="en-GB" baseline="30000" dirty="0" smtClean="0"/>
                        <a:t>2</a:t>
                      </a:r>
                      <a:endParaRPr lang="en-GB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m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&lt;0.1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&lt;0.35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-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           1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baseline="30000" dirty="0" smtClean="0"/>
                        <a:t>(a)</a:t>
                      </a:r>
                      <a:endParaRPr lang="en-GB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0.1 - 1.0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0.35 - 1.1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           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1.1 - 2.0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1.1 - 1.6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dirty="0" smtClean="0"/>
                        <a:t>           8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&gt;2.0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&gt;1.6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 smtClean="0"/>
                        <a:t>At least 12 and 4 per m</a:t>
                      </a:r>
                      <a:r>
                        <a:rPr lang="en-GB" sz="1400" baseline="30000" dirty="0" smtClean="0"/>
                        <a:t>2 (b)</a:t>
                      </a:r>
                      <a:endParaRPr lang="en-GB" sz="1400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 gridSpan="4">
                  <a:txBody>
                    <a:bodyPr/>
                    <a:lstStyle/>
                    <a:p>
                      <a:r>
                        <a:rPr lang="en-GB" sz="1200" u="none" dirty="0" smtClean="0"/>
                        <a:t>a)</a:t>
                      </a:r>
                      <a:r>
                        <a:rPr lang="en-GB" sz="1200" u="none" baseline="0" dirty="0" smtClean="0"/>
                        <a:t>  Using only one sample point may give rise to errors greater than those specified in this standard</a:t>
                      </a:r>
                    </a:p>
                    <a:p>
                      <a:r>
                        <a:rPr lang="en-GB" sz="1200" u="none" baseline="0" dirty="0" smtClean="0"/>
                        <a:t>b)  For large ducts a number of 20 sampling points is generally sufficient</a:t>
                      </a:r>
                      <a:endParaRPr lang="en-GB" sz="1200" u="none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3200" smtClean="0"/>
              <a:t>BS9096:2003 Sample Points for Circular Ducts</a:t>
            </a:r>
          </a:p>
        </p:txBody>
      </p:sp>
      <p:graphicFrame>
        <p:nvGraphicFramePr>
          <p:cNvPr id="151" name="Table 150"/>
          <p:cNvGraphicFramePr>
            <a:graphicFrameLocks noGrp="1"/>
          </p:cNvGraphicFramePr>
          <p:nvPr/>
        </p:nvGraphicFramePr>
        <p:xfrm>
          <a:off x="1881188" y="2286000"/>
          <a:ext cx="6604000" cy="378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000"/>
                <a:gridCol w="1651000"/>
                <a:gridCol w="1651000"/>
                <a:gridCol w="1651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Range of sampling plane areas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Range of duct diameters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Minimum number of sampling lines (diameters)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>
                          <a:solidFill>
                            <a:schemeClr val="tx1"/>
                          </a:solidFill>
                        </a:rPr>
                        <a:t>Minimum sampling points per plane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m</a:t>
                      </a:r>
                      <a:r>
                        <a:rPr lang="en-GB" baseline="30000" dirty="0" smtClean="0"/>
                        <a:t>2</a:t>
                      </a:r>
                      <a:endParaRPr lang="en-GB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m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&lt;0.1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&lt;0.35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-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baseline="30000" dirty="0" smtClean="0"/>
                        <a:t>(a)</a:t>
                      </a:r>
                      <a:endParaRPr lang="en-GB" baseline="30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0.1 – 0.38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0.35 – 0.70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4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0.38 – 0.79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0.70 – 1.00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8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0.79-3.1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1.00-2.00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&gt;3.1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&gt;2.00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2</a:t>
                      </a:r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baseline="0" dirty="0" smtClean="0"/>
                        <a:t>16</a:t>
                      </a:r>
                      <a:endParaRPr lang="en-GB" sz="1800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 gridSpan="4">
                  <a:txBody>
                    <a:bodyPr/>
                    <a:lstStyle/>
                    <a:p>
                      <a:r>
                        <a:rPr lang="en-GB" sz="1200" u="none" dirty="0" smtClean="0"/>
                        <a:t>a)</a:t>
                      </a:r>
                      <a:r>
                        <a:rPr lang="en-GB" sz="1200" u="none" baseline="0" dirty="0" smtClean="0"/>
                        <a:t>  Using only one sample point may give rise to errors greater than those specified in this standard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>
          <a:xfrm>
            <a:off x="1452563" y="500063"/>
            <a:ext cx="7993062" cy="428625"/>
          </a:xfrm>
        </p:spPr>
        <p:txBody>
          <a:bodyPr/>
          <a:lstStyle/>
          <a:p>
            <a:pPr eaLnBrk="1" hangingPunct="1"/>
            <a:r>
              <a:rPr lang="en-GB" sz="1600" b="1" smtClean="0"/>
              <a:t>Selection of Minimum Traverse Points for EU Standards and Tangential Rule</a:t>
            </a:r>
          </a:p>
        </p:txBody>
      </p:sp>
      <p:graphicFrame>
        <p:nvGraphicFramePr>
          <p:cNvPr id="1026" name="Object 1"/>
          <p:cNvGraphicFramePr>
            <a:graphicFrameLocks noChangeAspect="1"/>
          </p:cNvGraphicFramePr>
          <p:nvPr/>
        </p:nvGraphicFramePr>
        <p:xfrm>
          <a:off x="1023938" y="1143000"/>
          <a:ext cx="8358187" cy="5478463"/>
        </p:xfrm>
        <a:graphic>
          <a:graphicData uri="http://schemas.openxmlformats.org/presentationml/2006/ole">
            <p:oleObj spid="_x0000_s1026" name="Worksheet" r:id="rId3" imgW="7429500" imgH="5572125" progId="Excel.Shee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>
          <a:xfrm>
            <a:off x="1452563" y="500063"/>
            <a:ext cx="7993062" cy="428625"/>
          </a:xfrm>
        </p:spPr>
        <p:txBody>
          <a:bodyPr/>
          <a:lstStyle/>
          <a:p>
            <a:pPr eaLnBrk="1" hangingPunct="1"/>
            <a:r>
              <a:rPr lang="en-GB" sz="1600" b="1" smtClean="0"/>
              <a:t>Selection of Minimum Traverse Points for EU Standards and Tangential Rule</a:t>
            </a:r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1023938" y="1143000"/>
          <a:ext cx="8429625" cy="5291138"/>
        </p:xfrm>
        <a:graphic>
          <a:graphicData uri="http://schemas.openxmlformats.org/presentationml/2006/ole">
            <p:oleObj spid="_x0000_s2050" name="Worksheet" r:id="rId3" imgW="7429500" imgH="5334000" progId="Excel.Shee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Sample Positions and Wall Effects</a:t>
            </a:r>
          </a:p>
        </p:txBody>
      </p:sp>
      <p:sp>
        <p:nvSpPr>
          <p:cNvPr id="15363" name="TextBox 2"/>
          <p:cNvSpPr txBox="1">
            <a:spLocks noChangeArrowheads="1"/>
          </p:cNvSpPr>
          <p:nvPr/>
        </p:nvSpPr>
        <p:spPr bwMode="auto">
          <a:xfrm>
            <a:off x="1452563" y="2357438"/>
            <a:ext cx="7643812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 typeface="Arial" charset="0"/>
              <a:buChar char="•"/>
            </a:pPr>
            <a:r>
              <a:rPr lang="en-GB">
                <a:latin typeface="Arial" charset="0"/>
                <a:cs typeface="Arial" charset="0"/>
              </a:rPr>
              <a:t>Sample Points shall not be located within 3% of the sampling line length if d&gt;1.5m or &lt;5cm if d&lt;1.5m from the inner duct wall.</a:t>
            </a:r>
          </a:p>
          <a:p>
            <a:pPr marL="457200" indent="-457200"/>
            <a:endParaRPr lang="en-GB">
              <a:latin typeface="Arial" charset="0"/>
              <a:cs typeface="Arial" charset="0"/>
            </a:endParaRPr>
          </a:p>
          <a:p>
            <a:pPr marL="457200" indent="-457200">
              <a:buFont typeface="Arial" charset="0"/>
              <a:buChar char="•"/>
            </a:pPr>
            <a:r>
              <a:rPr lang="en-GB">
                <a:latin typeface="Arial" charset="0"/>
                <a:cs typeface="Arial" charset="0"/>
              </a:rPr>
              <a:t>Were this occurs move that point to the edge of the no go area.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Sample Positions and Wall Effects</a:t>
            </a:r>
          </a:p>
        </p:txBody>
      </p:sp>
      <p:sp>
        <p:nvSpPr>
          <p:cNvPr id="4" name="Oval 3"/>
          <p:cNvSpPr>
            <a:spLocks noChangeArrowheads="1"/>
          </p:cNvSpPr>
          <p:nvPr/>
        </p:nvSpPr>
        <p:spPr bwMode="auto">
          <a:xfrm>
            <a:off x="3667125" y="2571750"/>
            <a:ext cx="3286125" cy="3214688"/>
          </a:xfrm>
          <a:prstGeom prst="ellips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4024313" y="2928938"/>
            <a:ext cx="2581275" cy="2500312"/>
          </a:xfrm>
          <a:prstGeom prst="ellips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cxnSp>
        <p:nvCxnSpPr>
          <p:cNvPr id="7" name="Straight Connector 6"/>
          <p:cNvCxnSpPr>
            <a:cxnSpLocks noChangeShapeType="1"/>
            <a:stCxn id="4" idx="2"/>
            <a:endCxn id="4" idx="6"/>
          </p:cNvCxnSpPr>
          <p:nvPr/>
        </p:nvCxnSpPr>
        <p:spPr bwMode="auto">
          <a:xfrm rot="10800000" flipH="1">
            <a:off x="3667125" y="4179888"/>
            <a:ext cx="3286125" cy="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</p:cxn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3810000" y="4143375"/>
            <a:ext cx="71438" cy="7143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 flipH="1" flipV="1">
            <a:off x="6738938" y="4143375"/>
            <a:ext cx="71437" cy="71438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 flipH="1">
            <a:off x="4238625" y="4143375"/>
            <a:ext cx="71438" cy="61913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6381750" y="4143375"/>
            <a:ext cx="46038" cy="61913"/>
          </a:xfrm>
          <a:prstGeom prst="ellipse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cxnSp>
        <p:nvCxnSpPr>
          <p:cNvPr id="13" name="Straight Arrow Connector 12"/>
          <p:cNvCxnSpPr>
            <a:cxnSpLocks noChangeShapeType="1"/>
          </p:cNvCxnSpPr>
          <p:nvPr/>
        </p:nvCxnSpPr>
        <p:spPr bwMode="auto">
          <a:xfrm rot="10800000">
            <a:off x="6596063" y="4071938"/>
            <a:ext cx="142875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  <p:cxnSp>
        <p:nvCxnSpPr>
          <p:cNvPr id="15" name="Straight Arrow Connector 14"/>
          <p:cNvCxnSpPr>
            <a:cxnSpLocks noChangeShapeType="1"/>
          </p:cNvCxnSpPr>
          <p:nvPr/>
        </p:nvCxnSpPr>
        <p:spPr bwMode="auto">
          <a:xfrm>
            <a:off x="3881438" y="4071938"/>
            <a:ext cx="142875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 type="arrow" w="med" len="med"/>
          </a:ln>
        </p:spPr>
      </p:cxnSp>
      <p:cxnSp>
        <p:nvCxnSpPr>
          <p:cNvPr id="22" name="Straight Arrow Connector 21"/>
          <p:cNvCxnSpPr>
            <a:cxnSpLocks noChangeShapeType="1"/>
          </p:cNvCxnSpPr>
          <p:nvPr/>
        </p:nvCxnSpPr>
        <p:spPr bwMode="auto">
          <a:xfrm>
            <a:off x="3810000" y="6072188"/>
            <a:ext cx="3286125" cy="158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5310188" y="6143625"/>
            <a:ext cx="4286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/>
              <a:t>D</a:t>
            </a:r>
          </a:p>
        </p:txBody>
      </p:sp>
      <p:cxnSp>
        <p:nvCxnSpPr>
          <p:cNvPr id="25" name="Straight Arrow Connector 24"/>
          <p:cNvCxnSpPr>
            <a:cxnSpLocks noChangeShapeType="1"/>
          </p:cNvCxnSpPr>
          <p:nvPr/>
        </p:nvCxnSpPr>
        <p:spPr bwMode="auto">
          <a:xfrm>
            <a:off x="3667125" y="4286250"/>
            <a:ext cx="214313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miter lim="800000"/>
            <a:headEnd type="triangle" w="med" len="med"/>
            <a:tailEnd type="triangle" w="med" len="med"/>
          </a:ln>
        </p:spPr>
      </p:cxn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3595688" y="4357688"/>
            <a:ext cx="428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/>
              <a:t>d</a:t>
            </a: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1381125" y="3214688"/>
            <a:ext cx="2071688" cy="1754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800">
                <a:latin typeface="Arial" charset="0"/>
                <a:cs typeface="Arial" charset="0"/>
              </a:rPr>
              <a:t>If d&lt; 3% of D or &lt;5cm  depending on size of D move the point to either 5cm from wall or to 3% of D</a:t>
            </a:r>
          </a:p>
        </p:txBody>
      </p:sp>
      <p:sp>
        <p:nvSpPr>
          <p:cNvPr id="35" name="Oval 34"/>
          <p:cNvSpPr>
            <a:spLocks noChangeArrowheads="1"/>
          </p:cNvSpPr>
          <p:nvPr/>
        </p:nvSpPr>
        <p:spPr bwMode="auto">
          <a:xfrm>
            <a:off x="3952875" y="4143375"/>
            <a:ext cx="117475" cy="71438"/>
          </a:xfrm>
          <a:prstGeom prst="ellipse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36" name="Oval 35"/>
          <p:cNvSpPr>
            <a:spLocks noChangeArrowheads="1"/>
          </p:cNvSpPr>
          <p:nvPr/>
        </p:nvSpPr>
        <p:spPr bwMode="auto">
          <a:xfrm flipH="1" flipV="1">
            <a:off x="6570663" y="4143375"/>
            <a:ext cx="96837" cy="71438"/>
          </a:xfrm>
          <a:prstGeom prst="ellipse">
            <a:avLst/>
          </a:prstGeom>
          <a:solidFill>
            <a:srgbClr val="00B05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  <p:bldP spid="10" grpId="0" animBg="1"/>
      <p:bldP spid="11" grpId="0" animBg="1"/>
      <p:bldP spid="23" grpId="0"/>
      <p:bldP spid="33" grpId="0"/>
      <p:bldP spid="34" grpId="0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2800" smtClean="0"/>
              <a:t>Velocity Traverse of Stack To Determine Nozzle Size and homogeneity of flow conditions at the selected sample position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sz="2400" b="1" smtClean="0"/>
              <a:t>Determine the velocity in the duct using an S-type Pitot tube or L-type tube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Visually check pitot tube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Leak check the pitot assembly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Record barometric pressure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Mark pitot tube with the number of traverse points to be used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Insert the pitot tube carefully into duct and record pressure and temperature at each point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Check for cyclonic flow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Measure static pressure in duct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sz="24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Pitot Tubes</a:t>
            </a:r>
          </a:p>
        </p:txBody>
      </p:sp>
      <p:pic>
        <p:nvPicPr>
          <p:cNvPr id="18435" name="Picture 1027" descr="C:\Oakwood Environmental Services\Training Course EPA 5 &amp; 23\Siemens 2005\s-type pito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7400" y="2363788"/>
            <a:ext cx="3495675" cy="3481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436" name="Picture 1028" descr="C:\Oakwood Environmental Services\Training Course EPA 5 &amp; 23\Siemens 2005\l-type pitot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2606675"/>
            <a:ext cx="4800600" cy="281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4000" smtClean="0"/>
              <a:t>Position of Sampling Ports/Location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spcBef>
                <a:spcPct val="35000"/>
              </a:spcBef>
              <a:spcAft>
                <a:spcPct val="35000"/>
              </a:spcAft>
              <a:buClr>
                <a:schemeClr val="tx1"/>
              </a:buClr>
              <a:buFontTx/>
              <a:buChar char="•"/>
            </a:pPr>
            <a:r>
              <a:rPr lang="en-GB" sz="2000" b="1" smtClean="0">
                <a:latin typeface="Arial" charset="0"/>
              </a:rPr>
              <a:t>Flow within many ducts is Turbulent  great for gases bad for Particulate sampling</a:t>
            </a:r>
          </a:p>
          <a:p>
            <a:pPr marL="609600" indent="-609600" eaLnBrk="1" hangingPunct="1">
              <a:spcBef>
                <a:spcPct val="35000"/>
              </a:spcBef>
              <a:spcAft>
                <a:spcPct val="35000"/>
              </a:spcAft>
              <a:buClr>
                <a:schemeClr val="tx1"/>
              </a:buClr>
              <a:buFontTx/>
              <a:buChar char="•"/>
            </a:pPr>
            <a:r>
              <a:rPr lang="en-GB" sz="2000" b="1" smtClean="0">
                <a:latin typeface="Arial" charset="0"/>
              </a:rPr>
              <a:t>The Best location must be sought where the flow is axial to the nozzle at the point of sampling within ±15</a:t>
            </a:r>
            <a:r>
              <a:rPr lang="en-GB" sz="2000" b="1" baseline="30000" smtClean="0">
                <a:latin typeface="Arial" charset="0"/>
              </a:rPr>
              <a:t>o </a:t>
            </a:r>
            <a:r>
              <a:rPr lang="en-GB" sz="2000" b="1" smtClean="0">
                <a:latin typeface="Arial" charset="0"/>
              </a:rPr>
              <a:t>of the flow of the gas stream</a:t>
            </a:r>
          </a:p>
          <a:p>
            <a:pPr marL="609600" indent="-609600" eaLnBrk="1" hangingPunct="1">
              <a:spcBef>
                <a:spcPct val="35000"/>
              </a:spcBef>
              <a:spcAft>
                <a:spcPct val="35000"/>
              </a:spcAft>
              <a:buClr>
                <a:schemeClr val="tx1"/>
              </a:buClr>
              <a:buFontTx/>
              <a:buChar char="•"/>
            </a:pPr>
            <a:r>
              <a:rPr lang="en-GB" sz="2000" b="1" smtClean="0">
                <a:latin typeface="Arial" charset="0"/>
              </a:rPr>
              <a:t>The  velocity should be relatively Uniform across the duct the ratio of highest to lowest gas velocities must be less than 3:1 (Equates to pressure 9:1)</a:t>
            </a:r>
          </a:p>
          <a:p>
            <a:pPr marL="609600" indent="-609600" eaLnBrk="1" hangingPunct="1">
              <a:spcBef>
                <a:spcPct val="35000"/>
              </a:spcBef>
              <a:spcAft>
                <a:spcPct val="35000"/>
              </a:spcAft>
              <a:buClr>
                <a:schemeClr val="tx1"/>
              </a:buClr>
              <a:buFontTx/>
              <a:buChar char="•"/>
            </a:pPr>
            <a:r>
              <a:rPr lang="en-GB" sz="2000" b="1" smtClean="0">
                <a:latin typeface="Arial" charset="0"/>
              </a:rPr>
              <a:t>Minimum velocity for pitot tubes is 5Pa (0.51 mmH</a:t>
            </a:r>
            <a:r>
              <a:rPr lang="en-GB" sz="2000" b="1" baseline="-25000" smtClean="0">
                <a:latin typeface="Arial" charset="0"/>
              </a:rPr>
              <a:t>2</a:t>
            </a:r>
            <a:r>
              <a:rPr lang="en-GB" sz="2000" b="1" smtClean="0">
                <a:latin typeface="Arial" charset="0"/>
              </a:rPr>
              <a:t>0)</a:t>
            </a:r>
          </a:p>
          <a:p>
            <a:pPr marL="609600" indent="-609600" eaLnBrk="1" hangingPunct="1">
              <a:spcBef>
                <a:spcPct val="35000"/>
              </a:spcBef>
              <a:spcAft>
                <a:spcPct val="35000"/>
              </a:spcAft>
              <a:buClr>
                <a:schemeClr val="tx1"/>
              </a:buClr>
              <a:buFontTx/>
              <a:buChar char="•"/>
            </a:pPr>
            <a:r>
              <a:rPr lang="en-GB" sz="2000" b="1" smtClean="0">
                <a:latin typeface="Arial" charset="0"/>
              </a:rPr>
              <a:t>No negative flow  present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2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If Criteria are not Met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The sample location does not conform with BS9096</a:t>
            </a:r>
          </a:p>
          <a:p>
            <a:r>
              <a:rPr lang="en-GB" smtClean="0"/>
              <a:t>Choose another location, or if not possible increase number of sample points.</a:t>
            </a:r>
          </a:p>
          <a:p>
            <a:r>
              <a:rPr lang="en-GB" smtClean="0"/>
              <a:t>Record deviations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Molecular Weight Determination</a:t>
            </a:r>
          </a:p>
        </p:txBody>
      </p:sp>
      <p:sp>
        <p:nvSpPr>
          <p:cNvPr id="7373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mtClean="0"/>
              <a:t>Using what ever means to determine major constituents of flue gas CO</a:t>
            </a:r>
            <a:r>
              <a:rPr lang="en-GB" baseline="-25000" smtClean="0"/>
              <a:t>2</a:t>
            </a:r>
            <a:r>
              <a:rPr lang="en-GB" smtClean="0"/>
              <a:t>, O</a:t>
            </a:r>
            <a:r>
              <a:rPr lang="en-GB" baseline="-25000" smtClean="0"/>
              <a:t>2</a:t>
            </a:r>
            <a:r>
              <a:rPr lang="en-GB" smtClean="0"/>
              <a:t>, CO by difference calculate N</a:t>
            </a:r>
            <a:r>
              <a:rPr lang="en-GB" baseline="-25000" smtClean="0"/>
              <a:t>2 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mtClean="0"/>
              <a:t>    N</a:t>
            </a:r>
            <a:r>
              <a:rPr lang="en-GB" baseline="-25000" smtClean="0"/>
              <a:t>2</a:t>
            </a:r>
            <a:r>
              <a:rPr lang="en-GB" smtClean="0"/>
              <a:t>=</a:t>
            </a:r>
            <a:r>
              <a:rPr lang="en-GB" baseline="-25000" smtClean="0"/>
              <a:t> </a:t>
            </a:r>
            <a:r>
              <a:rPr lang="en-GB" smtClean="0"/>
              <a:t>100-(%O</a:t>
            </a:r>
            <a:r>
              <a:rPr lang="en-GB" baseline="-25000" smtClean="0"/>
              <a:t>2</a:t>
            </a:r>
            <a:r>
              <a:rPr lang="en-GB" smtClean="0"/>
              <a:t>+%CO</a:t>
            </a:r>
            <a:r>
              <a:rPr lang="en-GB" baseline="-25000" smtClean="0"/>
              <a:t>2</a:t>
            </a:r>
            <a:r>
              <a:rPr lang="en-GB" smtClean="0"/>
              <a:t>+%CO)</a:t>
            </a:r>
          </a:p>
          <a:p>
            <a:pPr eaLnBrk="1" hangingPunct="1"/>
            <a:r>
              <a:rPr lang="en-GB" smtClean="0"/>
              <a:t>Calculate dry molecular weight of gases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800" smtClean="0"/>
              <a:t>M</a:t>
            </a:r>
            <a:r>
              <a:rPr lang="en-GB" sz="2800" baseline="-25000" smtClean="0"/>
              <a:t>d</a:t>
            </a:r>
            <a:r>
              <a:rPr lang="en-GB" sz="2800" smtClean="0"/>
              <a:t>=0.44(%CO</a:t>
            </a:r>
            <a:r>
              <a:rPr lang="en-GB" sz="2800" baseline="-25000" smtClean="0"/>
              <a:t>2</a:t>
            </a:r>
            <a:r>
              <a:rPr lang="en-GB" sz="2800" smtClean="0"/>
              <a:t>)+0.32(%O</a:t>
            </a:r>
            <a:r>
              <a:rPr lang="en-GB" sz="2800" baseline="-25000" smtClean="0"/>
              <a:t>2</a:t>
            </a:r>
            <a:r>
              <a:rPr lang="en-GB" sz="2800" smtClean="0"/>
              <a:t>)+0.28(%N</a:t>
            </a:r>
            <a:r>
              <a:rPr lang="en-GB" sz="2800" baseline="-25000" smtClean="0"/>
              <a:t>2</a:t>
            </a:r>
            <a:r>
              <a:rPr lang="en-GB" sz="2800" smtClean="0"/>
              <a:t>+%CO)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" grpId="0" build="p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Determine Water Vapour in Stack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2214563"/>
            <a:ext cx="8620125" cy="421481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400" smtClean="0"/>
              <a:t>Use US EPA Method 4/BS EN 14790 or calculate moisture present in the emission gases if this is possible.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Moisture tests can be combined with BS ISO 9096 or BS EN13284 tests and moisture levels determined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Collect water vapour in a series of weighed impingers filled with water inserted in a cold bath. Or using silica gel in the handle of the probe. </a:t>
            </a:r>
          </a:p>
          <a:p>
            <a:pPr eaLnBrk="1" hangingPunct="1">
              <a:lnSpc>
                <a:spcPct val="90000"/>
              </a:lnSpc>
            </a:pPr>
            <a:r>
              <a:rPr lang="en-GB" sz="2400" smtClean="0"/>
              <a:t>Calculate the amount of water collected and calculate the water vapour fraction present in the gases Bws </a:t>
            </a:r>
          </a:p>
          <a:p>
            <a:pPr eaLnBrk="1" hangingPunct="1"/>
            <a:r>
              <a:rPr lang="en-GB" sz="2400" smtClean="0"/>
              <a:t> Now Calculate Stack gas molecular wt</a:t>
            </a:r>
            <a:r>
              <a:rPr lang="en-GB" sz="2400" b="1" smtClean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GB" sz="2000" smtClean="0"/>
              <a:t>        Ms=0.18(%H</a:t>
            </a:r>
            <a:r>
              <a:rPr lang="en-GB" sz="2000" baseline="-25000" smtClean="0"/>
              <a:t>2</a:t>
            </a:r>
            <a:r>
              <a:rPr lang="en-GB" sz="2000" smtClean="0"/>
              <a:t>O)+M</a:t>
            </a:r>
            <a:r>
              <a:rPr lang="en-GB" sz="2000" baseline="-25000" smtClean="0"/>
              <a:t>d</a:t>
            </a:r>
            <a:r>
              <a:rPr lang="en-GB" sz="2000" smtClean="0"/>
              <a:t>(100-%H</a:t>
            </a:r>
            <a:r>
              <a:rPr lang="en-GB" sz="2000" baseline="-25000" smtClean="0"/>
              <a:t>2</a:t>
            </a:r>
            <a:r>
              <a:rPr lang="en-GB" sz="2000" smtClean="0"/>
              <a:t>O)/100</a:t>
            </a:r>
          </a:p>
          <a:p>
            <a:pPr eaLnBrk="1" hangingPunct="1">
              <a:lnSpc>
                <a:spcPct val="90000"/>
              </a:lnSpc>
            </a:pPr>
            <a:endParaRPr lang="en-GB" sz="28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Select Nozzle Size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Select Nozzle size from the velocity traverse ensuring that the nozzle size is &gt;4mm in diameter</a:t>
            </a:r>
          </a:p>
          <a:p>
            <a:r>
              <a:rPr lang="en-GB" smtClean="0"/>
              <a:t>The above must have due regard for the maximum pump capacity of the sample equipment.</a:t>
            </a:r>
          </a:p>
          <a:p>
            <a:endParaRPr lang="en-GB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>
                <a:latin typeface="Arial" charset="0"/>
              </a:rPr>
              <a:t>Nozzle Calculations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GB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GB" smtClean="0">
                <a:latin typeface="Arial" charset="0"/>
                <a:cs typeface="Arial" charset="0"/>
              </a:rPr>
              <a:t>D</a:t>
            </a:r>
            <a:r>
              <a:rPr lang="en-GB" baseline="-30000" smtClean="0">
                <a:latin typeface="Arial" charset="0"/>
                <a:cs typeface="Arial" charset="0"/>
              </a:rPr>
              <a:t>n</a:t>
            </a:r>
            <a:r>
              <a:rPr lang="en-GB" smtClean="0">
                <a:latin typeface="Arial" charset="0"/>
                <a:cs typeface="Arial" charset="0"/>
              </a:rPr>
              <a:t> = </a:t>
            </a:r>
          </a:p>
        </p:txBody>
      </p:sp>
      <p:graphicFrame>
        <p:nvGraphicFramePr>
          <p:cNvPr id="3074" name="Object 1024"/>
          <p:cNvGraphicFramePr>
            <a:graphicFrameLocks noChangeAspect="1"/>
          </p:cNvGraphicFramePr>
          <p:nvPr/>
        </p:nvGraphicFramePr>
        <p:xfrm>
          <a:off x="2212975" y="2514600"/>
          <a:ext cx="6097588" cy="1438275"/>
        </p:xfrm>
        <a:graphic>
          <a:graphicData uri="http://schemas.openxmlformats.org/presentationml/2006/ole">
            <p:oleObj spid="_x0000_s3074" name="Equation" r:id="rId3" imgW="2476440" imgH="583920" progId="Equation.3">
              <p:embed/>
            </p:oleObj>
          </a:graphicData>
        </a:graphic>
      </p:graphicFrame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381125" y="4000500"/>
            <a:ext cx="6929438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</a:pPr>
            <a:r>
              <a:rPr lang="en-GB" sz="1400">
                <a:latin typeface="Arial" charset="0"/>
                <a:cs typeface="Arial" charset="0"/>
              </a:rPr>
              <a:t>Constant = 0.6071</a:t>
            </a:r>
          </a:p>
          <a:p>
            <a:pPr>
              <a:buFont typeface="Arial" charset="0"/>
              <a:buChar char="•"/>
            </a:pPr>
            <a:r>
              <a:rPr lang="en-GB" sz="1400">
                <a:latin typeface="Arial" charset="0"/>
                <a:cs typeface="Arial" charset="0"/>
              </a:rPr>
              <a:t>Qm: ideal meter flow rate for system</a:t>
            </a:r>
          </a:p>
          <a:p>
            <a:pPr>
              <a:buFont typeface="Arial" charset="0"/>
              <a:buChar char="•"/>
            </a:pPr>
            <a:r>
              <a:rPr lang="en-GB" sz="1400">
                <a:latin typeface="Arial" charset="0"/>
                <a:cs typeface="Arial" charset="0"/>
              </a:rPr>
              <a:t>Cp: Pitot Tube Coefficient</a:t>
            </a:r>
          </a:p>
          <a:p>
            <a:pPr>
              <a:buFont typeface="Arial" charset="0"/>
              <a:buChar char="•"/>
            </a:pPr>
            <a:r>
              <a:rPr lang="en-GB" sz="1400">
                <a:latin typeface="Arial" charset="0"/>
                <a:cs typeface="Arial" charset="0"/>
              </a:rPr>
              <a:t>Temperature of Meter</a:t>
            </a:r>
          </a:p>
          <a:p>
            <a:pPr>
              <a:buFont typeface="Arial" charset="0"/>
              <a:buChar char="•"/>
            </a:pPr>
            <a:r>
              <a:rPr lang="en-GB" sz="1400">
                <a:latin typeface="Arial" charset="0"/>
                <a:cs typeface="Arial" charset="0"/>
              </a:rPr>
              <a:t>Bws: Moisture Content of stack as a fraction i.e 6% is 0.06</a:t>
            </a:r>
          </a:p>
          <a:p>
            <a:pPr>
              <a:buFont typeface="Arial" charset="0"/>
              <a:buChar char="•"/>
            </a:pPr>
            <a:r>
              <a:rPr lang="en-GB" sz="1400">
                <a:latin typeface="Arial" charset="0"/>
                <a:cs typeface="Arial" charset="0"/>
              </a:rPr>
              <a:t>Bwm :Moisture Content of Meter (usually zero)</a:t>
            </a:r>
          </a:p>
          <a:p>
            <a:pPr>
              <a:buFont typeface="Arial" charset="0"/>
              <a:buChar char="•"/>
            </a:pPr>
            <a:r>
              <a:rPr lang="en-GB" sz="1400">
                <a:latin typeface="Arial" charset="0"/>
                <a:cs typeface="Arial" charset="0"/>
              </a:rPr>
              <a:t>Ms:  Molecular Weight of the Stack Gases including moisture</a:t>
            </a:r>
          </a:p>
          <a:p>
            <a:pPr>
              <a:buFont typeface="Arial" charset="0"/>
              <a:buChar char="•"/>
            </a:pPr>
            <a:r>
              <a:rPr lang="en-GB" sz="1400">
                <a:latin typeface="Arial" charset="0"/>
                <a:cs typeface="Arial" charset="0"/>
              </a:rPr>
              <a:t>Ps &amp; Pm: Pressure in the Stack and Meter respectively</a:t>
            </a:r>
          </a:p>
          <a:p>
            <a:pPr>
              <a:buFont typeface="Arial" charset="0"/>
              <a:buChar char="•"/>
            </a:pPr>
            <a:r>
              <a:rPr lang="en-GB" sz="1400">
                <a:latin typeface="Symbol" pitchFamily="18" charset="2"/>
                <a:cs typeface="Arial" charset="0"/>
              </a:rPr>
              <a:t>D</a:t>
            </a:r>
            <a:r>
              <a:rPr lang="en-GB" sz="1400">
                <a:latin typeface="Arial" charset="0"/>
                <a:cs typeface="Arial" charset="0"/>
              </a:rPr>
              <a:t>P The differential pressures arising from the velocity of gases</a:t>
            </a:r>
          </a:p>
          <a:p>
            <a:pPr>
              <a:buFont typeface="Arial" charset="0"/>
              <a:buChar char="•"/>
            </a:pPr>
            <a:r>
              <a:rPr lang="en-GB" sz="1400">
                <a:latin typeface="Arial" charset="0"/>
                <a:cs typeface="Arial" charset="0"/>
              </a:rPr>
              <a:t>Ts &amp; Tm: Temperature of the stack and meter respectively</a:t>
            </a:r>
            <a:r>
              <a:rPr lang="en-GB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6" descr="m9096 rev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1500188"/>
            <a:ext cx="8224838" cy="492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609600"/>
            <a:ext cx="7993063" cy="1247775"/>
          </a:xfrm>
        </p:spPr>
        <p:txBody>
          <a:bodyPr/>
          <a:lstStyle/>
          <a:p>
            <a:pPr eaLnBrk="1" hangingPunct="1"/>
            <a:r>
              <a:rPr lang="en-GB" sz="4000" smtClean="0"/>
              <a:t>Leak Check M9096 Type Stack Train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452938" y="5000625"/>
            <a:ext cx="15001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>
                <a:solidFill>
                  <a:srgbClr val="FF0000"/>
                </a:solidFill>
                <a:latin typeface="Arial" charset="0"/>
                <a:cs typeface="Arial" charset="0"/>
              </a:rPr>
              <a:t>Apply Maximum Pump rate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167688" y="6143625"/>
            <a:ext cx="8572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Q</a:t>
            </a:r>
            <a:r>
              <a:rPr lang="en-GB" baseline="-25000">
                <a:solidFill>
                  <a:srgbClr val="FF0000"/>
                </a:solidFill>
              </a:rPr>
              <a:t>l&lt;2%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3167063" y="3786188"/>
            <a:ext cx="142875" cy="142875"/>
          </a:xfrm>
          <a:prstGeom prst="rect">
            <a:avLst/>
          </a:prstGeom>
          <a:solidFill>
            <a:srgbClr val="FF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endParaRPr lang="en-US">
              <a:solidFill>
                <a:srgbClr val="FF0000"/>
              </a:solidFill>
            </a:endParaRPr>
          </a:p>
        </p:txBody>
      </p: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 rot="10800000">
            <a:off x="5881688" y="5143500"/>
            <a:ext cx="1000125" cy="57150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 type="triangle" w="lg" len="lg"/>
            <a:tailEnd/>
          </a:ln>
        </p:spPr>
      </p:cxn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5810250" y="4429125"/>
            <a:ext cx="25908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solidFill>
                  <a:srgbClr val="FF0000"/>
                </a:solidFill>
                <a:latin typeface="Arial" charset="0"/>
                <a:cs typeface="Arial" charset="0"/>
              </a:rPr>
              <a:t>flow meter should drop to zero</a:t>
            </a:r>
            <a:endParaRPr lang="en-GB" sz="1400">
              <a:latin typeface="Arial" charset="0"/>
              <a:cs typeface="Arial" charset="0"/>
            </a:endParaRPr>
          </a:p>
        </p:txBody>
      </p:sp>
      <p:cxnSp>
        <p:nvCxnSpPr>
          <p:cNvPr id="13" name="Straight Connector 12"/>
          <p:cNvCxnSpPr>
            <a:cxnSpLocks noChangeShapeType="1"/>
          </p:cNvCxnSpPr>
          <p:nvPr/>
        </p:nvCxnSpPr>
        <p:spPr bwMode="auto">
          <a:xfrm rot="10800000">
            <a:off x="6738938" y="4786313"/>
            <a:ext cx="1000125" cy="571500"/>
          </a:xfrm>
          <a:prstGeom prst="line">
            <a:avLst/>
          </a:prstGeom>
          <a:noFill/>
          <a:ln w="9525" algn="ctr">
            <a:solidFill>
              <a:schemeClr val="tx1"/>
            </a:solidFill>
            <a:miter lim="800000"/>
            <a:headEnd type="triangle" w="lg" len="lg"/>
            <a:tailE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Filter Media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smtClean="0"/>
              <a:t>In Stack filtration is easier than out of stack filtration in general</a:t>
            </a:r>
          </a:p>
          <a:p>
            <a:r>
              <a:rPr lang="en-GB" sz="2400" smtClean="0"/>
              <a:t>BS ISO 9096 High Dust Standard differs from BS EN 13284-1 mainly in the precision of the weighing and preparation methods. </a:t>
            </a:r>
          </a:p>
          <a:p>
            <a:r>
              <a:rPr lang="en-GB" sz="2400" smtClean="0"/>
              <a:t>Ideally filter is Quartz, minimises artefact formation (reactions on filter media)</a:t>
            </a:r>
          </a:p>
          <a:p>
            <a:r>
              <a:rPr lang="en-GB" sz="2400" smtClean="0"/>
              <a:t>Plane filter efficiency is 99.5% on a test aerosol with a size of 0.3</a:t>
            </a:r>
            <a:r>
              <a:rPr lang="en-GB" sz="2400" smtClean="0">
                <a:latin typeface="Symbol" pitchFamily="18" charset="2"/>
              </a:rPr>
              <a:t>m </a:t>
            </a:r>
            <a:r>
              <a:rPr lang="en-GB" sz="2400" smtClean="0">
                <a:cs typeface="Arial" charset="0"/>
              </a:rPr>
              <a:t>at the flow rates expected</a:t>
            </a:r>
          </a:p>
          <a:p>
            <a:r>
              <a:rPr lang="en-GB" sz="2400" smtClean="0"/>
              <a:t>Check reagent purity water and acetone (&lt;10mg/l dry residue) </a:t>
            </a:r>
          </a:p>
          <a:p>
            <a:endParaRPr lang="en-GB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Filter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000" smtClean="0"/>
              <a:t>Check balance with calibrated weights</a:t>
            </a:r>
          </a:p>
          <a:p>
            <a:r>
              <a:rPr lang="en-GB" sz="2000" smtClean="0"/>
              <a:t>Use control components </a:t>
            </a:r>
          </a:p>
          <a:p>
            <a:r>
              <a:rPr lang="en-GB" sz="2000" smtClean="0"/>
              <a:t>Record Climatic conditions of weighing room (temp, barometric pressure etc as this affects large components)</a:t>
            </a:r>
          </a:p>
          <a:p>
            <a:r>
              <a:rPr lang="en-GB" sz="2000" smtClean="0"/>
              <a:t>Electrostatic charges are a problem with very low levels use an ion gun</a:t>
            </a:r>
          </a:p>
          <a:p>
            <a:r>
              <a:rPr lang="en-GB" sz="2000" smtClean="0"/>
              <a:t>Pre-condition filters and weighed components to 180</a:t>
            </a:r>
            <a:r>
              <a:rPr lang="en-GB" sz="2000" baseline="30000" smtClean="0"/>
              <a:t>o</a:t>
            </a:r>
            <a:r>
              <a:rPr lang="en-GB" sz="2000" smtClean="0"/>
              <a:t>C for at least an hour and for the same time each time, cool in the same way using a dessicator (min 8 hours)</a:t>
            </a:r>
          </a:p>
          <a:p>
            <a:r>
              <a:rPr lang="en-GB" sz="2000" smtClean="0"/>
              <a:t>It may be useful as in BS EN 13284-1 to weigh at 1min, 2min and 3 min and extrapolate back to zero. The filter may need to be re-conditioned where large increases or instability is noted.</a:t>
            </a:r>
          </a:p>
          <a:p>
            <a:endParaRPr lang="en-GB" sz="2400" smtClean="0"/>
          </a:p>
          <a:p>
            <a:endParaRPr lang="en-GB" sz="2400" smtClean="0"/>
          </a:p>
          <a:p>
            <a:endParaRPr lang="en-GB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Sampling to BS9096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7888" y="2214563"/>
            <a:ext cx="8620125" cy="41433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Having completed pre-assessment, chosen the nozzle size required for the equipment and select an initial sample rate.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Using a Pre-dried a filter with a </a:t>
            </a:r>
            <a:r>
              <a:rPr lang="en-GB" sz="2000" dirty="0" smtClean="0"/>
              <a:t>99.5% </a:t>
            </a:r>
            <a:r>
              <a:rPr lang="en-GB" sz="2000" dirty="0" smtClean="0"/>
              <a:t>efficiency on a 0.3</a:t>
            </a:r>
            <a:r>
              <a:rPr lang="en-GB" sz="2000" dirty="0" smtClean="0">
                <a:latin typeface="Symbol" pitchFamily="18" charset="2"/>
              </a:rPr>
              <a:t>m</a:t>
            </a:r>
            <a:r>
              <a:rPr lang="en-GB" sz="2000" dirty="0" smtClean="0"/>
              <a:t> aerosol test and weighed to constant weight at 180</a:t>
            </a:r>
            <a:r>
              <a:rPr lang="en-GB" sz="2000" baseline="30000" dirty="0" smtClean="0"/>
              <a:t>o</a:t>
            </a:r>
            <a:r>
              <a:rPr lang="en-GB" sz="2000" dirty="0" smtClean="0"/>
              <a:t>C as discussed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Assemble the equipment having cleaned it with </a:t>
            </a:r>
            <a:r>
              <a:rPr lang="en-GB" sz="2000" dirty="0" err="1" smtClean="0"/>
              <a:t>decon</a:t>
            </a:r>
            <a:r>
              <a:rPr lang="en-GB" sz="2000" dirty="0" smtClean="0"/>
              <a:t> 90 or similar and rinse with de-ionised water and </a:t>
            </a:r>
            <a:r>
              <a:rPr lang="en-GB" sz="2000" dirty="0" err="1" smtClean="0"/>
              <a:t>analar</a:t>
            </a:r>
            <a:r>
              <a:rPr lang="en-GB" sz="2000" dirty="0" smtClean="0"/>
              <a:t> acetone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Attach the appropriate nozzle size having checked for damage and measured it </a:t>
            </a:r>
          </a:p>
          <a:p>
            <a:pPr eaLnBrk="1" hangingPunct="1">
              <a:lnSpc>
                <a:spcPct val="90000"/>
              </a:lnSpc>
            </a:pPr>
            <a:r>
              <a:rPr lang="en-GB" sz="2000" dirty="0" smtClean="0"/>
              <a:t>Conduct a leak check at maximum including the probe and nozzle</a:t>
            </a:r>
          </a:p>
          <a:p>
            <a:pPr eaLnBrk="1" hangingPunct="1">
              <a:lnSpc>
                <a:spcPct val="90000"/>
              </a:lnSpc>
            </a:pPr>
            <a:endParaRPr lang="en-GB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7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9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Blank Test</a:t>
            </a:r>
          </a:p>
        </p:txBody>
      </p:sp>
      <p:sp>
        <p:nvSpPr>
          <p:cNvPr id="7885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2000" smtClean="0"/>
              <a:t>Find any leaks &gt;2% of flow rate to be used and correct</a:t>
            </a:r>
          </a:p>
          <a:p>
            <a:pPr eaLnBrk="1" hangingPunct="1"/>
            <a:r>
              <a:rPr lang="en-GB" sz="2000" smtClean="0"/>
              <a:t>Pre-heat the equipment to minimise condensation</a:t>
            </a:r>
          </a:p>
          <a:p>
            <a:pPr eaLnBrk="1" hangingPunct="1"/>
            <a:r>
              <a:rPr lang="en-GB" sz="2000" smtClean="0"/>
              <a:t>Conduct a blank test- insert probe into the stack and ensure nozzle is facing downstream ( i.e the wrong way) (Leave in stack for 15 minutes for BS ISO 9096) do not switch on pump. </a:t>
            </a:r>
          </a:p>
          <a:p>
            <a:pPr eaLnBrk="1" hangingPunct="1"/>
            <a:r>
              <a:rPr lang="en-GB" sz="2000" smtClean="0"/>
              <a:t>Recover the sample, wash upstream of filter with 2 washes water and 1 wash of acetone </a:t>
            </a:r>
          </a:p>
          <a:p>
            <a:pPr eaLnBrk="1" hangingPunct="1"/>
            <a:endParaRPr lang="en-GB" sz="20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Conducting Actual Test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000" smtClean="0"/>
              <a:t>Re assemble equipment, conduct a leak test</a:t>
            </a:r>
          </a:p>
          <a:p>
            <a:pPr eaLnBrk="1" hangingPunct="1"/>
            <a:r>
              <a:rPr lang="en-GB" sz="2000" smtClean="0"/>
              <a:t>Insert the probe and seal the sample port</a:t>
            </a:r>
          </a:p>
          <a:p>
            <a:pPr eaLnBrk="1" hangingPunct="1"/>
            <a:r>
              <a:rPr lang="en-GB" sz="2000" smtClean="0"/>
              <a:t>Set the isokinetic rate using a nomograph or slide rule or calculator, record the gas meter reading, start the pump,, set the flowrate  and record all the sampling parameters on a sample form every 5 minutes. </a:t>
            </a:r>
          </a:p>
          <a:p>
            <a:pPr eaLnBrk="1" hangingPunct="1"/>
            <a:r>
              <a:rPr lang="en-GB" sz="2000" smtClean="0"/>
              <a:t>Sample at equal times at each sample point do not change nozzle</a:t>
            </a:r>
          </a:p>
          <a:p>
            <a:pPr eaLnBrk="1" hangingPunct="1"/>
            <a:r>
              <a:rPr lang="en-GB" sz="2000" smtClean="0"/>
              <a:t>When each line is completed, stop the pump, if any disassembly is required re-leak check the equipment and re-inset on the next sample line.</a:t>
            </a:r>
          </a:p>
          <a:p>
            <a:pPr eaLnBrk="1" hangingPunct="1"/>
            <a:r>
              <a:rPr lang="en-GB" sz="2000" smtClean="0"/>
              <a:t>Sample time is a minimum of 30 min but determined by the weighing procedure</a:t>
            </a:r>
          </a:p>
          <a:p>
            <a:pPr eaLnBrk="1" hangingPunct="1"/>
            <a:r>
              <a:rPr lang="en-GB" sz="2000" smtClean="0"/>
              <a:t>Finally conduct leak check</a:t>
            </a:r>
          </a:p>
          <a:p>
            <a:endParaRPr lang="en-GB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Conducting Actual Test</a:t>
            </a:r>
          </a:p>
        </p:txBody>
      </p:sp>
      <p:sp>
        <p:nvSpPr>
          <p:cNvPr id="7987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GB" sz="2000" smtClean="0"/>
              <a:t>Do not stop the pump between points on a line</a:t>
            </a:r>
          </a:p>
          <a:p>
            <a:pPr eaLnBrk="1" hangingPunct="1"/>
            <a:r>
              <a:rPr lang="en-GB" sz="2000" smtClean="0"/>
              <a:t>If any component needs to be changed then a leak check should be conducted</a:t>
            </a:r>
          </a:p>
          <a:p>
            <a:pPr eaLnBrk="1" hangingPunct="1"/>
            <a:r>
              <a:rPr lang="en-GB" sz="2000" smtClean="0"/>
              <a:t>When moving to another traverse line a leak check should be conducted and the pump stopped during the change over</a:t>
            </a:r>
          </a:p>
          <a:p>
            <a:pPr eaLnBrk="1" hangingPunct="1"/>
            <a:r>
              <a:rPr lang="en-GB" sz="2000" smtClean="0"/>
              <a:t>When satisfactory start sampling again</a:t>
            </a:r>
          </a:p>
          <a:p>
            <a:pPr eaLnBrk="1" hangingPunct="1"/>
            <a:r>
              <a:rPr lang="en-GB" sz="2000" smtClean="0"/>
              <a:t>At the end of the sampling period stop the pump record final gas meter reading</a:t>
            </a:r>
          </a:p>
          <a:p>
            <a:pPr eaLnBrk="1" hangingPunct="1"/>
            <a:r>
              <a:rPr lang="en-GB" sz="2000" smtClean="0"/>
              <a:t>Conduct a post leak check</a:t>
            </a:r>
          </a:p>
          <a:p>
            <a:pPr eaLnBrk="1" hangingPunct="1">
              <a:buFont typeface="Wingdings" pitchFamily="2" charset="2"/>
              <a:buNone/>
            </a:pPr>
            <a:endParaRPr lang="en-GB" sz="2000" smtClean="0"/>
          </a:p>
          <a:p>
            <a:pPr eaLnBrk="1" hangingPunct="1"/>
            <a:endParaRPr lang="en-GB" sz="200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Sample Recovery of Deposits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smtClean="0"/>
              <a:t>Recover Filter in a dust free environment. For Post Conditioning</a:t>
            </a:r>
          </a:p>
          <a:p>
            <a:r>
              <a:rPr lang="en-GB" sz="2400" smtClean="0"/>
              <a:t>Recover Deposits from nozzle if there are no bends between the nozzle and the filter, this can be ignored provided the gases are unsaturated, above the dew-point and if a validation has been conducted to ensure deposits are &lt;10% of the average limit value.</a:t>
            </a:r>
          </a:p>
          <a:p>
            <a:r>
              <a:rPr lang="en-GB" sz="2400" smtClean="0"/>
              <a:t>Rinse internal surfaces of nozzle with 2 x water followed by 1x acetone  and collect in the same bottle.</a:t>
            </a:r>
          </a:p>
          <a:p>
            <a:r>
              <a:rPr lang="en-GB" sz="2400" smtClean="0"/>
              <a:t>Evaporate washings and dry off in an oven at 160</a:t>
            </a:r>
            <a:r>
              <a:rPr lang="en-GB" sz="2400" baseline="30000" smtClean="0"/>
              <a:t>o</a:t>
            </a:r>
            <a:r>
              <a:rPr lang="en-GB" sz="2400" smtClean="0"/>
              <a:t>C for 1hr</a:t>
            </a:r>
          </a:p>
          <a:p>
            <a:endParaRPr lang="en-GB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Post Sampling Conditioning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smtClean="0"/>
              <a:t>Re-dry filter and weighed components at 160</a:t>
            </a:r>
            <a:r>
              <a:rPr lang="en-GB" sz="2400" baseline="30000" smtClean="0"/>
              <a:t>o</a:t>
            </a:r>
            <a:r>
              <a:rPr lang="en-GB" sz="2400" smtClean="0"/>
              <a:t>C for minimum of 1 hour be reproducible, equilibrate in a dessicator minimum of 4 hours</a:t>
            </a:r>
          </a:p>
          <a:p>
            <a:r>
              <a:rPr lang="en-GB" sz="2400" smtClean="0"/>
              <a:t>Weigh at 1min, 2min and 3 min and extrapolate back to zero. The filter may need to be re-conditioned where large increases or instability is noted.</a:t>
            </a:r>
            <a:endParaRPr lang="en-GB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smtClean="0"/>
              <a:t>Step by Step Process of Conducting Test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238092" y="1285860"/>
          <a:ext cx="9358378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5D790FA-5777-479B-9883-7ADF804832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graphicEl>
                                              <a:dgm id="{F5D790FA-5777-479B-9883-7ADF804832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6FD77E-CC30-4E68-A54B-174B00CD47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graphicEl>
                                              <a:dgm id="{C96FD77E-CC30-4E68-A54B-174B00CD47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6D8196E-B790-476C-A3D5-B871477960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graphicEl>
                                              <a:dgm id="{F6D8196E-B790-476C-A3D5-B871477960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9471711-0332-47E5-8E68-3371085700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">
                                            <p:graphicEl>
                                              <a:dgm id="{49471711-0332-47E5-8E68-3371085700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3F29D17-9DE0-47F2-A72A-AF1922CC2C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graphicEl>
                                              <a:dgm id="{B3F29D17-9DE0-47F2-A72A-AF1922CC2C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0A1CE3-38EB-4DEA-952D-832BD6449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7">
                                            <p:graphicEl>
                                              <a:dgm id="{9A0A1CE3-38EB-4DEA-952D-832BD64497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ADD82DD-9498-4EC4-A475-7AC04E91D8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">
                                            <p:graphicEl>
                                              <a:dgm id="{FADD82DD-9498-4EC4-A475-7AC04E91D8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A79C173-2C1B-430A-A83E-83A3A06991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">
                                            <p:graphicEl>
                                              <a:dgm id="{4A79C173-2C1B-430A-A83E-83A3A06991B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31AC739-1210-4417-BB75-E2158314C9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7">
                                            <p:graphicEl>
                                              <a:dgm id="{C31AC739-1210-4417-BB75-E2158314C9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0BC177B-54A9-4565-B7A0-62429ECEC7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7">
                                            <p:graphicEl>
                                              <a:dgm id="{C0BC177B-54A9-4565-B7A0-62429ECEC7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26992B8-11CE-478B-812E-C97BA7B014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7">
                                            <p:graphicEl>
                                              <a:dgm id="{F26992B8-11CE-478B-812E-C97BA7B014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6840B5A-4E60-4A1A-951B-64029FC49E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7">
                                            <p:graphicEl>
                                              <a:dgm id="{D6840B5A-4E60-4A1A-951B-64029FC49E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711683B-3C9D-4BB6-9E3F-0864D7A2A99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7">
                                            <p:graphicEl>
                                              <a:dgm id="{C711683B-3C9D-4BB6-9E3F-0864D7A2A99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D6DB7A0-AE62-40C7-8DD4-85A364DE760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0"/>
                                        <p:tgtEl>
                                          <p:spTgt spid="7">
                                            <p:graphicEl>
                                              <a:dgm id="{1D6DB7A0-AE62-40C7-8DD4-85A364DE760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7AB295C-4F58-4E2B-B721-C843B394F5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7">
                                            <p:graphicEl>
                                              <a:dgm id="{A7AB295C-4F58-4E2B-B721-C843B394F5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D148C13-559C-4AE0-9DD5-B94AB3C9FF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7">
                                            <p:graphicEl>
                                              <a:dgm id="{5D148C13-559C-4AE0-9DD5-B94AB3C9FF3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641773B-6F8D-4311-B65E-320C03ECAC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7">
                                            <p:graphicEl>
                                              <a:dgm id="{1641773B-6F8D-4311-B65E-320C03ECAC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lvlOne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smtClean="0"/>
              <a:t>Sample and Blank Recovery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238092" y="1285860"/>
          <a:ext cx="9358378" cy="4402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5D790FA-5777-479B-9883-7ADF804832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graphicEl>
                                              <a:dgm id="{F5D790FA-5777-479B-9883-7ADF8048325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96FD77E-CC30-4E68-A54B-174B00CD47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graphicEl>
                                              <a:dgm id="{C96FD77E-CC30-4E68-A54B-174B00CD478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6D8196E-B790-476C-A3D5-B871477960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>
                                            <p:graphicEl>
                                              <a:dgm id="{F6D8196E-B790-476C-A3D5-B8714779600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9471711-0332-47E5-8E68-3371085700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7">
                                            <p:graphicEl>
                                              <a:dgm id="{49471711-0332-47E5-8E68-3371085700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3F29D17-9DE0-47F2-A72A-AF1922CC2C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7">
                                            <p:graphicEl>
                                              <a:dgm id="{B3F29D17-9DE0-47F2-A72A-AF1922CC2C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A0A1CE3-38EB-4DEA-952D-832BD6449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7">
                                            <p:graphicEl>
                                              <a:dgm id="{9A0A1CE3-38EB-4DEA-952D-832BD64497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ADD82DD-9498-4EC4-A475-7AC04E91D8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7">
                                            <p:graphicEl>
                                              <a:dgm id="{FADD82DD-9498-4EC4-A475-7AC04E91D8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93049B7-207B-4B9E-A73B-A384739BF9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">
                                            <p:graphicEl>
                                              <a:dgm id="{193049B7-207B-4B9E-A73B-A384739BF9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1AC02C-5CD8-47C2-9BAC-ADF3CC6F70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7">
                                            <p:graphicEl>
                                              <a:dgm id="{641AC02C-5CD8-47C2-9BAC-ADF3CC6F70C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7D051DC-E2CC-43F9-9D5E-1758E2AADB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7">
                                            <p:graphicEl>
                                              <a:dgm id="{A7D051DC-E2CC-43F9-9D5E-1758E2AADB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1A89313-6BCD-4277-BEA9-87A27010EF2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7">
                                            <p:graphicEl>
                                              <a:dgm id="{B1A89313-6BCD-4277-BEA9-87A27010EF2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lvlOne"/>
        </p:bldSub>
      </p:bldGraphic>
    </p:bldLst>
  </p:timing>
</p:sld>
</file>

<file path=ppt/theme/theme1.xml><?xml version="1.0" encoding="utf-8"?>
<a:theme xmlns:a="http://schemas.openxmlformats.org/drawingml/2006/main" name="Straight Edge">
  <a:themeElements>
    <a:clrScheme name="Straight Edge 2">
      <a:dk1>
        <a:srgbClr val="003366"/>
      </a:dk1>
      <a:lt1>
        <a:srgbClr val="FFFFFF"/>
      </a:lt1>
      <a:dk2>
        <a:srgbClr val="003366"/>
      </a:dk2>
      <a:lt2>
        <a:srgbClr val="E3E2C7"/>
      </a:lt2>
      <a:accent1>
        <a:srgbClr val="CCCC99"/>
      </a:accent1>
      <a:accent2>
        <a:srgbClr val="003366"/>
      </a:accent2>
      <a:accent3>
        <a:srgbClr val="FFFFFF"/>
      </a:accent3>
      <a:accent4>
        <a:srgbClr val="002A56"/>
      </a:accent4>
      <a:accent5>
        <a:srgbClr val="E2E2CA"/>
      </a:accent5>
      <a:accent6>
        <a:srgbClr val="002D5C"/>
      </a:accent6>
      <a:hlink>
        <a:srgbClr val="003366"/>
      </a:hlink>
      <a:folHlink>
        <a:srgbClr val="800000"/>
      </a:folHlink>
    </a:clrScheme>
    <a:fontScheme name="Straight Edg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raight Edge 1">
        <a:dk1>
          <a:srgbClr val="008080"/>
        </a:dk1>
        <a:lt1>
          <a:srgbClr val="FFFFCC"/>
        </a:lt1>
        <a:dk2>
          <a:srgbClr val="009999"/>
        </a:dk2>
        <a:lt2>
          <a:srgbClr val="FFFF99"/>
        </a:lt2>
        <a:accent1>
          <a:srgbClr val="336699"/>
        </a:accent1>
        <a:accent2>
          <a:srgbClr val="FFFF99"/>
        </a:accent2>
        <a:accent3>
          <a:srgbClr val="AACACA"/>
        </a:accent3>
        <a:accent4>
          <a:srgbClr val="DADAAE"/>
        </a:accent4>
        <a:accent5>
          <a:srgbClr val="ADB8CA"/>
        </a:accent5>
        <a:accent6>
          <a:srgbClr val="E7E78A"/>
        </a:accent6>
        <a:hlink>
          <a:srgbClr val="FFFFCC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aight Edge 2">
        <a:dk1>
          <a:srgbClr val="003366"/>
        </a:dk1>
        <a:lt1>
          <a:srgbClr val="FFFFFF"/>
        </a:lt1>
        <a:dk2>
          <a:srgbClr val="003366"/>
        </a:dk2>
        <a:lt2>
          <a:srgbClr val="E3E2C7"/>
        </a:lt2>
        <a:accent1>
          <a:srgbClr val="CCCC99"/>
        </a:accent1>
        <a:accent2>
          <a:srgbClr val="003366"/>
        </a:accent2>
        <a:accent3>
          <a:srgbClr val="FFFFFF"/>
        </a:accent3>
        <a:accent4>
          <a:srgbClr val="002A56"/>
        </a:accent4>
        <a:accent5>
          <a:srgbClr val="E2E2CA"/>
        </a:accent5>
        <a:accent6>
          <a:srgbClr val="002D5C"/>
        </a:accent6>
        <a:hlink>
          <a:srgbClr val="003366"/>
        </a:hlink>
        <a:folHlink>
          <a:srgbClr val="800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3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DDDDDD"/>
        </a:accent1>
        <a:accent2>
          <a:srgbClr val="333333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2D2D2D"/>
        </a:accent6>
        <a:hlink>
          <a:srgbClr val="808080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aight Edge 4">
        <a:dk1>
          <a:srgbClr val="5F5F5F"/>
        </a:dk1>
        <a:lt1>
          <a:srgbClr val="FFFFFF"/>
        </a:lt1>
        <a:dk2>
          <a:srgbClr val="003366"/>
        </a:dk2>
        <a:lt2>
          <a:srgbClr val="FFFFFF"/>
        </a:lt2>
        <a:accent1>
          <a:srgbClr val="7E003F"/>
        </a:accent1>
        <a:accent2>
          <a:srgbClr val="DDDDDD"/>
        </a:accent2>
        <a:accent3>
          <a:srgbClr val="AAADB8"/>
        </a:accent3>
        <a:accent4>
          <a:srgbClr val="DADADA"/>
        </a:accent4>
        <a:accent5>
          <a:srgbClr val="C0AAAF"/>
        </a:accent5>
        <a:accent6>
          <a:srgbClr val="C8C8C8"/>
        </a:accent6>
        <a:hlink>
          <a:srgbClr val="969696"/>
        </a:hlink>
        <a:folHlink>
          <a:srgbClr val="DDDDDD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Designs\Straight Edge.pot</Template>
  <TotalTime>1146</TotalTime>
  <Words>1891</Words>
  <Application>Microsoft Office PowerPoint</Application>
  <PresentationFormat>A4 Paper (210x297 mm)</PresentationFormat>
  <Paragraphs>217</Paragraphs>
  <Slides>31</Slides>
  <Notes>0</Notes>
  <HiddenSlides>1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Straight Edge</vt:lpstr>
      <vt:lpstr>Worksheet</vt:lpstr>
      <vt:lpstr>Equation</vt:lpstr>
      <vt:lpstr>Iso-Kinetic Sampling Training Course </vt:lpstr>
      <vt:lpstr>M9096 Type Stack Train</vt:lpstr>
      <vt:lpstr>Relationship of flow at Gas Meter and Stack Velocity</vt:lpstr>
      <vt:lpstr>How is Sampling Rate Set</vt:lpstr>
      <vt:lpstr>Pre Test – Assessment of Conditions</vt:lpstr>
      <vt:lpstr>Pre Test – Choosing a Location (often preset)</vt:lpstr>
      <vt:lpstr>BS13284:2002 Sample Points for Circular Ducts</vt:lpstr>
      <vt:lpstr>BS9096:2003 Sample Points for Circular Ducts</vt:lpstr>
      <vt:lpstr>Selection of Minimum Traverse Points for EU Standards and Tangential Rule</vt:lpstr>
      <vt:lpstr>Selection of Minimum Traverse Points for EU Standards and Tangential Rule</vt:lpstr>
      <vt:lpstr>Sample Positions and Wall Effects</vt:lpstr>
      <vt:lpstr>Sample Positions and Wall Effects</vt:lpstr>
      <vt:lpstr>Velocity Traverse of Stack To Determine Nozzle Size and homogeneity of flow conditions at the selected sample position</vt:lpstr>
      <vt:lpstr>Pitot Tubes</vt:lpstr>
      <vt:lpstr>Position of Sampling Ports/Location</vt:lpstr>
      <vt:lpstr>If Criteria are not Met</vt:lpstr>
      <vt:lpstr>Molecular Weight Determination</vt:lpstr>
      <vt:lpstr>Determine Water Vapour in Stack</vt:lpstr>
      <vt:lpstr>Select Nozzle Size</vt:lpstr>
      <vt:lpstr>Nozzle Calculations</vt:lpstr>
      <vt:lpstr>Leak Check M9096 Type Stack Train</vt:lpstr>
      <vt:lpstr>Filter Media Preparation</vt:lpstr>
      <vt:lpstr>Filter Preparation</vt:lpstr>
      <vt:lpstr>Sampling to BS9096</vt:lpstr>
      <vt:lpstr>Blank Test</vt:lpstr>
      <vt:lpstr>Conducting Actual Test</vt:lpstr>
      <vt:lpstr>Conducting Actual Test</vt:lpstr>
      <vt:lpstr>Sample Recovery of Deposits</vt:lpstr>
      <vt:lpstr>Post Sampling Conditioning</vt:lpstr>
      <vt:lpstr>Step by Step Process of Conducting Test</vt:lpstr>
      <vt:lpstr>Sample and Blank Recovery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EPA Method 5/23/29 Training Course</dc:title>
  <dc:creator>Dr Roger S Brown</dc:creator>
  <cp:lastModifiedBy> RSB</cp:lastModifiedBy>
  <cp:revision>127</cp:revision>
  <dcterms:created xsi:type="dcterms:W3CDTF">2001-02-20T17:08:25Z</dcterms:created>
  <dcterms:modified xsi:type="dcterms:W3CDTF">2010-05-06T10:23:25Z</dcterms:modified>
</cp:coreProperties>
</file>